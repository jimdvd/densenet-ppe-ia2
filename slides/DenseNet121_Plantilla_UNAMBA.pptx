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lineChart>
        <c:grouping val="standard"/>
        <c:varyColors val="0"/>
        <c:ser>
          <c:idx val="0"/>
          <c:order val="0"/>
          <c:tx>
            <c:v>Entrenamiento</c:v>
          </c:tx>
          <c:marker>
            <c:symbol val="none"/>
          </c:marker>
          <c:cat>
            <c:numLit>
              <c:formatCode>General</c:formatCode>
              <c:ptCount val="9"/>
              <c:pt idx="0">
                <c:v>1</c:v>
              </c:pt>
              <c:pt idx="1">
                <c:v>2</c:v>
              </c:pt>
              <c:pt idx="2">
                <c:v>3</c:v>
              </c:pt>
              <c:pt idx="3">
                <c:v>4</c:v>
              </c:pt>
              <c:pt idx="4">
                <c:v>5</c:v>
              </c:pt>
              <c:pt idx="5">
                <c:v>6</c:v>
              </c:pt>
              <c:pt idx="6">
                <c:v>7</c:v>
              </c:pt>
              <c:pt idx="7">
                <c:v>8</c:v>
              </c:pt>
              <c:pt idx="8">
                <c:v>9</c:v>
              </c:pt>
            </c:numLit>
          </c:cat>
          <c:val>
            <c:numLit>
              <c:formatCode>0.00</c:formatCode>
              <c:ptCount val="9"/>
              <c:pt idx="0">
                <c:v>0.26306231281226816</c:v>
              </c:pt>
              <c:pt idx="1">
                <c:v>9.6523941114739248E-2</c:v>
              </c:pt>
              <c:pt idx="2">
                <c:v>6.9817618349999097E-2</c:v>
              </c:pt>
              <c:pt idx="3">
                <c:v>5.750781429926196E-2</c:v>
              </c:pt>
              <c:pt idx="4">
                <c:v>4.9886649635810472E-2</c:v>
              </c:pt>
              <c:pt idx="5">
                <c:v>4.0956620858739891E-2</c:v>
              </c:pt>
              <c:pt idx="6">
                <c:v>3.422090002194187E-2</c:v>
              </c:pt>
              <c:pt idx="7">
                <c:v>3.0956426707572045E-2</c:v>
              </c:pt>
              <c:pt idx="8">
                <c:v>2.792068959467469E-2</c:v>
              </c:pt>
            </c:numLit>
          </c:val>
          <c:smooth val="1"/>
          <c:extLst>
            <c:ext xmlns:c16="http://schemas.microsoft.com/office/drawing/2014/chart" uri="{C3380CC4-5D6E-409C-BE32-E72D297353CC}">
              <c16:uniqueId val="{00000000-4947-4798-BC0D-3EC55FB6B9D6}"/>
            </c:ext>
          </c:extLst>
        </c:ser>
        <c:ser>
          <c:idx val="1"/>
          <c:order val="1"/>
          <c:tx>
            <c:v>Validación</c:v>
          </c:tx>
          <c:marker>
            <c:symbol val="none"/>
          </c:marker>
          <c:cat>
            <c:numLit>
              <c:formatCode>General</c:formatCode>
              <c:ptCount val="9"/>
              <c:pt idx="0">
                <c:v>1</c:v>
              </c:pt>
              <c:pt idx="1">
                <c:v>2</c:v>
              </c:pt>
              <c:pt idx="2">
                <c:v>3</c:v>
              </c:pt>
              <c:pt idx="3">
                <c:v>4</c:v>
              </c:pt>
              <c:pt idx="4">
                <c:v>5</c:v>
              </c:pt>
              <c:pt idx="5">
                <c:v>6</c:v>
              </c:pt>
              <c:pt idx="6">
                <c:v>7</c:v>
              </c:pt>
              <c:pt idx="7">
                <c:v>8</c:v>
              </c:pt>
              <c:pt idx="8">
                <c:v>9</c:v>
              </c:pt>
            </c:numLit>
          </c:cat>
          <c:val>
            <c:numLit>
              <c:formatCode>0.00</c:formatCode>
              <c:ptCount val="9"/>
              <c:pt idx="0">
                <c:v>0.11299488761170977</c:v>
              </c:pt>
              <c:pt idx="1">
                <c:v>7.83713791127848E-2</c:v>
              </c:pt>
              <c:pt idx="2">
                <c:v>6.3921500671381082E-2</c:v>
              </c:pt>
              <c:pt idx="3">
                <c:v>6.1271596635655408E-2</c:v>
              </c:pt>
              <c:pt idx="4">
                <c:v>5.6902364951159419E-2</c:v>
              </c:pt>
              <c:pt idx="5">
                <c:v>5.8655515904584489E-2</c:v>
              </c:pt>
              <c:pt idx="6">
                <c:v>6.3974476618147896E-2</c:v>
              </c:pt>
              <c:pt idx="7">
                <c:v>7.0487289835032468E-2</c:v>
              </c:pt>
              <c:pt idx="8">
                <c:v>6.510154830401424E-2</c:v>
              </c:pt>
            </c:numLit>
          </c:val>
          <c:smooth val="1"/>
          <c:extLst>
            <c:ext xmlns:c16="http://schemas.microsoft.com/office/drawing/2014/chart" uri="{C3380CC4-5D6E-409C-BE32-E72D297353CC}">
              <c16:uniqueId val="{00000001-4947-4798-BC0D-3EC55FB6B9D6}"/>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a:lstStyle/>
              <a:p>
                <a:r>
                  <a:t>Época</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defRPr>
            </a:pPr>
            <a:endParaRPr lang="es-PE"/>
          </a:p>
        </c:txPr>
        <c:crossAx val="48672768"/>
        <c:crosses val="autoZero"/>
        <c:auto val="1"/>
        <c:lblAlgn val="ctr"/>
        <c:lblOffset val="100"/>
        <c:noMultiLvlLbl val="1"/>
      </c:catAx>
      <c:valAx>
        <c:axId val="48672768"/>
        <c:scaling>
          <c:orientation val="minMax"/>
        </c:scaling>
        <c:delete val="0"/>
        <c:axPos val="l"/>
        <c:title>
          <c:tx>
            <c:rich>
              <a:bodyPr/>
              <a:lstStyle/>
              <a:p>
                <a:r>
                  <a:t>Pérdida</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defRPr>
            </a:pPr>
            <a:endParaRPr lang="es-PE"/>
          </a:p>
        </c:txPr>
        <c:crossAx val="48650112"/>
        <c:crosses val="autoZero"/>
        <c:crossBetween val="between"/>
      </c:valAx>
    </c:plotArea>
    <c:legend>
      <c:legendPos val="b"/>
      <c:overlay val="0"/>
      <c:txPr>
        <a:bodyPr anchorCtr="1"/>
        <a:lstStyle/>
        <a:p>
          <a:pPr>
            <a:defRPr sz="1500"/>
          </a:pPr>
          <a:endParaRPr lang="es-PE"/>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Tiempo: 1 minuto. Presentarme y explicar que el trabajo estudia DenseNet mediante una aplicación a imágenes de seguridad en obras. El título describe el tema general. Las cuatro categorías del dataset incluyen también cabeza y trabajador.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El objetivo es implementar y evaluar DenseNet121 para clasificar recortes. Señalar que cabeza y trabajador son categorías de contexto del dataset. Preguntar a la audiencia qué categoría asignaría a cada imagen. No afirmar que el sistema verifica el uso correcto del EPP.</a:t>
            </a:r>
          </a:p>
          <a:p>
            <a:endParaRPr/>
          </a:p>
          <a:p>
            <a:r>
              <a:t>Referencias: https://universe.roboflow.com/yihong-chen/ppe-compliance-detection-iln63/dataset/5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2 minutos. Una CNN obtiene características, como bordes y formas, y las combina progresivamente. En DenseNet cada capa del bloque recibe las características de todas las capas anteriores. Las reúne mediante concatenación. Señalar una conexión corta y una larga. La información anterior sigue disponible. El esquema es simplificado, no representa las 121 capas.</a:t>
            </a:r>
          </a:p>
          <a:p>
            <a:endParaRPr/>
          </a:p>
          <a:p>
            <a:r>
              <a:t>Referencias: https://openaccess.thecvf.com/content_cvpr_2017/html/Huang_Densely_Connected_Convolutional_CVPR_2017_paper.html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2 minutos. Recorrer la figura de izquierda a derecha: convolución inicial, cuatro bloques densos y transiciones. Los bloques contienen 6, 12, 24 y 16 unidades. Cada unidad incluye dos convoluciones. Las transiciones reducen el tamaño de los mapas y los canales. El promedio global resume las características y la capa final clasifica. Esta es una figura general publicada, con dimensiones del ejemplo original. Nuestro proyecto usa 128 por 128 y cuatro salidas. No atribuir los números de tamaño de esta imagen a nuestro entrenamiento.</a:t>
            </a:r>
          </a:p>
          <a:p>
            <a:endParaRPr/>
          </a:p>
          <a:p>
            <a:r>
              <a:t>Referencias: https://openaccess.thecvf.com/content_cvpr_2017/html/Huang_Densely_Connected_Convolutional_CVPR_2017_paper.html</a:t>
            </a:r>
          </a:p>
          <a:p>
            <a:r>
              <a:t>https://docs.pytorch.org/vision/main/models/generated/torchvision.models.densenet121.html</a:t>
            </a:r>
          </a:p>
          <a:p>
            <a:r>
              <a:t>Figura: sydddl (2022), https://github.com/HarisIqbal88/PlotNeuralNet/issues/136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2 minutos. Se usa toda DenseNet para procesar cada imagen. La base conserva pesos aprendidos en ImageNet y extrae 1024 características por recorte. Reemplazamos el clasificador original por una capa de cuatro salidas y entrenamos sus 4100 parámetros. La base permaneció congelada, incluido BatchNorm en evaluación. Diferenciar utilizar toda la red de ajustar todos sus pesos. Es aprendizaje por transferencia, como extractor fijo.</a:t>
            </a:r>
          </a:p>
          <a:p>
            <a:endParaRPr/>
          </a:p>
          <a:p>
            <a:r>
              <a:t>Referencias: https://docs.pytorch.org/vision/main/models/generated/torchvision.models.densenet121.html</a:t>
            </a:r>
          </a:p>
          <a:p>
            <a:r>
              <a:t>https://docs.pytorch.org/tutorials/beginner/transfer_learning_tutorial.html</a:t>
            </a:r>
          </a:p>
          <a:p>
            <a:r>
              <a:t>https://github.com/JIMdvd/densenet-ppe-ia2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y medio. VGG organiza convoluciones de forma secuencial. ResNet suma una conexión de atajo. DenseNet concatena características previas. Explicar concatenar como conservar y reunir, frente a sumar. Esta comparación es conceptual. No entrenamos VGG ni ResNet con este dataset.</a:t>
            </a:r>
          </a:p>
          <a:p>
            <a:endParaRPr/>
          </a:p>
          <a:p>
            <a:r>
              <a:t>Referencias: https://openaccess.thecvf.com/content_cvpr_2017/html/Huang_Densely_Connected_Convolutional_CVPR_2017_paper.html</a:t>
            </a:r>
          </a:p>
          <a:p>
            <a:r>
              <a:t>https://arxiv.org/abs/1512.03385</a:t>
            </a:r>
          </a:p>
          <a:p>
            <a:r>
              <a:t>https://arxiv.org/abs/1409.1556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y medio. El proyecto anterior sirvió como punto de partida por sus imágenes y anotaciones. Las etiquetas YOLO contienen clase y coordenadas. Utilizamos esas cajas para recortar los objetos. Los pesos del YOLO entrenado por el compañero no participan en este clasificador ni producen nuestras métricas. YOLO detecta ubicación y clase en escenas, mientras que nuestra aplicación de DenseNet clasifica recortes preparados.</a:t>
            </a:r>
          </a:p>
          <a:p>
            <a:endParaRPr/>
          </a:p>
          <a:p>
            <a:r>
              <a:t>Referencias: https://github.com/JIMdvd/densenet-ppe-ia2</a:t>
            </a:r>
          </a:p>
          <a:p>
            <a:r>
              <a:t>https://universe.roboflow.com/yihong-chen/ppe-compliance-detection-iln63/dataset/5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y medio. El archivo original tiene 2000 fotografías, no 8493 fotografías diferentes. Una fotografía puede producir varios recortes. Tras limpieza quedan 8493 recortes. Entrenar ajusta pesos, validar elige el modelo, prueba mide el resultado final. Hay más trabajadores que cabezas, por ello miramos también F1 macro.</a:t>
            </a:r>
          </a:p>
          <a:p>
            <a:endParaRPr/>
          </a:p>
          <a:p>
            <a:r>
              <a:t>Referencias: https://universe.roboflow.com/yihong-chen/ppe-compliance-detection-iln63/dataset/5</a:t>
            </a:r>
          </a:p>
          <a:p>
            <a:r>
              <a:t>outputs/resultados_finales/configuracion/dataset_summary.json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Se copiaron los datos y se mantuvo su división. Se excluyeron 30 imágenes repetidas o casi idénticas entre conjuntos y un recorte demasiado pequeño. Se recortaron las cajas, se organizaron por clase y se redimensionaron a 128 por 128, con normalización ImageNet. No se aplicaron aumentos de datos. La limpieza reduce fugas, pero no garantiza escenas completamente independientes.</a:t>
            </a:r>
          </a:p>
          <a:p>
            <a:endParaRPr/>
          </a:p>
          <a:p>
            <a:r>
              <a:t>Referencias: https://universe.roboflow.com/yihong-chen/ppe-compliance-detection-iln63/dataset/5</a:t>
            </a:r>
          </a:p>
          <a:p>
            <a:r>
              <a:t>https://github.com/JIMdvd/densenet-ppe-ia2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y medio. Explicar época como una pasada por los datos y lote como ocho ejemplos juntos. La tasa de aprendizaje controla el tamaño de los cambios. Entropía cruzada corresponde a clasificación. El máximo previsto fue 20 y el proceso se detuvo en 9, tras cuatro épocas sin mejora suficiente de validación. El mejor modelo es el de la época 5. Se usó Windows, VS Code, Python y PyTorch con CUDA.</a:t>
            </a:r>
          </a:p>
          <a:p>
            <a:endParaRPr/>
          </a:p>
          <a:p>
            <a:r>
              <a:t>Referencias: https://github.com/JIMdvd/densenet-ppe-ia2</a:t>
            </a:r>
          </a:p>
          <a:p>
            <a:r>
              <a:t>outputs/resultados_finales/configuracion/config.json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2 minutos. Señalar ambos ejes: época y pérdida. Menor pérdida es mejor en esta función. La pérdida de entrenamiento continúa bajando, pero la de validación llega a su mínimo en la época 5 y luego aumenta. Eso sugiere sobreajuste si seguimos ajustando. Conservar el mejor modelo es más útil que alcanzar un número grande de épocas. Preguntar qué época elegiría la audiencia. El tiempo citado excluye carga, guardado y evaluación final.</a:t>
            </a:r>
          </a:p>
          <a:p>
            <a:endParaRPr/>
          </a:p>
          <a:p>
            <a:r>
              <a:t>Referencias: outputs/resultados_finales/metricas/history.csv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y medio. Se evaluaron 1081 recortes que no se usaron para ajustar el clasificador. Se acertaron 1056 y hubo 25 errores. Exactitud significa proporción global de aciertos. F1 combina precisión y recall. Macro da igual peso a cada clase, aunque tengan cantidades diferentes. Estos resultados corresponden al conjunto utilizado.</a:t>
            </a:r>
          </a:p>
          <a:p>
            <a:endParaRPr/>
          </a:p>
          <a:p>
            <a:r>
              <a:t>Referencias: outputs/resultados_finales/metricas/test_metrics.json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2 minutos. Leer filas como clase real y columnas como predicción. La diagonal son aciertos. Hay 10 chalecos predichos como trabajador y 5 trabajadores como chaleco. Una posible explicación es que los recortes comparten cuerpo y prendas. Es una interpretación, no una causa demostrada. Cabeza tiene el recall más bajo, 94,44%, con 90 ejemplos.</a:t>
            </a:r>
          </a:p>
          <a:p>
            <a:endParaRPr/>
          </a:p>
          <a:p>
            <a:r>
              <a:t>Referencias: outputs/resultados_finales/metricas/test_metrics.json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y medio. La primera fila muestra aciertos y la segunda errores, uno por categoría. Señalar las etiquetas real y predicha. Las imágenes pequeñas o parciales pueden dificultar la decisión. Una foto de torso con chaleco puede parecerse a trabajador. Son ejemplos del conjunto de prueba, no fotografías externas nuevas.</a:t>
            </a:r>
          </a:p>
          <a:p>
            <a:endParaRPr/>
          </a:p>
          <a:p>
            <a:r>
              <a:t>Referencias: https://universe.roboflow.com/yihong-chen/ppe-compliance-detection-iln63/dataset/5</a:t>
            </a:r>
          </a:p>
          <a:p>
            <a:r>
              <a:t>outputs/resultados_finales/metricas/test_predictions.csv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4 a 5 minutos. Abrir Visual Studio Code en la carpeta DenseNet-PPE. En terminal PowerShell ejecutar: .\.venv\Scripts\python.exe scripts/demo.py. Esto carga el modelo guardado y genera cuatro resultados, sin entrenar. Abrir demostraciones/resultados y mostrar helmet.png y vest.png. Explicar categoría y puntuación softmax, que no garantiza acierto. Mostrar brevemente scripts/train.py en las líneas de densenet121, requires_grad y classifier. Abrir GitHub para mostrar código, historial y modelo en Releases. Si falla el equipo, utilizar las imágenes de resultados ya guardadas.</a:t>
            </a:r>
          </a:p>
          <a:p>
            <a:endParaRPr/>
          </a:p>
          <a:p>
            <a:r>
              <a:t>Referencias: https://github.com/JIMdvd/densenet-ppe-ia2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y medio. Ventaja: aprendizaje por transferencia permite entrenar un clasificador pequeño con nuestra GPU. Reutilizar características y guardar resultados facilita repetir la evaluación. Limitaciones: recibe recortes, no localiza objetos en escenas completas ni certifica seguridad. Falta evaluar nuevas obras, distintos ángulos e iluminación. Varias muestras pueden proceder de la misma imagen. Próximo paso: datos externos y ajuste parcial de capas con validación.</a:t>
            </a:r>
          </a:p>
          <a:p>
            <a:endParaRPr/>
          </a:p>
          <a:p>
            <a:r>
              <a:t>Referencias: https://github.com/JIMdvd/densenet-ppe-ia2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1 minuto y medio. Retomar el objetivo: DenseNet121 permitió clasificar cuatro categorías. El entrenamiento ajustó el clasificador final y conservó la base ImageNet. El 97,69% es el resultado en este conjunto, no una garantía universal. La validación evitó elegir la última época. Recomendación: ampliar escenas externas y evaluar ajuste parcial. Pregunta preparada para otro grupo: ¿Cómo eligieron el mejor modelo y qué hicieron para evitar imágenes repetidas entre entrenamiento y prueba?</a:t>
            </a:r>
          </a:p>
          <a:p>
            <a:endParaRPr/>
          </a:p>
          <a:p>
            <a:r>
              <a:t>Referencias: https://github.com/JIMdvd/densenet-ppe-ia2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Fuentes principales para ampliar la explicación. La bibliografía completa está en el informe. Preguntas de repaso: ¿qué significa congelar la base?, ¿por qué no elegimos la última época?, ¿por qué reutilizar datos de YOLO no equivale a usar su modelo? Respuestas: conservar pesos, elegir menor pérdida de validación y distinguir anotaciones del dataset de pesos entrenados.</a:t>
            </a:r>
          </a:p>
          <a:p>
            <a:endParaRPr/>
          </a:p>
          <a:p>
            <a:r>
              <a:t>Referencias: https://openaccess.thecvf.com/content_cvpr_2017/html/Huang_Densely_Connected_Convolutional_CVPR_2017_paper.html</a:t>
            </a:r>
          </a:p>
          <a:p>
            <a:r>
              <a:t>https://docs.pytorch.org/vision/main/models/generated/torchvision.models.densenet121.html</a:t>
            </a:r>
          </a:p>
          <a:p>
            <a:r>
              <a:t>https://universe.roboflow.com/yihong-chen/ppe-compliance-detection-iln63/dataset/5</a:t>
            </a:r>
          </a:p>
          <a:p>
            <a:r>
              <a:t>https://github.com/HarisIqbal88/PlotNeuralNet/issues/136</a:t>
            </a:r>
          </a:p>
          <a:p>
            <a:r>
              <a:t>https://github.com/JIMdvd/densenet-ppe-ia2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bg>
      <p:bgPr>
        <a:solidFill>
          <a:schemeClr val="tx2">
            <a:lumMod val="25000"/>
            <a:lumOff val="75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6071616" y="960120"/>
            <a:ext cx="5221224" cy="3056343"/>
          </a:xfrm>
        </p:spPr>
        <p:txBody>
          <a:bodyPr anchor="b">
            <a:normAutofit/>
          </a:bodyPr>
          <a:lstStyle>
            <a:lvl1pPr algn="l">
              <a:buNone/>
              <a:defRPr sz="4000" b="1" baseline="0"/>
            </a:lvl1pPr>
          </a:lstStyle>
          <a:p>
            <a:pPr>
              <a:buNone/>
            </a:pPr>
            <a:r>
              <a:t>HAGA CLIC PARA AGREGAR UN TÍTULO</a:t>
            </a:r>
          </a:p>
        </p:txBody>
      </p:sp>
      <p:pic>
        <p:nvPicPr>
          <p:cNvPr id="4" name="Gráfico 3">
            <a:extLst>
              <a:ext uri="{FF2B5EF4-FFF2-40B4-BE49-F238E27FC236}">
                <a16:creationId xmlns:a16="http://schemas.microsoft.com/office/drawing/2014/main" id="{88AF654A-6F2D-4791-A428-F071F702822E}"/>
              </a:ext>
            </a:extLst>
          </p:cNvPr>
          <p:cNvPicPr>
            <a:picLocks noChangeAspect="1"/>
          </p:cNvPicPr>
          <p:nvPr/>
        </p:nvPicPr>
        <p:blipFill rotWithShape="1">
          <a:blip>
            <a:extLst>
              <a:ext uri="{96DAC541-7B7A-43D3-8B79-37D633B846F1}">
                <asvg:svgBlip xmlns:asvg="http://schemas.microsoft.com/office/drawing/2016/SVG/main" r:embed="rId2"/>
              </a:ext>
            </a:extLst>
          </a:blip>
          <a:srcRect l="10617"/>
          <a:stretch/>
        </p:blipFill>
        <p:spPr>
          <a:xfrm>
            <a:off x="0" y="0"/>
            <a:ext cx="6153048"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8297380" cy="1326514"/>
          </a:xfrm>
        </p:spPr>
        <p:txBody>
          <a:bodyPr anchor="b">
            <a:normAutofit/>
          </a:bodyPr>
          <a:lstStyle>
            <a:lvl1pPr>
              <a:buNone/>
              <a:defRPr sz="2800" baseline="0"/>
            </a:lvl1pPr>
          </a:lstStyle>
          <a:p>
            <a:pPr>
              <a:buNone/>
            </a:pPr>
            <a:r>
              <a:t>Haga clic para agregar un título</a:t>
            </a:r>
          </a:p>
        </p:txBody>
      </p:sp>
      <p:sp>
        <p:nvSpPr>
          <p:cNvPr id="8" name="Marcador de texto 7">
            <a:extLst>
              <a:ext uri="{FF2B5EF4-FFF2-40B4-BE49-F238E27FC236}">
                <a16:creationId xmlns:a16="http://schemas.microsoft.com/office/drawing/2014/main" id="{1183D993-BA0D-4589-B631-1793D008E888}"/>
              </a:ext>
            </a:extLst>
          </p:cNvPr>
          <p:cNvSpPr>
            <a:spLocks noGrp="1"/>
          </p:cNvSpPr>
          <p:nvPr>
            <p:ph type="body" idx="13" hasCustomPrompt="1"/>
          </p:nvPr>
        </p:nvSpPr>
        <p:spPr>
          <a:xfrm>
            <a:off x="865631" y="2072640"/>
            <a:ext cx="8324089" cy="3493008"/>
          </a:xfrm>
        </p:spPr>
        <p:txBody>
          <a:bodyPr>
            <a:normAutofit/>
          </a:bodyPr>
          <a:lstStyle>
            <a:lvl1pPr marL="228600" indent="-228600">
              <a:lnSpc>
                <a:spcPts val="2400"/>
              </a:lnSpc>
              <a:spcBef>
                <a:spcPts val="0"/>
              </a:spcBef>
              <a:spcAft>
                <a:spcPts val="1200"/>
              </a:spcAft>
              <a:buFont typeface="Arial"/>
              <a:buChar char="•"/>
              <a:defRPr sz="2000"/>
            </a:lvl1pPr>
            <a:lvl2pPr marL="800100" indent="-342900">
              <a:lnSpc>
                <a:spcPts val="2400"/>
              </a:lnSpc>
              <a:buFont typeface="Arial"/>
              <a:buChar char="•"/>
              <a:defRPr sz="2000"/>
            </a:lvl2pPr>
            <a:lvl3pPr marL="1257300" indent="-342900">
              <a:lnSpc>
                <a:spcPts val="2400"/>
              </a:lnSpc>
              <a:buFont typeface="Arial"/>
              <a:buChar char="•"/>
              <a:defRPr sz="2000"/>
            </a:lvl3pPr>
            <a:lvl4pPr marL="1714500" indent="-342900">
              <a:lnSpc>
                <a:spcPts val="2400"/>
              </a:lnSpc>
              <a:buFont typeface="Arial"/>
              <a:buChar char="•"/>
              <a:defRPr sz="2000"/>
            </a:lvl4pPr>
            <a:lvl5pPr marL="2171700" indent="-342900">
              <a:lnSpc>
                <a:spcPts val="2400"/>
              </a:lnSpc>
              <a:buFont typeface="Arial"/>
              <a:buChar char="•"/>
              <a:defRPr sz="2000"/>
            </a:lvl5pPr>
          </a:lstStyle>
          <a:p>
            <a:pPr lvl="0">
              <a:buNone/>
            </a:pPr>
            <a:r>
              <a:t>Haga clic para agregar texto</a:t>
            </a:r>
          </a:p>
          <a:p>
            <a:pPr lvl="1">
              <a:buNone/>
            </a:pPr>
            <a:r>
              <a:t>Segundo nivel</a:t>
            </a:r>
          </a:p>
          <a:p>
            <a:pPr lvl="2">
              <a:buNone/>
            </a:pPr>
            <a:r>
              <a:t>Tercer nivel </a:t>
            </a:r>
          </a:p>
          <a:p>
            <a:pPr lvl="3">
              <a:buNone/>
            </a:pPr>
            <a:r>
              <a:t>Cuarto nivel </a:t>
            </a:r>
          </a:p>
          <a:p>
            <a:pPr lvl="4">
              <a:buNone/>
            </a:pPr>
            <a:r>
              <a:t>Quinto nivel </a:t>
            </a:r>
          </a:p>
          <a:p>
            <a:pPr lvl="0">
              <a:buNone/>
            </a:pPr>
            <a:endParaRPr/>
          </a:p>
        </p:txBody>
      </p:sp>
      <p:sp>
        <p:nvSpPr>
          <p:cNvPr id="6" name="Marcador de número de diapositiva 5">
            <a:extLst>
              <a:ext uri="{FF2B5EF4-FFF2-40B4-BE49-F238E27FC236}">
                <a16:creationId xmlns:a16="http://schemas.microsoft.com/office/drawing/2014/main" id="{A0FDD81F-9379-48E6-9B14-83486F920A39}"/>
              </a:ext>
            </a:extLst>
          </p:cNvPr>
          <p:cNvSpPr>
            <a:spLocks noGrp="1"/>
          </p:cNvSpPr>
          <p:nvPr>
            <p:ph type="sldNum" idx="12"/>
          </p:nvPr>
        </p:nvSpPr>
        <p:spPr>
          <a:xfrm>
            <a:off x="911352" y="6246622"/>
            <a:ext cx="2670048" cy="365125"/>
          </a:xfrm>
        </p:spPr>
        <p:txBody>
          <a:bodyPr/>
          <a:lstStyle>
            <a:lvl1pPr>
              <a:buNone/>
              <a:defRPr sz="1400">
                <a:latin typeface="+mj-lt"/>
                <a:ea typeface="+mj-lt"/>
                <a:cs typeface="+mj-lt"/>
              </a:defRPr>
            </a:lvl1pPr>
          </a:lstStyle>
          <a:p>
            <a:pPr>
              <a:buNone/>
            </a:pPr>
            <a:fld id="{B5CEABB6-07DC-46E8-9B57-56EC44A396E5}" type="slidenum">
              <a:t>‹Nº›</a:t>
            </a:fld>
            <a:endParaRPr/>
          </a:p>
        </p:txBody>
      </p:sp>
      <p:sp>
        <p:nvSpPr>
          <p:cNvPr id="5" name="Marcador de pie de página 4">
            <a:extLst>
              <a:ext uri="{FF2B5EF4-FFF2-40B4-BE49-F238E27FC236}">
                <a16:creationId xmlns:a16="http://schemas.microsoft.com/office/drawing/2014/main" id="{FD10B5D8-71E9-48DC-A04C-559359603CB0}"/>
              </a:ext>
            </a:extLst>
          </p:cNvPr>
          <p:cNvSpPr>
            <a:spLocks noGrp="1"/>
          </p:cNvSpPr>
          <p:nvPr>
            <p:ph type="ftr" idx="11"/>
          </p:nvPr>
        </p:nvSpPr>
        <p:spPr>
          <a:xfrm>
            <a:off x="3806194" y="6246622"/>
            <a:ext cx="2743200" cy="365125"/>
          </a:xfrm>
        </p:spPr>
        <p:txBody>
          <a:bodyPr/>
          <a:lstStyle>
            <a:lvl1pPr algn="r">
              <a:buNone/>
              <a:defRPr/>
            </a:lvl1pPr>
          </a:lstStyle>
          <a:p>
            <a:pPr>
              <a:buNone/>
            </a:pPr>
            <a:r>
              <a:t>Título de la presentación</a:t>
            </a:r>
          </a:p>
        </p:txBody>
      </p:sp>
      <p:pic>
        <p:nvPicPr>
          <p:cNvPr id="9" name="Gráfico 8">
            <a:extLst>
              <a:ext uri="{FF2B5EF4-FFF2-40B4-BE49-F238E27FC236}">
                <a16:creationId xmlns:a16="http://schemas.microsoft.com/office/drawing/2014/main" id="{BEE9DFE9-334B-4002-B844-4E01DC232CA8}"/>
              </a:ext>
            </a:extLst>
          </p:cNvPr>
          <p:cNvPicPr>
            <a:picLocks noChangeAspect="1"/>
          </p:cNvPicPr>
          <p:nvPr/>
        </p:nvPicPr>
        <p:blipFill rotWithShape="1">
          <a:blip>
            <a:extLst>
              <a:ext uri="{96DAC541-7B7A-43D3-8B79-37D633B846F1}">
                <asvg:svgBlip xmlns:asvg="http://schemas.microsoft.com/office/drawing/2016/SVG/main" r:embed="rId2"/>
              </a:ext>
            </a:extLst>
          </a:blip>
          <a:srcRect l="1586" r="26226" b="3861"/>
          <a:stretch/>
        </p:blipFill>
        <p:spPr>
          <a:xfrm>
            <a:off x="9415463" y="264696"/>
            <a:ext cx="2776538" cy="659330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de la sección">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902208" y="420624"/>
            <a:ext cx="5864352" cy="3621024"/>
          </a:xfrm>
        </p:spPr>
        <p:txBody>
          <a:bodyPr anchor="b">
            <a:normAutofit/>
          </a:bodyPr>
          <a:lstStyle>
            <a:lvl1pPr>
              <a:buNone/>
              <a:defRPr sz="4000" baseline="0"/>
            </a:lvl1pPr>
          </a:lstStyle>
          <a:p>
            <a:pPr>
              <a:buNone/>
            </a:pPr>
            <a:r>
              <a:t>Haga clic para agregar un título</a:t>
            </a:r>
          </a:p>
        </p:txBody>
      </p:sp>
      <p:sp>
        <p:nvSpPr>
          <p:cNvPr id="10" name="Marcador de posición de imagen 9">
            <a:extLst>
              <a:ext uri="{FF2B5EF4-FFF2-40B4-BE49-F238E27FC236}">
                <a16:creationId xmlns:a16="http://schemas.microsoft.com/office/drawing/2014/main" id="{843EFB24-F4C6-4987-E8E2-3842A2B63630}"/>
              </a:ext>
            </a:extLst>
          </p:cNvPr>
          <p:cNvSpPr>
            <a:spLocks noGrp="1"/>
          </p:cNvSpPr>
          <p:nvPr>
            <p:ph type="pic" idx="10"/>
          </p:nvPr>
        </p:nvSpPr>
        <p:spPr>
          <a:xfrm>
            <a:off x="7625969" y="-9144"/>
            <a:ext cx="4581525" cy="6602413"/>
          </a:xfrm>
        </p:spPr>
        <p:txBody>
          <a:bodyPr>
            <a:normAutofit/>
          </a:bodyPr>
          <a:lstStyle>
            <a:lvl1pPr marL="0" indent="0" algn="ctr">
              <a:buNone/>
              <a:defRPr sz="2000"/>
            </a:lvl1pPr>
          </a:lstStyle>
          <a:p>
            <a:pPr>
              <a:buNone/>
            </a:pPr>
            <a:r>
              <a:t>Haga clic en el icono para agregar una imagen</a:t>
            </a:r>
          </a:p>
        </p:txBody>
      </p:sp>
      <p:sp>
        <p:nvSpPr>
          <p:cNvPr id="11" name="Rectángulo 10">
            <a:extLst>
              <a:ext uri="{FF2B5EF4-FFF2-40B4-BE49-F238E27FC236}">
                <a16:creationId xmlns:a16="http://schemas.microsoft.com/office/drawing/2014/main" id="{DEF559BF-05B9-49D7-5976-7CD930A65A18}"/>
              </a:ext>
            </a:extLst>
          </p:cNvPr>
          <p:cNvSpPr>
            <a:spLocks noGrp="1"/>
          </p:cNvSpPr>
          <p:nvPr/>
        </p:nvSpPr>
        <p:spPr>
          <a:xfrm>
            <a:off x="0" y="6583680"/>
            <a:ext cx="7620000" cy="27432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de la sección 2">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6000" y="176784"/>
            <a:ext cx="5864352" cy="3621024"/>
          </a:xfrm>
        </p:spPr>
        <p:txBody>
          <a:bodyPr anchor="b">
            <a:normAutofit/>
          </a:bodyPr>
          <a:lstStyle>
            <a:lvl1pPr>
              <a:buNone/>
              <a:defRPr sz="4000" baseline="0"/>
            </a:lvl1pPr>
          </a:lstStyle>
          <a:p>
            <a:pPr>
              <a:buNone/>
            </a:pPr>
            <a:r>
              <a:t>Haga clic para agregar un título</a:t>
            </a:r>
          </a:p>
        </p:txBody>
      </p:sp>
      <p:sp>
        <p:nvSpPr>
          <p:cNvPr id="10" name="Marcador de posición de imagen 9">
            <a:extLst>
              <a:ext uri="{FF2B5EF4-FFF2-40B4-BE49-F238E27FC236}">
                <a16:creationId xmlns:a16="http://schemas.microsoft.com/office/drawing/2014/main" id="{843EFB24-F4C6-4987-E8E2-3842A2B63630}"/>
              </a:ext>
            </a:extLst>
          </p:cNvPr>
          <p:cNvSpPr>
            <a:spLocks noGrp="1"/>
          </p:cNvSpPr>
          <p:nvPr>
            <p:ph type="pic" idx="10"/>
          </p:nvPr>
        </p:nvSpPr>
        <p:spPr>
          <a:xfrm>
            <a:off x="-15240" y="-15240"/>
            <a:ext cx="4581525" cy="6602413"/>
          </a:xfrm>
        </p:spPr>
        <p:txBody>
          <a:bodyPr>
            <a:normAutofit/>
          </a:bodyPr>
          <a:lstStyle>
            <a:lvl1pPr marL="0" indent="0" algn="ctr">
              <a:buNone/>
              <a:defRPr sz="2000"/>
            </a:lvl1pPr>
          </a:lstStyle>
          <a:p>
            <a:pPr>
              <a:buNone/>
            </a:pPr>
            <a:r>
              <a:t>Haga clic en el icono para agregar una imagen</a:t>
            </a:r>
          </a:p>
        </p:txBody>
      </p:sp>
      <p:sp>
        <p:nvSpPr>
          <p:cNvPr id="6" name="Marcador de texto 5">
            <a:extLst>
              <a:ext uri="{FF2B5EF4-FFF2-40B4-BE49-F238E27FC236}">
                <a16:creationId xmlns:a16="http://schemas.microsoft.com/office/drawing/2014/main" id="{4482B228-AAF1-5EA9-ED96-1A99DB6FB33A}"/>
              </a:ext>
            </a:extLst>
          </p:cNvPr>
          <p:cNvSpPr>
            <a:spLocks noGrp="1"/>
          </p:cNvSpPr>
          <p:nvPr>
            <p:ph type="body" idx="11" hasCustomPrompt="1"/>
          </p:nvPr>
        </p:nvSpPr>
        <p:spPr>
          <a:xfrm>
            <a:off x="6096000" y="4084320"/>
            <a:ext cx="5864225" cy="2362835"/>
          </a:xfrm>
        </p:spPr>
        <p:txBody>
          <a:bodyPr>
            <a:normAutofit/>
          </a:bodyPr>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stStyle>
          <a:p>
            <a:pPr lvl="0">
              <a:buNone/>
            </a:pPr>
            <a:r>
              <a:t>Haga clic para agregar texto</a:t>
            </a:r>
          </a:p>
          <a:p>
            <a:pPr lvl="1">
              <a:buNone/>
            </a:pPr>
            <a:r>
              <a:t>Segundo nivel</a:t>
            </a:r>
          </a:p>
          <a:p>
            <a:pPr lvl="2">
              <a:buNone/>
            </a:pPr>
            <a:r>
              <a:t>Tercer nivel</a:t>
            </a:r>
          </a:p>
          <a:p>
            <a:pPr lvl="3">
              <a:buNone/>
            </a:pPr>
            <a:r>
              <a:t>Cuarto nivel</a:t>
            </a:r>
          </a:p>
          <a:p>
            <a:pPr lvl="4">
              <a:buNone/>
            </a:pPr>
            <a:r>
              <a:t>Quinto nivel</a:t>
            </a:r>
          </a:p>
        </p:txBody>
      </p:sp>
      <p:sp>
        <p:nvSpPr>
          <p:cNvPr id="7" name="Rectángulo 6">
            <a:extLst>
              <a:ext uri="{FF2B5EF4-FFF2-40B4-BE49-F238E27FC236}">
                <a16:creationId xmlns:a16="http://schemas.microsoft.com/office/drawing/2014/main" id="{FDE537B4-8186-9628-C273-28B8EA981466}"/>
              </a:ext>
            </a:extLst>
          </p:cNvPr>
          <p:cNvSpPr>
            <a:spLocks noGrp="1"/>
          </p:cNvSpPr>
          <p:nvPr/>
        </p:nvSpPr>
        <p:spPr>
          <a:xfrm>
            <a:off x="4572000" y="6583680"/>
            <a:ext cx="7620000" cy="2743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de la sección 3">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6095999" y="441960"/>
            <a:ext cx="5641897" cy="3316893"/>
          </a:xfrm>
        </p:spPr>
        <p:txBody>
          <a:bodyPr anchor="b">
            <a:normAutofit/>
          </a:bodyPr>
          <a:lstStyle>
            <a:lvl1pPr>
              <a:buNone/>
              <a:defRPr sz="4000"/>
            </a:lvl1pPr>
          </a:lstStyle>
          <a:p>
            <a:pPr>
              <a:buNone/>
            </a:pPr>
            <a:r>
              <a:t>HAGA CLIC PARA AGREGAR UN TÍTULO</a:t>
            </a:r>
          </a:p>
        </p:txBody>
      </p:sp>
      <p:sp>
        <p:nvSpPr>
          <p:cNvPr id="675" name="Marcador de texto 7">
            <a:extLst>
              <a:ext uri="{FF2B5EF4-FFF2-40B4-BE49-F238E27FC236}">
                <a16:creationId xmlns:a16="http://schemas.microsoft.com/office/drawing/2014/main" id="{2E8766DA-C6C6-45DD-A32E-F7A76297B36B}"/>
              </a:ext>
            </a:extLst>
          </p:cNvPr>
          <p:cNvSpPr>
            <a:spLocks noGrp="1"/>
          </p:cNvSpPr>
          <p:nvPr>
            <p:ph type="body" idx="13" hasCustomPrompt="1"/>
          </p:nvPr>
        </p:nvSpPr>
        <p:spPr>
          <a:xfrm>
            <a:off x="6109694" y="4068392"/>
            <a:ext cx="5580586" cy="2197590"/>
          </a:xfrm>
        </p:spPr>
        <p:txBody>
          <a:bodyPr>
            <a:normAutofit/>
          </a:bodyPr>
          <a:lstStyle>
            <a:lvl1pPr marL="0" indent="0">
              <a:lnSpc>
                <a:spcPts val="2400"/>
              </a:lnSpc>
              <a:buNone/>
              <a:defRPr sz="2800"/>
            </a:lvl1pPr>
            <a:lvl2pPr marL="457200" indent="0">
              <a:lnSpc>
                <a:spcPts val="2400"/>
              </a:lnSpc>
              <a:buNone/>
              <a:defRPr sz="2000"/>
            </a:lvl2pPr>
            <a:lvl3pPr marL="914400" indent="0">
              <a:lnSpc>
                <a:spcPts val="2400"/>
              </a:lnSpc>
              <a:buNone/>
              <a:defRPr sz="2000"/>
            </a:lvl3pPr>
            <a:lvl4pPr marL="1371600" indent="0">
              <a:lnSpc>
                <a:spcPts val="2400"/>
              </a:lnSpc>
              <a:buNone/>
              <a:defRPr sz="2000"/>
            </a:lvl4pPr>
            <a:lvl5pPr marL="1828800" indent="0">
              <a:lnSpc>
                <a:spcPts val="2400"/>
              </a:lnSpc>
              <a:buNone/>
              <a:defRPr sz="2000"/>
            </a:lvl5pPr>
          </a:lstStyle>
          <a:p>
            <a:pPr lvl="0">
              <a:buNone/>
            </a:pPr>
            <a:r>
              <a:t>Haga clic para agregar texto</a:t>
            </a:r>
          </a:p>
        </p:txBody>
      </p:sp>
      <p:pic>
        <p:nvPicPr>
          <p:cNvPr id="7" name="Gráfico 6">
            <a:extLst>
              <a:ext uri="{FF2B5EF4-FFF2-40B4-BE49-F238E27FC236}">
                <a16:creationId xmlns:a16="http://schemas.microsoft.com/office/drawing/2014/main" id="{C4A3A549-9401-48E8-82FC-FF0986162878}"/>
              </a:ext>
            </a:extLst>
          </p:cNvPr>
          <p:cNvPicPr>
            <a:picLocks noChangeAspect="1"/>
          </p:cNvPicPr>
          <p:nvPr/>
        </p:nvPicPr>
        <p:blipFill rotWithShape="1">
          <a:blip>
            <a:extLst>
              <a:ext uri="{96DAC541-7B7A-43D3-8B79-37D633B846F1}">
                <asvg:svgBlip xmlns:asvg="http://schemas.microsoft.com/office/drawing/2016/SVG/main" r:embed="rId2"/>
              </a:ext>
            </a:extLst>
          </a:blip>
          <a:srcRect l="21706"/>
          <a:stretch/>
        </p:blipFill>
        <p:spPr>
          <a:xfrm>
            <a:off x="0" y="0"/>
            <a:ext cx="4661067"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y dos contenid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buNone/>
              <a:defRPr sz="2800" baseline="0"/>
            </a:lvl1pPr>
          </a:lstStyle>
          <a:p>
            <a:pPr>
              <a:buNone/>
            </a:pPr>
            <a:r>
              <a:t>HAGA CLIC PARA AGREGAR UN TÍTULO</a:t>
            </a:r>
          </a:p>
        </p:txBody>
      </p:sp>
      <p:sp>
        <p:nvSpPr>
          <p:cNvPr id="10" name="Marcador de contenido 9">
            <a:extLst>
              <a:ext uri="{FF2B5EF4-FFF2-40B4-BE49-F238E27FC236}">
                <a16:creationId xmlns:a16="http://schemas.microsoft.com/office/drawing/2014/main" id="{934FA256-5ADA-A5BF-D116-1CFAA7EF867D}"/>
              </a:ext>
            </a:extLst>
          </p:cNvPr>
          <p:cNvSpPr>
            <a:spLocks noGrp="1"/>
          </p:cNvSpPr>
          <p:nvPr>
            <p:ph idx="13" hasCustomPrompt="1"/>
          </p:nvPr>
        </p:nvSpPr>
        <p:spPr>
          <a:xfrm>
            <a:off x="893763"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buNone/>
              <a:defRPr sz="2000"/>
            </a:lvl2pPr>
            <a:lvl3pPr marL="685800">
              <a:lnSpc>
                <a:spcPct val="100000"/>
              </a:lnSpc>
              <a:spcBef>
                <a:spcPts val="0"/>
              </a:spcBef>
              <a:spcAft>
                <a:spcPts val="1200"/>
              </a:spcAft>
              <a:buNone/>
              <a:defRPr sz="2000"/>
            </a:lvl3pPr>
            <a:lvl4pPr marL="228600">
              <a:lnSpc>
                <a:spcPct val="100000"/>
              </a:lnSpc>
              <a:spcBef>
                <a:spcPts val="0"/>
              </a:spcBef>
              <a:spcAft>
                <a:spcPts val="1200"/>
              </a:spcAft>
              <a:buNone/>
              <a:defRPr sz="2000"/>
            </a:lvl4pPr>
            <a:lvl5pPr marL="1143000">
              <a:lnSpc>
                <a:spcPct val="100000"/>
              </a:lnSpc>
              <a:spcBef>
                <a:spcPts val="0"/>
              </a:spcBef>
              <a:spcAft>
                <a:spcPts val="1200"/>
              </a:spcAft>
              <a:buNone/>
              <a:defRPr sz="2000"/>
            </a:lvl5pPr>
            <a:lvl6pPr marL="1600200">
              <a:buNone/>
              <a:defRPr/>
            </a:lvl6pPr>
          </a:lstStyle>
          <a:p>
            <a:pPr lvl="0">
              <a:buNone/>
            </a:pPr>
            <a:r>
              <a:t>Haga clic para agregar contenido</a:t>
            </a:r>
          </a:p>
          <a:p>
            <a:pPr lvl="1">
              <a:buNone/>
            </a:pPr>
            <a:r>
              <a:t>Segundo nivel</a:t>
            </a:r>
          </a:p>
          <a:p>
            <a:pPr lvl="2">
              <a:buNone/>
            </a:pPr>
            <a:r>
              <a:t>Tercer nivel</a:t>
            </a:r>
          </a:p>
          <a:p>
            <a:pPr lvl="4">
              <a:buNone/>
            </a:pPr>
            <a:r>
              <a:t>Cuarto nivel</a:t>
            </a:r>
          </a:p>
          <a:p>
            <a:pPr lvl="5">
              <a:buNone/>
            </a:pPr>
            <a:r>
              <a:t>Quinto nivel</a:t>
            </a:r>
          </a:p>
        </p:txBody>
      </p:sp>
      <p:sp>
        <p:nvSpPr>
          <p:cNvPr id="11" name="Marcador de contenido 9">
            <a:extLst>
              <a:ext uri="{FF2B5EF4-FFF2-40B4-BE49-F238E27FC236}">
                <a16:creationId xmlns:a16="http://schemas.microsoft.com/office/drawing/2014/main" id="{13B79C6E-CF07-9F13-4C7C-A28E3488E3D0}"/>
              </a:ext>
            </a:extLst>
          </p:cNvPr>
          <p:cNvSpPr>
            <a:spLocks noGrp="1"/>
          </p:cNvSpPr>
          <p:nvPr>
            <p:ph idx="14" hasCustomPrompt="1"/>
          </p:nvPr>
        </p:nvSpPr>
        <p:spPr>
          <a:xfrm>
            <a:off x="6410644" y="2073275"/>
            <a:ext cx="4887594"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buNone/>
              <a:defRPr sz="2000"/>
            </a:lvl2pPr>
            <a:lvl3pPr marL="685800">
              <a:lnSpc>
                <a:spcPct val="100000"/>
              </a:lnSpc>
              <a:spcBef>
                <a:spcPts val="0"/>
              </a:spcBef>
              <a:spcAft>
                <a:spcPts val="1200"/>
              </a:spcAft>
              <a:buNone/>
              <a:defRPr sz="2000"/>
            </a:lvl3pPr>
            <a:lvl4pPr marL="1143000">
              <a:lnSpc>
                <a:spcPct val="100000"/>
              </a:lnSpc>
              <a:spcBef>
                <a:spcPts val="0"/>
              </a:spcBef>
              <a:spcAft>
                <a:spcPts val="1200"/>
              </a:spcAft>
              <a:buNone/>
              <a:defRPr sz="2000"/>
            </a:lvl4pPr>
            <a:lvl5pPr marL="1600200">
              <a:lnSpc>
                <a:spcPct val="100000"/>
              </a:lnSpc>
              <a:spcBef>
                <a:spcPts val="0"/>
              </a:spcBef>
              <a:spcAft>
                <a:spcPts val="1200"/>
              </a:spcAft>
              <a:buNone/>
              <a:defRPr sz="2000"/>
            </a:lvl5pPr>
          </a:lstStyle>
          <a:p>
            <a:pPr lvl="0">
              <a:buNone/>
            </a:pPr>
            <a:r>
              <a:t>Haga clic para agregar contenido</a:t>
            </a:r>
          </a:p>
          <a:p>
            <a:pPr lvl="1">
              <a:buNone/>
            </a:pPr>
            <a:r>
              <a:t>Segundo nivel</a:t>
            </a:r>
          </a:p>
          <a:p>
            <a:pPr lvl="2">
              <a:buNone/>
            </a:pPr>
            <a:r>
              <a:t>Tercer nivel</a:t>
            </a:r>
          </a:p>
          <a:p>
            <a:pPr lvl="3">
              <a:buNone/>
            </a:pPr>
            <a:r>
              <a:t>Cuarto nivel</a:t>
            </a:r>
          </a:p>
          <a:p>
            <a:pPr lvl="4">
              <a:buNone/>
            </a:pPr>
            <a:r>
              <a:t>Quinto nivel</a:t>
            </a:r>
          </a:p>
        </p:txBody>
      </p:sp>
      <p:sp>
        <p:nvSpPr>
          <p:cNvPr id="6" name="Marcador de número de diapositiva 5">
            <a:extLst>
              <a:ext uri="{FF2B5EF4-FFF2-40B4-BE49-F238E27FC236}">
                <a16:creationId xmlns:a16="http://schemas.microsoft.com/office/drawing/2014/main" id="{A0FDD81F-9379-48E6-9B14-83486F920A39}"/>
              </a:ext>
            </a:extLst>
          </p:cNvPr>
          <p:cNvSpPr>
            <a:spLocks noGrp="1"/>
          </p:cNvSpPr>
          <p:nvPr>
            <p:ph type="sldNum" idx="12"/>
          </p:nvPr>
        </p:nvSpPr>
        <p:spPr>
          <a:xfrm>
            <a:off x="911352" y="6246622"/>
            <a:ext cx="2670048" cy="365125"/>
          </a:xfrm>
        </p:spPr>
        <p:txBody>
          <a:bodyPr/>
          <a:lstStyle>
            <a:lvl1pPr>
              <a:buNone/>
              <a:defRPr sz="1400">
                <a:latin typeface="+mj-lt"/>
                <a:ea typeface="+mj-lt"/>
                <a:cs typeface="+mj-lt"/>
              </a:defRPr>
            </a:lvl1pPr>
          </a:lstStyle>
          <a:p>
            <a:pPr>
              <a:buNone/>
            </a:pPr>
            <a:fld id="{B5CEABB6-07DC-46E8-9B57-56EC44A396E5}" type="slidenum">
              <a:t>‹Nº›</a:t>
            </a:fld>
            <a:endParaRPr/>
          </a:p>
        </p:txBody>
      </p:sp>
      <p:sp>
        <p:nvSpPr>
          <p:cNvPr id="5" name="Marcador de pie de página 4">
            <a:extLst>
              <a:ext uri="{FF2B5EF4-FFF2-40B4-BE49-F238E27FC236}">
                <a16:creationId xmlns:a16="http://schemas.microsoft.com/office/drawing/2014/main" id="{FD10B5D8-71E9-48DC-A04C-559359603CB0}"/>
              </a:ext>
            </a:extLst>
          </p:cNvPr>
          <p:cNvSpPr>
            <a:spLocks noGrp="1"/>
          </p:cNvSpPr>
          <p:nvPr>
            <p:ph type="ftr" idx="11"/>
          </p:nvPr>
        </p:nvSpPr>
        <p:spPr>
          <a:xfrm>
            <a:off x="3806194" y="6246622"/>
            <a:ext cx="2743200" cy="365125"/>
          </a:xfrm>
        </p:spPr>
        <p:txBody>
          <a:bodyPr/>
          <a:lstStyle>
            <a:lvl1pPr algn="r">
              <a:buNone/>
              <a:defRPr/>
            </a:lvl1pPr>
          </a:lstStyle>
          <a:p>
            <a:pPr>
              <a:buNone/>
            </a:pPr>
            <a:r>
              <a:t>Título de la presentación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dos contenidos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buNone/>
              <a:defRPr sz="2800" baseline="0"/>
            </a:lvl1pPr>
          </a:lstStyle>
          <a:p>
            <a:pPr>
              <a:buNone/>
            </a:pPr>
            <a:r>
              <a:t>HAGA CLIC PARA AGREGAR UN TÍTULO</a:t>
            </a:r>
          </a:p>
        </p:txBody>
      </p:sp>
      <p:sp>
        <p:nvSpPr>
          <p:cNvPr id="10" name="Marcador de contenido 9">
            <a:extLst>
              <a:ext uri="{FF2B5EF4-FFF2-40B4-BE49-F238E27FC236}">
                <a16:creationId xmlns:a16="http://schemas.microsoft.com/office/drawing/2014/main" id="{934FA256-5ADA-A5BF-D116-1CFAA7EF867D}"/>
              </a:ext>
            </a:extLst>
          </p:cNvPr>
          <p:cNvSpPr>
            <a:spLocks noGrp="1"/>
          </p:cNvSpPr>
          <p:nvPr>
            <p:ph idx="13" hasCustomPrompt="1"/>
          </p:nvPr>
        </p:nvSpPr>
        <p:spPr>
          <a:xfrm>
            <a:off x="893763" y="2073275"/>
            <a:ext cx="3144837" cy="3687763"/>
          </a:xfrm>
        </p:spPr>
        <p:txBody>
          <a:bodyPr>
            <a:normAutofit/>
          </a:bodyPr>
          <a:lstStyle>
            <a:lvl1pPr marL="320040" indent="-320040">
              <a:lnSpc>
                <a:spcPct val="100000"/>
              </a:lnSpc>
              <a:spcBef>
                <a:spcPts val="0"/>
              </a:spcBef>
              <a:spcAft>
                <a:spcPts val="1200"/>
              </a:spcAft>
              <a:buFont typeface="+mj-lt"/>
              <a:buAutoNum type="arabicPeriod"/>
              <a:defRPr sz="2000"/>
            </a:lvl1pPr>
            <a:lvl2pPr marL="685800" indent="-320040">
              <a:lnSpc>
                <a:spcPct val="100000"/>
              </a:lnSpc>
              <a:spcBef>
                <a:spcPts val="0"/>
              </a:spcBef>
              <a:spcAft>
                <a:spcPts val="1200"/>
              </a:spcAft>
              <a:buFont typeface="+mj-lt"/>
              <a:buAutoNum type="alphaLcPeriod"/>
              <a:defRPr sz="2000"/>
            </a:lvl2pPr>
            <a:lvl3pPr marL="1143000" indent="-320040">
              <a:lnSpc>
                <a:spcPct val="100000"/>
              </a:lnSpc>
              <a:spcBef>
                <a:spcPts val="0"/>
              </a:spcBef>
              <a:spcAft>
                <a:spcPts val="1200"/>
              </a:spcAft>
              <a:buFont typeface="+mj-lt"/>
              <a:buAutoNum type="arabicParenR"/>
              <a:defRPr sz="2000"/>
            </a:lvl3pPr>
            <a:lvl4pPr marL="1600200" indent="-320040">
              <a:lnSpc>
                <a:spcPct val="100000"/>
              </a:lnSpc>
              <a:spcBef>
                <a:spcPts val="0"/>
              </a:spcBef>
              <a:spcAft>
                <a:spcPts val="1200"/>
              </a:spcAft>
              <a:buFont typeface="+mj-lt"/>
              <a:buAutoNum type="alphaLcParenR"/>
              <a:defRPr sz="2000"/>
            </a:lvl4pPr>
            <a:lvl5pPr marL="2057400" indent="-320040">
              <a:lnSpc>
                <a:spcPct val="100000"/>
              </a:lnSpc>
              <a:spcBef>
                <a:spcPts val="0"/>
              </a:spcBef>
              <a:spcAft>
                <a:spcPts val="1200"/>
              </a:spcAft>
              <a:buFont typeface="+mj-lt"/>
              <a:buAutoNum type="romanLcPeriod"/>
              <a:defRPr sz="2000"/>
            </a:lvl5pPr>
          </a:lstStyle>
          <a:p>
            <a:pPr lvl="0">
              <a:buNone/>
            </a:pPr>
            <a:r>
              <a:t>Haga clic para agregar contenido</a:t>
            </a:r>
          </a:p>
          <a:p>
            <a:pPr lvl="1">
              <a:buNone/>
            </a:pPr>
            <a:r>
              <a:t>Segundo nivel</a:t>
            </a:r>
          </a:p>
          <a:p>
            <a:pPr lvl="2">
              <a:buNone/>
            </a:pPr>
            <a:r>
              <a:t>Tercer nivel</a:t>
            </a:r>
          </a:p>
          <a:p>
            <a:pPr lvl="3">
              <a:buNone/>
            </a:pPr>
            <a:r>
              <a:t>Cuarto nivel</a:t>
            </a:r>
          </a:p>
          <a:p>
            <a:pPr lvl="4">
              <a:buNone/>
            </a:pPr>
            <a:r>
              <a:t>Quinto nivel</a:t>
            </a:r>
          </a:p>
        </p:txBody>
      </p:sp>
      <p:sp>
        <p:nvSpPr>
          <p:cNvPr id="11" name="Marcador de contenido 9">
            <a:extLst>
              <a:ext uri="{FF2B5EF4-FFF2-40B4-BE49-F238E27FC236}">
                <a16:creationId xmlns:a16="http://schemas.microsoft.com/office/drawing/2014/main" id="{13B79C6E-CF07-9F13-4C7C-A28E3488E3D0}"/>
              </a:ext>
            </a:extLst>
          </p:cNvPr>
          <p:cNvSpPr>
            <a:spLocks noGrp="1"/>
          </p:cNvSpPr>
          <p:nvPr>
            <p:ph idx="14" hasCustomPrompt="1"/>
          </p:nvPr>
        </p:nvSpPr>
        <p:spPr>
          <a:xfrm>
            <a:off x="4556760" y="2073275"/>
            <a:ext cx="6192838" cy="3687763"/>
          </a:xfrm>
        </p:spPr>
        <p:txBody>
          <a:bodyPr>
            <a:normAutofit/>
          </a:bodyPr>
          <a:lstStyle>
            <a:lvl1pPr marL="0" indent="0">
              <a:lnSpc>
                <a:spcPct val="100000"/>
              </a:lnSpc>
              <a:spcBef>
                <a:spcPts val="0"/>
              </a:spcBef>
              <a:spcAft>
                <a:spcPts val="1200"/>
              </a:spcAft>
              <a:buNone/>
              <a:defRPr sz="2000"/>
            </a:lvl1pPr>
            <a:lvl2pPr marL="228600">
              <a:lnSpc>
                <a:spcPct val="100000"/>
              </a:lnSpc>
              <a:spcBef>
                <a:spcPts val="0"/>
              </a:spcBef>
              <a:spcAft>
                <a:spcPts val="1200"/>
              </a:spcAft>
              <a:buNone/>
              <a:defRPr sz="2000"/>
            </a:lvl2pPr>
            <a:lvl3pPr marL="685800">
              <a:lnSpc>
                <a:spcPct val="100000"/>
              </a:lnSpc>
              <a:spcBef>
                <a:spcPts val="0"/>
              </a:spcBef>
              <a:spcAft>
                <a:spcPts val="1200"/>
              </a:spcAft>
              <a:buNone/>
              <a:defRPr sz="2000"/>
            </a:lvl3pPr>
            <a:lvl4pPr marL="1143000">
              <a:lnSpc>
                <a:spcPct val="100000"/>
              </a:lnSpc>
              <a:spcBef>
                <a:spcPts val="0"/>
              </a:spcBef>
              <a:spcAft>
                <a:spcPts val="1200"/>
              </a:spcAft>
              <a:buNone/>
              <a:defRPr sz="2000"/>
            </a:lvl4pPr>
            <a:lvl5pPr marL="1600200">
              <a:lnSpc>
                <a:spcPct val="100000"/>
              </a:lnSpc>
              <a:spcBef>
                <a:spcPts val="0"/>
              </a:spcBef>
              <a:spcAft>
                <a:spcPts val="1200"/>
              </a:spcAft>
              <a:buNone/>
              <a:defRPr sz="2000"/>
            </a:lvl5pPr>
          </a:lstStyle>
          <a:p>
            <a:pPr lvl="0">
              <a:buNone/>
            </a:pPr>
            <a:r>
              <a:t>Haga clic para agregar contenido</a:t>
            </a:r>
          </a:p>
          <a:p>
            <a:pPr lvl="1">
              <a:buNone/>
            </a:pPr>
            <a:r>
              <a:t>Segundo nivel</a:t>
            </a:r>
          </a:p>
          <a:p>
            <a:pPr lvl="2">
              <a:buNone/>
            </a:pPr>
            <a:r>
              <a:t>Tercer nivel</a:t>
            </a:r>
          </a:p>
          <a:p>
            <a:pPr lvl="3">
              <a:buNone/>
            </a:pPr>
            <a:r>
              <a:t>Cuarto nivel</a:t>
            </a:r>
          </a:p>
          <a:p>
            <a:pPr lvl="4">
              <a:buNone/>
            </a:pPr>
            <a:r>
              <a:t>Quinto nivel</a:t>
            </a:r>
          </a:p>
        </p:txBody>
      </p:sp>
      <p:sp>
        <p:nvSpPr>
          <p:cNvPr id="6" name="Marcador de número de diapositiva 5">
            <a:extLst>
              <a:ext uri="{FF2B5EF4-FFF2-40B4-BE49-F238E27FC236}">
                <a16:creationId xmlns:a16="http://schemas.microsoft.com/office/drawing/2014/main" id="{A0FDD81F-9379-48E6-9B14-83486F920A39}"/>
              </a:ext>
            </a:extLst>
          </p:cNvPr>
          <p:cNvSpPr>
            <a:spLocks noGrp="1"/>
          </p:cNvSpPr>
          <p:nvPr>
            <p:ph type="sldNum" idx="12"/>
          </p:nvPr>
        </p:nvSpPr>
        <p:spPr>
          <a:xfrm>
            <a:off x="911352" y="6246622"/>
            <a:ext cx="2670048" cy="365125"/>
          </a:xfrm>
        </p:spPr>
        <p:txBody>
          <a:bodyPr/>
          <a:lstStyle>
            <a:lvl1pPr>
              <a:buNone/>
              <a:defRPr sz="1400">
                <a:latin typeface="+mj-lt"/>
                <a:ea typeface="+mj-lt"/>
                <a:cs typeface="+mj-lt"/>
              </a:defRPr>
            </a:lvl1pPr>
          </a:lstStyle>
          <a:p>
            <a:pPr>
              <a:buNone/>
            </a:pPr>
            <a:fld id="{B5CEABB6-07DC-46E8-9B57-56EC44A396E5}" type="slidenum">
              <a:t>‹Nº›</a:t>
            </a:fld>
            <a:endParaRPr/>
          </a:p>
        </p:txBody>
      </p:sp>
      <p:sp>
        <p:nvSpPr>
          <p:cNvPr id="5" name="Marcador de pie de página 4">
            <a:extLst>
              <a:ext uri="{FF2B5EF4-FFF2-40B4-BE49-F238E27FC236}">
                <a16:creationId xmlns:a16="http://schemas.microsoft.com/office/drawing/2014/main" id="{FD10B5D8-71E9-48DC-A04C-559359603CB0}"/>
              </a:ext>
            </a:extLst>
          </p:cNvPr>
          <p:cNvSpPr>
            <a:spLocks noGrp="1"/>
          </p:cNvSpPr>
          <p:nvPr>
            <p:ph type="ftr" idx="11"/>
          </p:nvPr>
        </p:nvSpPr>
        <p:spPr>
          <a:xfrm>
            <a:off x="3806194" y="6246622"/>
            <a:ext cx="2743200" cy="365125"/>
          </a:xfrm>
        </p:spPr>
        <p:txBody>
          <a:bodyPr/>
          <a:lstStyle>
            <a:lvl1pPr algn="r">
              <a:buNone/>
              <a:defRPr/>
            </a:lvl1pPr>
          </a:lstStyle>
          <a:p>
            <a:pPr>
              <a:buNone/>
            </a:pPr>
            <a:r>
              <a:t>Título de la presentación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contenido e imagen">
    <p:bg>
      <p:bgPr>
        <a:solidFill>
          <a:schemeClr val="bg1"/>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0C5815B7-4DEA-0E4D-6E8B-EDAD6559AF21}"/>
              </a:ext>
            </a:extLst>
          </p:cNvPr>
          <p:cNvSpPr>
            <a:spLocks noGrp="1"/>
          </p:cNvSpPr>
          <p:nvPr/>
        </p:nvSpPr>
        <p:spPr>
          <a:xfrm>
            <a:off x="0" y="6593303"/>
            <a:ext cx="2182090" cy="27432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9" name="Gráfico 8">
            <a:extLst>
              <a:ext uri="{FF2B5EF4-FFF2-40B4-BE49-F238E27FC236}">
                <a16:creationId xmlns:a16="http://schemas.microsoft.com/office/drawing/2014/main" id="{ED5C02FF-175F-499F-8121-8CEE52BD73FA}"/>
              </a:ext>
            </a:extLst>
          </p:cNvPr>
          <p:cNvPicPr>
            <a:picLocks noChangeAspect="1"/>
          </p:cNvPicPr>
          <p:nvPr/>
        </p:nvPicPr>
        <p:blipFill rotWithShape="1">
          <a:blip>
            <a:extLst>
              <a:ext uri="{96DAC541-7B7A-43D3-8B79-37D633B846F1}">
                <asvg:svgBlip xmlns:asvg="http://schemas.microsoft.com/office/drawing/2016/SVG/main" r:embed="rId2"/>
              </a:ext>
            </a:extLst>
          </a:blip>
          <a:srcRect l="21367" t="32063" r="19367" b="20417"/>
          <a:stretch/>
        </p:blipFill>
        <p:spPr>
          <a:xfrm>
            <a:off x="4977245" y="0"/>
            <a:ext cx="7214755" cy="1439070"/>
          </a:xfrm>
          <a:prstGeom prst="rect">
            <a:avLst/>
          </a:prstGeom>
        </p:spPr>
      </p:pic>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buNone/>
              <a:defRPr sz="2800" baseline="0"/>
            </a:lvl1pPr>
          </a:lstStyle>
          <a:p>
            <a:pPr>
              <a:buNone/>
            </a:pPr>
            <a:r>
              <a:t>Haga clic para agregar un título</a:t>
            </a:r>
          </a:p>
        </p:txBody>
      </p:sp>
      <p:sp>
        <p:nvSpPr>
          <p:cNvPr id="6" name="Marcador de texto 5">
            <a:extLst>
              <a:ext uri="{FF2B5EF4-FFF2-40B4-BE49-F238E27FC236}">
                <a16:creationId xmlns:a16="http://schemas.microsoft.com/office/drawing/2014/main" id="{4482B228-AAF1-5EA9-ED96-1A99DB6FB33A}"/>
              </a:ext>
            </a:extLst>
          </p:cNvPr>
          <p:cNvSpPr>
            <a:spLocks noGrp="1"/>
          </p:cNvSpPr>
          <p:nvPr>
            <p:ph type="body" idx="11" hasCustomPrompt="1"/>
          </p:nvPr>
        </p:nvSpPr>
        <p:spPr>
          <a:xfrm>
            <a:off x="899160" y="2087880"/>
            <a:ext cx="10210800" cy="1954692"/>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buNone/>
            </a:pPr>
            <a:r>
              <a:t>Haga clic para agregar texto</a:t>
            </a:r>
          </a:p>
          <a:p>
            <a:pPr lvl="1">
              <a:buNone/>
            </a:pPr>
            <a:r>
              <a:t>Segundo nivel</a:t>
            </a:r>
          </a:p>
          <a:p>
            <a:pPr lvl="2">
              <a:buNone/>
            </a:pPr>
            <a:r>
              <a:t>Tercer nivel</a:t>
            </a:r>
          </a:p>
          <a:p>
            <a:pPr lvl="3">
              <a:buNone/>
            </a:pPr>
            <a:r>
              <a:t>Cuarto nivel</a:t>
            </a:r>
          </a:p>
        </p:txBody>
      </p:sp>
      <p:sp>
        <p:nvSpPr>
          <p:cNvPr id="5" name="Marcador de número de diapositiva 5">
            <a:extLst>
              <a:ext uri="{FF2B5EF4-FFF2-40B4-BE49-F238E27FC236}">
                <a16:creationId xmlns:a16="http://schemas.microsoft.com/office/drawing/2014/main" id="{C56AE9A4-A246-1D03-CC3B-E4043EAF1CEF}"/>
              </a:ext>
            </a:extLst>
          </p:cNvPr>
          <p:cNvSpPr>
            <a:spLocks noGrp="1"/>
          </p:cNvSpPr>
          <p:nvPr>
            <p:ph type="sldNum" idx="12"/>
          </p:nvPr>
        </p:nvSpPr>
        <p:spPr>
          <a:xfrm>
            <a:off x="911352" y="6246622"/>
            <a:ext cx="1188720" cy="365125"/>
          </a:xfrm>
        </p:spPr>
        <p:txBody>
          <a:bodyPr/>
          <a:lstStyle>
            <a:lvl1pPr>
              <a:buNone/>
              <a:defRPr sz="1400">
                <a:latin typeface="+mj-lt"/>
                <a:ea typeface="+mj-lt"/>
                <a:cs typeface="+mj-lt"/>
              </a:defRPr>
            </a:lvl1pPr>
          </a:lstStyle>
          <a:p>
            <a:pPr>
              <a:buNone/>
            </a:pPr>
            <a:fld id="{B5CEABB6-07DC-46E8-9B57-56EC44A396E5}" type="slidenum">
              <a:t>‹Nº›</a:t>
            </a:fld>
            <a:endParaRPr/>
          </a:p>
        </p:txBody>
      </p:sp>
      <p:sp>
        <p:nvSpPr>
          <p:cNvPr id="10" name="Marcador de posición de imagen 9">
            <a:extLst>
              <a:ext uri="{FF2B5EF4-FFF2-40B4-BE49-F238E27FC236}">
                <a16:creationId xmlns:a16="http://schemas.microsoft.com/office/drawing/2014/main" id="{843EFB24-F4C6-4987-E8E2-3842A2B63630}"/>
              </a:ext>
            </a:extLst>
          </p:cNvPr>
          <p:cNvSpPr>
            <a:spLocks noGrp="1"/>
          </p:cNvSpPr>
          <p:nvPr>
            <p:ph type="pic" idx="10"/>
          </p:nvPr>
        </p:nvSpPr>
        <p:spPr>
          <a:xfrm>
            <a:off x="2179320" y="4094802"/>
            <a:ext cx="10027919" cy="2468880"/>
          </a:xfrm>
        </p:spPr>
        <p:txBody>
          <a:bodyPr>
            <a:normAutofit/>
          </a:bodyPr>
          <a:lstStyle>
            <a:lvl1pPr marL="0" indent="0" algn="ctr">
              <a:buNone/>
              <a:defRPr sz="2000"/>
            </a:lvl1pPr>
          </a:lstStyle>
          <a:p>
            <a:pPr>
              <a:buNone/>
            </a:pPr>
            <a:r>
              <a:t>Haga clic en el icono para agregar una imagen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9160" y="137160"/>
            <a:ext cx="6172200" cy="1249680"/>
          </a:xfrm>
        </p:spPr>
        <p:txBody>
          <a:bodyPr anchor="b">
            <a:normAutofit/>
          </a:bodyPr>
          <a:lstStyle>
            <a:lvl1pPr>
              <a:buNone/>
              <a:defRPr sz="2800" baseline="0"/>
            </a:lvl1pPr>
          </a:lstStyle>
          <a:p>
            <a:pPr>
              <a:buNone/>
            </a:pPr>
            <a:r>
              <a:t>Haga clic para agregar un título</a:t>
            </a:r>
          </a:p>
        </p:txBody>
      </p:sp>
      <p:sp>
        <p:nvSpPr>
          <p:cNvPr id="6" name="Marcador de texto 5">
            <a:extLst>
              <a:ext uri="{FF2B5EF4-FFF2-40B4-BE49-F238E27FC236}">
                <a16:creationId xmlns:a16="http://schemas.microsoft.com/office/drawing/2014/main" id="{4482B228-AAF1-5EA9-ED96-1A99DB6FB33A}"/>
              </a:ext>
            </a:extLst>
          </p:cNvPr>
          <p:cNvSpPr>
            <a:spLocks noGrp="1"/>
          </p:cNvSpPr>
          <p:nvPr>
            <p:ph type="body" idx="11" hasCustomPrompt="1"/>
          </p:nvPr>
        </p:nvSpPr>
        <p:spPr>
          <a:xfrm>
            <a:off x="899160" y="2026920"/>
            <a:ext cx="3017520" cy="3901758"/>
          </a:xfrm>
        </p:spPr>
        <p:txBody>
          <a:bodyPr>
            <a:normAutofit/>
          </a:bodyPr>
          <a:lstStyle>
            <a:lvl1pPr marL="0" indent="0">
              <a:lnSpc>
                <a:spcPct val="100000"/>
              </a:lnSpc>
              <a:spcBef>
                <a:spcPts val="0"/>
              </a:spcBef>
              <a:spcAft>
                <a:spcPts val="1200"/>
              </a:spcAft>
              <a:buNone/>
              <a:defRPr sz="2000"/>
            </a:lvl1pPr>
            <a:lvl2pPr marL="457200" indent="0">
              <a:lnSpc>
                <a:spcPct val="100000"/>
              </a:lnSpc>
              <a:spcBef>
                <a:spcPts val="0"/>
              </a:spcBef>
              <a:spcAft>
                <a:spcPts val="1200"/>
              </a:spcAft>
              <a:buNone/>
              <a:defRPr sz="1800"/>
            </a:lvl2pPr>
            <a:lvl3pPr marL="914400" indent="0">
              <a:lnSpc>
                <a:spcPct val="100000"/>
              </a:lnSpc>
              <a:spcBef>
                <a:spcPts val="0"/>
              </a:spcBef>
              <a:spcAft>
                <a:spcPts val="1200"/>
              </a:spcAft>
              <a:buNone/>
              <a:defRPr sz="1600"/>
            </a:lvl3pPr>
            <a:lvl4pPr marL="1371600" indent="0">
              <a:lnSpc>
                <a:spcPct val="100000"/>
              </a:lnSpc>
              <a:spcBef>
                <a:spcPts val="0"/>
              </a:spcBef>
              <a:spcAft>
                <a:spcPts val="1200"/>
              </a:spcAft>
              <a:buNone/>
              <a:defRPr sz="1400"/>
            </a:lvl4pPr>
            <a:lvl5pPr marL="1828800" indent="0">
              <a:lnSpc>
                <a:spcPct val="100000"/>
              </a:lnSpc>
              <a:spcBef>
                <a:spcPts val="0"/>
              </a:spcBef>
              <a:spcAft>
                <a:spcPts val="1200"/>
              </a:spcAft>
              <a:buNone/>
              <a:defRPr sz="1400"/>
            </a:lvl5pPr>
          </a:lstStyle>
          <a:p>
            <a:pPr lvl="0">
              <a:buNone/>
            </a:pPr>
            <a:r>
              <a:t>Haga clic para agregar texto</a:t>
            </a:r>
          </a:p>
          <a:p>
            <a:pPr lvl="1">
              <a:buNone/>
            </a:pPr>
            <a:r>
              <a:t>Segundo nivel</a:t>
            </a:r>
          </a:p>
          <a:p>
            <a:pPr lvl="2">
              <a:buNone/>
            </a:pPr>
            <a:r>
              <a:t>Tercer nivel</a:t>
            </a:r>
          </a:p>
          <a:p>
            <a:pPr lvl="3">
              <a:buNone/>
            </a:pPr>
            <a:r>
              <a:t>Cuarto nivel</a:t>
            </a:r>
          </a:p>
        </p:txBody>
      </p:sp>
      <p:sp>
        <p:nvSpPr>
          <p:cNvPr id="11" name="Marcador de contenido 10">
            <a:extLst>
              <a:ext uri="{FF2B5EF4-FFF2-40B4-BE49-F238E27FC236}">
                <a16:creationId xmlns:a16="http://schemas.microsoft.com/office/drawing/2014/main" id="{0821CE3F-B178-0F88-575A-C8CB5D40EB0F}"/>
              </a:ext>
            </a:extLst>
          </p:cNvPr>
          <p:cNvSpPr>
            <a:spLocks noGrp="1"/>
          </p:cNvSpPr>
          <p:nvPr>
            <p:ph idx="13" hasCustomPrompt="1"/>
          </p:nvPr>
        </p:nvSpPr>
        <p:spPr>
          <a:xfrm>
            <a:off x="4525963" y="2026603"/>
            <a:ext cx="6766877" cy="3902075"/>
          </a:xfrm>
        </p:spPr>
        <p:txBody>
          <a:bodyPr/>
          <a:lstStyle>
            <a:lvl1pPr>
              <a:spcBef>
                <a:spcPts val="0"/>
              </a:spcBef>
              <a:spcAft>
                <a:spcPts val="1200"/>
              </a:spcAft>
              <a:buNone/>
              <a:defRPr/>
            </a:lvl1pPr>
            <a:lvl2pPr>
              <a:spcBef>
                <a:spcPts val="0"/>
              </a:spcBef>
              <a:spcAft>
                <a:spcPts val="600"/>
              </a:spcAft>
              <a:buNone/>
              <a:defRPr/>
            </a:lvl2pPr>
            <a:lvl3pPr>
              <a:spcBef>
                <a:spcPts val="0"/>
              </a:spcBef>
              <a:spcAft>
                <a:spcPts val="600"/>
              </a:spcAft>
              <a:buNone/>
              <a:defRPr/>
            </a:lvl3pPr>
            <a:lvl4pPr>
              <a:spcBef>
                <a:spcPts val="0"/>
              </a:spcBef>
              <a:spcAft>
                <a:spcPts val="600"/>
              </a:spcAft>
              <a:buNone/>
              <a:defRPr sz="2000"/>
            </a:lvl4pPr>
            <a:lvl5pPr>
              <a:spcBef>
                <a:spcPts val="0"/>
              </a:spcBef>
              <a:spcAft>
                <a:spcPts val="600"/>
              </a:spcAft>
              <a:buNone/>
              <a:defRPr sz="2000"/>
            </a:lvl5pPr>
          </a:lstStyle>
          <a:p>
            <a:pPr lvl="0">
              <a:buNone/>
            </a:pPr>
            <a:r>
              <a:t>Haga clic para agregar contenido</a:t>
            </a:r>
          </a:p>
          <a:p>
            <a:pPr lvl="1">
              <a:buNone/>
            </a:pPr>
            <a:r>
              <a:t>Segundo nivel</a:t>
            </a:r>
          </a:p>
          <a:p>
            <a:pPr lvl="2">
              <a:buNone/>
            </a:pPr>
            <a:r>
              <a:t>Tercer nivel</a:t>
            </a:r>
          </a:p>
          <a:p>
            <a:pPr lvl="3">
              <a:buNone/>
            </a:pPr>
            <a:r>
              <a:t>Cuarto nivel</a:t>
            </a:r>
          </a:p>
          <a:p>
            <a:pPr lvl="4">
              <a:buNone/>
            </a:pPr>
            <a:r>
              <a:t>Quinto nivel</a:t>
            </a:r>
          </a:p>
        </p:txBody>
      </p:sp>
      <p:sp>
        <p:nvSpPr>
          <p:cNvPr id="5" name="Marcador de número de diapositiva 5">
            <a:extLst>
              <a:ext uri="{FF2B5EF4-FFF2-40B4-BE49-F238E27FC236}">
                <a16:creationId xmlns:a16="http://schemas.microsoft.com/office/drawing/2014/main" id="{C56AE9A4-A246-1D03-CC3B-E4043EAF1CEF}"/>
              </a:ext>
            </a:extLst>
          </p:cNvPr>
          <p:cNvSpPr>
            <a:spLocks noGrp="1"/>
          </p:cNvSpPr>
          <p:nvPr>
            <p:ph type="sldNum" idx="12"/>
          </p:nvPr>
        </p:nvSpPr>
        <p:spPr>
          <a:xfrm>
            <a:off x="911352" y="6246622"/>
            <a:ext cx="1188720" cy="365125"/>
          </a:xfrm>
        </p:spPr>
        <p:txBody>
          <a:bodyPr/>
          <a:lstStyle>
            <a:lvl1pPr>
              <a:buNone/>
              <a:defRPr sz="1400">
                <a:latin typeface="+mj-lt"/>
                <a:ea typeface="+mj-lt"/>
                <a:cs typeface="+mj-lt"/>
              </a:defRPr>
            </a:lvl1pPr>
          </a:lstStyle>
          <a:p>
            <a:pPr>
              <a:buNone/>
            </a:pPr>
            <a:fld id="{B5CEABB6-07DC-46E8-9B57-56EC44A396E5}" type="slidenum">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sumen 1">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31E35F76-7B86-421B-B64D-91AD2C6B2FB3}"/>
              </a:ext>
            </a:extLst>
          </p:cNvPr>
          <p:cNvPicPr>
            <a:picLocks noChangeAspect="1"/>
          </p:cNvPicPr>
          <p:nvPr/>
        </p:nvPicPr>
        <p:blipFill rotWithShape="1">
          <a:blip>
            <a:extLst>
              <a:ext uri="{96DAC541-7B7A-43D3-8B79-37D633B846F1}">
                <asvg:svgBlip xmlns:asvg="http://schemas.microsoft.com/office/drawing/2016/SVG/main" r:embed="rId2"/>
              </a:ext>
            </a:extLst>
          </a:blip>
          <a:srcRect l="19256" t="-150" r="58720" b="30269"/>
          <a:stretch/>
        </p:blipFill>
        <p:spPr>
          <a:xfrm>
            <a:off x="8972551" y="5081287"/>
            <a:ext cx="3219450" cy="1776714"/>
          </a:xfrm>
          <a:prstGeom prst="rect">
            <a:avLst/>
          </a:prstGeom>
        </p:spPr>
      </p:pic>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buNone/>
              <a:defRPr sz="2800" baseline="0"/>
            </a:lvl1pPr>
          </a:lstStyle>
          <a:p>
            <a:pPr>
              <a:buNone/>
            </a:pPr>
            <a:r>
              <a:t>HAGA CLIC PARA AGREGAR UN TÍTULO</a:t>
            </a:r>
          </a:p>
        </p:txBody>
      </p:sp>
      <p:sp>
        <p:nvSpPr>
          <p:cNvPr id="11" name="Marcador de contenido 9">
            <a:extLst>
              <a:ext uri="{FF2B5EF4-FFF2-40B4-BE49-F238E27FC236}">
                <a16:creationId xmlns:a16="http://schemas.microsoft.com/office/drawing/2014/main" id="{13B79C6E-CF07-9F13-4C7C-A28E3488E3D0}"/>
              </a:ext>
            </a:extLst>
          </p:cNvPr>
          <p:cNvSpPr>
            <a:spLocks noGrp="1"/>
          </p:cNvSpPr>
          <p:nvPr>
            <p:ph idx="14" hasCustomPrompt="1"/>
          </p:nvPr>
        </p:nvSpPr>
        <p:spPr>
          <a:xfrm>
            <a:off x="911352" y="2058669"/>
            <a:ext cx="6192838" cy="3687763"/>
          </a:xfrm>
        </p:spPr>
        <p:txBody>
          <a:bodyPr>
            <a:normAutofit/>
          </a:bodyPr>
          <a:lstStyle>
            <a:lvl1pPr marL="228600" indent="-228600">
              <a:lnSpc>
                <a:spcPct val="100000"/>
              </a:lnSpc>
              <a:spcBef>
                <a:spcPts val="0"/>
              </a:spcBef>
              <a:spcAft>
                <a:spcPts val="600"/>
              </a:spcAft>
              <a:buFont typeface="Arial"/>
              <a:buChar char="•"/>
              <a:defRPr sz="2000"/>
            </a:lvl1pPr>
            <a:lvl2pPr marL="685800" indent="-228600">
              <a:lnSpc>
                <a:spcPct val="100000"/>
              </a:lnSpc>
              <a:spcBef>
                <a:spcPts val="0"/>
              </a:spcBef>
              <a:spcAft>
                <a:spcPts val="600"/>
              </a:spcAft>
              <a:buNone/>
              <a:defRPr sz="2000"/>
            </a:lvl2pPr>
            <a:lvl3pPr marL="1143000" indent="-228600">
              <a:lnSpc>
                <a:spcPct val="100000"/>
              </a:lnSpc>
              <a:spcBef>
                <a:spcPts val="0"/>
              </a:spcBef>
              <a:spcAft>
                <a:spcPts val="600"/>
              </a:spcAft>
              <a:buNone/>
              <a:defRPr sz="2000"/>
            </a:lvl3pPr>
            <a:lvl4pPr marL="1600200" indent="-228600">
              <a:lnSpc>
                <a:spcPct val="100000"/>
              </a:lnSpc>
              <a:spcBef>
                <a:spcPts val="0"/>
              </a:spcBef>
              <a:spcAft>
                <a:spcPts val="600"/>
              </a:spcAft>
              <a:buNone/>
              <a:defRPr sz="2000"/>
            </a:lvl4pPr>
            <a:lvl5pPr marL="2057400" indent="-228600">
              <a:lnSpc>
                <a:spcPct val="100000"/>
              </a:lnSpc>
              <a:spcBef>
                <a:spcPts val="0"/>
              </a:spcBef>
              <a:spcAft>
                <a:spcPts val="600"/>
              </a:spcAft>
              <a:buNone/>
              <a:defRPr sz="2000"/>
            </a:lvl5pPr>
          </a:lstStyle>
          <a:p>
            <a:pPr lvl="0">
              <a:buNone/>
            </a:pPr>
            <a:r>
              <a:t>Haga clic para agregar contenido</a:t>
            </a:r>
          </a:p>
          <a:p>
            <a:pPr lvl="1">
              <a:buNone/>
            </a:pPr>
            <a:r>
              <a:t>Segundo nivel</a:t>
            </a:r>
          </a:p>
          <a:p>
            <a:pPr lvl="2">
              <a:buNone/>
            </a:pPr>
            <a:r>
              <a:t>Tercer nivel</a:t>
            </a:r>
          </a:p>
          <a:p>
            <a:pPr lvl="3">
              <a:buNone/>
            </a:pPr>
            <a:r>
              <a:t>Cuarto nivel</a:t>
            </a:r>
          </a:p>
          <a:p>
            <a:pPr lvl="4">
              <a:buNone/>
            </a:pPr>
            <a:r>
              <a:t>Quinto nivel</a:t>
            </a:r>
          </a:p>
        </p:txBody>
      </p:sp>
      <p:sp>
        <p:nvSpPr>
          <p:cNvPr id="10" name="Marcador de contenido 9">
            <a:extLst>
              <a:ext uri="{FF2B5EF4-FFF2-40B4-BE49-F238E27FC236}">
                <a16:creationId xmlns:a16="http://schemas.microsoft.com/office/drawing/2014/main" id="{934FA256-5ADA-A5BF-D116-1CFAA7EF867D}"/>
              </a:ext>
            </a:extLst>
          </p:cNvPr>
          <p:cNvSpPr>
            <a:spLocks noGrp="1"/>
          </p:cNvSpPr>
          <p:nvPr>
            <p:ph idx="13" hasCustomPrompt="1"/>
          </p:nvPr>
        </p:nvSpPr>
        <p:spPr>
          <a:xfrm>
            <a:off x="8295483" y="2058670"/>
            <a:ext cx="3002755" cy="3687763"/>
          </a:xfrm>
        </p:spPr>
        <p:txBody>
          <a:bodyPr>
            <a:normAutofit/>
          </a:bodyPr>
          <a:lstStyle>
            <a:lvl1pPr marL="0" indent="0">
              <a:lnSpc>
                <a:spcPct val="100000"/>
              </a:lnSpc>
              <a:spcBef>
                <a:spcPts val="1000"/>
              </a:spcBef>
              <a:spcAft>
                <a:spcPts val="600"/>
              </a:spcAft>
              <a:buFont typeface="+mj-lt"/>
              <a:buNone/>
              <a:defRPr sz="2000"/>
            </a:lvl1pPr>
            <a:lvl2pPr marL="228600" indent="-228600">
              <a:lnSpc>
                <a:spcPct val="100000"/>
              </a:lnSpc>
              <a:spcBef>
                <a:spcPts val="1000"/>
              </a:spcBef>
              <a:spcAft>
                <a:spcPts val="600"/>
              </a:spcAft>
              <a:buFont typeface="+mj-lt"/>
              <a:buNone/>
              <a:defRPr sz="2000"/>
            </a:lvl2pPr>
            <a:lvl3pPr marL="0" indent="0">
              <a:lnSpc>
                <a:spcPct val="100000"/>
              </a:lnSpc>
              <a:spcBef>
                <a:spcPts val="1000"/>
              </a:spcBef>
              <a:spcAft>
                <a:spcPts val="600"/>
              </a:spcAft>
              <a:buFont typeface="+mj-lt"/>
              <a:buNone/>
              <a:defRPr sz="2000"/>
            </a:lvl3pPr>
            <a:lvl4pPr marL="0" indent="0">
              <a:lnSpc>
                <a:spcPct val="100000"/>
              </a:lnSpc>
              <a:spcBef>
                <a:spcPts val="1000"/>
              </a:spcBef>
              <a:spcAft>
                <a:spcPts val="600"/>
              </a:spcAft>
              <a:buFont typeface="+mj-lt"/>
              <a:buNone/>
              <a:defRPr sz="2000"/>
            </a:lvl4pPr>
            <a:lvl5pPr marL="0" indent="0">
              <a:lnSpc>
                <a:spcPct val="100000"/>
              </a:lnSpc>
              <a:spcBef>
                <a:spcPts val="1000"/>
              </a:spcBef>
              <a:spcAft>
                <a:spcPts val="600"/>
              </a:spcAft>
              <a:buFont typeface="+mj-lt"/>
              <a:buNone/>
              <a:defRPr sz="2000"/>
            </a:lvl5pPr>
          </a:lstStyle>
          <a:p>
            <a:pPr lvl="0">
              <a:buNone/>
            </a:pPr>
            <a:r>
              <a:t>Haga clic para agregar contenido</a:t>
            </a:r>
          </a:p>
          <a:p>
            <a:pPr lvl="1">
              <a:buNone/>
            </a:pPr>
            <a:r>
              <a:t>Segundo nivel</a:t>
            </a:r>
          </a:p>
          <a:p>
            <a:pPr lvl="2">
              <a:buNone/>
            </a:pPr>
            <a:r>
              <a:t>Tercer nivel</a:t>
            </a:r>
          </a:p>
          <a:p>
            <a:pPr lvl="3">
              <a:buNone/>
            </a:pPr>
            <a:r>
              <a:t>Cuarto nivel</a:t>
            </a:r>
          </a:p>
          <a:p>
            <a:pPr lvl="4">
              <a:buNone/>
            </a:pPr>
            <a:r>
              <a:t>Quinto nivel</a:t>
            </a:r>
          </a:p>
        </p:txBody>
      </p:sp>
      <p:sp>
        <p:nvSpPr>
          <p:cNvPr id="6" name="Marcador de número de diapositiva 5">
            <a:extLst>
              <a:ext uri="{FF2B5EF4-FFF2-40B4-BE49-F238E27FC236}">
                <a16:creationId xmlns:a16="http://schemas.microsoft.com/office/drawing/2014/main" id="{A0FDD81F-9379-48E6-9B14-83486F920A39}"/>
              </a:ext>
            </a:extLst>
          </p:cNvPr>
          <p:cNvSpPr>
            <a:spLocks noGrp="1"/>
          </p:cNvSpPr>
          <p:nvPr>
            <p:ph type="sldNum" idx="12"/>
          </p:nvPr>
        </p:nvSpPr>
        <p:spPr>
          <a:xfrm>
            <a:off x="911352" y="6246622"/>
            <a:ext cx="2670048" cy="365125"/>
          </a:xfrm>
        </p:spPr>
        <p:txBody>
          <a:bodyPr/>
          <a:lstStyle>
            <a:lvl1pPr>
              <a:buNone/>
              <a:defRPr sz="1400">
                <a:latin typeface="+mj-lt"/>
                <a:ea typeface="+mj-lt"/>
                <a:cs typeface="+mj-lt"/>
              </a:defRPr>
            </a:lvl1pPr>
          </a:lstStyle>
          <a:p>
            <a:pPr>
              <a:buNone/>
            </a:pPr>
            <a:fld id="{B5CEABB6-07DC-46E8-9B57-56EC44A396E5}" type="slidenum">
              <a:t>‹Nº›</a:t>
            </a:fld>
            <a:endParaRPr/>
          </a:p>
        </p:txBody>
      </p:sp>
      <p:sp>
        <p:nvSpPr>
          <p:cNvPr id="5" name="Marcador de pie de página 4">
            <a:extLst>
              <a:ext uri="{FF2B5EF4-FFF2-40B4-BE49-F238E27FC236}">
                <a16:creationId xmlns:a16="http://schemas.microsoft.com/office/drawing/2014/main" id="{FD10B5D8-71E9-48DC-A04C-559359603CB0}"/>
              </a:ext>
            </a:extLst>
          </p:cNvPr>
          <p:cNvSpPr>
            <a:spLocks noGrp="1"/>
          </p:cNvSpPr>
          <p:nvPr>
            <p:ph type="ftr" idx="11"/>
          </p:nvPr>
        </p:nvSpPr>
        <p:spPr>
          <a:xfrm>
            <a:off x="3806194" y="6246622"/>
            <a:ext cx="2743200" cy="365125"/>
          </a:xfrm>
        </p:spPr>
        <p:txBody>
          <a:bodyPr/>
          <a:lstStyle>
            <a:lvl1pPr algn="r">
              <a:buNone/>
              <a:defRPr/>
            </a:lvl1pPr>
          </a:lstStyle>
          <a:p>
            <a:pPr>
              <a:buNone/>
            </a:pPr>
            <a:r>
              <a:t>Título de la presentación</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a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893064" y="72518"/>
            <a:ext cx="10405174" cy="1326514"/>
          </a:xfrm>
        </p:spPr>
        <p:txBody>
          <a:bodyPr anchor="b">
            <a:normAutofit/>
          </a:bodyPr>
          <a:lstStyle>
            <a:lvl1pPr>
              <a:buNone/>
              <a:defRPr sz="2800" baseline="0"/>
            </a:lvl1pPr>
          </a:lstStyle>
          <a:p>
            <a:pPr>
              <a:buNone/>
            </a:pPr>
            <a:r>
              <a:t>HAGA CLIC PARA AGREGAR UN TÍTULO</a:t>
            </a:r>
          </a:p>
        </p:txBody>
      </p:sp>
      <p:sp>
        <p:nvSpPr>
          <p:cNvPr id="11" name="Marcador de contenido 9">
            <a:extLst>
              <a:ext uri="{FF2B5EF4-FFF2-40B4-BE49-F238E27FC236}">
                <a16:creationId xmlns:a16="http://schemas.microsoft.com/office/drawing/2014/main" id="{13B79C6E-CF07-9F13-4C7C-A28E3488E3D0}"/>
              </a:ext>
            </a:extLst>
          </p:cNvPr>
          <p:cNvSpPr>
            <a:spLocks noGrp="1"/>
          </p:cNvSpPr>
          <p:nvPr>
            <p:ph idx="14" hasCustomPrompt="1"/>
          </p:nvPr>
        </p:nvSpPr>
        <p:spPr>
          <a:xfrm>
            <a:off x="911352" y="2043429"/>
            <a:ext cx="10405174" cy="3925467"/>
          </a:xfrm>
        </p:spPr>
        <p:txBody>
          <a:bodyPr>
            <a:normAutofit/>
          </a:bodyPr>
          <a:lstStyle>
            <a:lvl1pPr marL="228600" indent="-228600">
              <a:lnSpc>
                <a:spcPct val="100000"/>
              </a:lnSpc>
              <a:spcBef>
                <a:spcPts val="0"/>
              </a:spcBef>
              <a:spcAft>
                <a:spcPts val="1200"/>
              </a:spcAft>
              <a:buFont typeface="Arial"/>
              <a:buChar char="•"/>
              <a:defRPr sz="2000"/>
            </a:lvl1pPr>
            <a:lvl2pPr marL="685800" indent="-228600">
              <a:lnSpc>
                <a:spcPct val="100000"/>
              </a:lnSpc>
              <a:spcBef>
                <a:spcPts val="500"/>
              </a:spcBef>
              <a:spcAft>
                <a:spcPts val="600"/>
              </a:spcAft>
              <a:buNone/>
              <a:defRPr sz="2000"/>
            </a:lvl2pPr>
            <a:lvl3pPr marL="1143000" indent="-228600">
              <a:lnSpc>
                <a:spcPct val="100000"/>
              </a:lnSpc>
              <a:spcBef>
                <a:spcPts val="500"/>
              </a:spcBef>
              <a:spcAft>
                <a:spcPts val="600"/>
              </a:spcAft>
              <a:buNone/>
              <a:defRPr sz="2000"/>
            </a:lvl3pPr>
            <a:lvl4pPr marL="1600200" indent="-228600">
              <a:lnSpc>
                <a:spcPct val="100000"/>
              </a:lnSpc>
              <a:spcBef>
                <a:spcPts val="500"/>
              </a:spcBef>
              <a:spcAft>
                <a:spcPts val="600"/>
              </a:spcAft>
              <a:buNone/>
              <a:defRPr sz="2000"/>
            </a:lvl4pPr>
            <a:lvl5pPr marL="2057400" indent="-228600">
              <a:lnSpc>
                <a:spcPct val="100000"/>
              </a:lnSpc>
              <a:spcBef>
                <a:spcPts val="500"/>
              </a:spcBef>
              <a:spcAft>
                <a:spcPts val="600"/>
              </a:spcAft>
              <a:buNone/>
              <a:defRPr sz="2000"/>
            </a:lvl5pPr>
          </a:lstStyle>
          <a:p>
            <a:pPr lvl="0">
              <a:buNone/>
            </a:pPr>
            <a:r>
              <a:t>Haga clic para agregar contenido</a:t>
            </a:r>
          </a:p>
          <a:p>
            <a:pPr lvl="1">
              <a:buNone/>
            </a:pPr>
            <a:r>
              <a:t>Segundo nivel</a:t>
            </a:r>
          </a:p>
          <a:p>
            <a:pPr lvl="2">
              <a:buNone/>
            </a:pPr>
            <a:r>
              <a:t>Tercer nivel</a:t>
            </a:r>
          </a:p>
          <a:p>
            <a:pPr lvl="3">
              <a:buNone/>
            </a:pPr>
            <a:r>
              <a:t>Cuarto nivel</a:t>
            </a:r>
          </a:p>
          <a:p>
            <a:pPr lvl="4">
              <a:buNone/>
            </a:pPr>
            <a:r>
              <a:t>Quinto nivel</a:t>
            </a:r>
          </a:p>
        </p:txBody>
      </p:sp>
      <p:sp>
        <p:nvSpPr>
          <p:cNvPr id="6" name="Marcador de número de diapositiva 5">
            <a:extLst>
              <a:ext uri="{FF2B5EF4-FFF2-40B4-BE49-F238E27FC236}">
                <a16:creationId xmlns:a16="http://schemas.microsoft.com/office/drawing/2014/main" id="{A0FDD81F-9379-48E6-9B14-83486F920A39}"/>
              </a:ext>
            </a:extLst>
          </p:cNvPr>
          <p:cNvSpPr>
            <a:spLocks noGrp="1"/>
          </p:cNvSpPr>
          <p:nvPr>
            <p:ph type="sldNum" idx="12"/>
          </p:nvPr>
        </p:nvSpPr>
        <p:spPr>
          <a:xfrm>
            <a:off x="911352" y="6246622"/>
            <a:ext cx="2670048" cy="365125"/>
          </a:xfrm>
        </p:spPr>
        <p:txBody>
          <a:bodyPr/>
          <a:lstStyle>
            <a:lvl1pPr>
              <a:buNone/>
              <a:defRPr sz="1400">
                <a:latin typeface="+mj-lt"/>
                <a:ea typeface="+mj-lt"/>
                <a:cs typeface="+mj-lt"/>
              </a:defRPr>
            </a:lvl1pPr>
          </a:lstStyle>
          <a:p>
            <a:pPr>
              <a:buNone/>
            </a:pPr>
            <a:fld id="{B5CEABB6-07DC-46E8-9B57-56EC44A396E5}" type="slidenum">
              <a:t>‹Nº›</a:t>
            </a:fld>
            <a:endParaRPr/>
          </a:p>
        </p:txBody>
      </p:sp>
      <p:sp>
        <p:nvSpPr>
          <p:cNvPr id="5" name="Marcador de pie de página 4">
            <a:extLst>
              <a:ext uri="{FF2B5EF4-FFF2-40B4-BE49-F238E27FC236}">
                <a16:creationId xmlns:a16="http://schemas.microsoft.com/office/drawing/2014/main" id="{FD10B5D8-71E9-48DC-A04C-559359603CB0}"/>
              </a:ext>
            </a:extLst>
          </p:cNvPr>
          <p:cNvSpPr>
            <a:spLocks noGrp="1"/>
          </p:cNvSpPr>
          <p:nvPr>
            <p:ph type="ftr" idx="11"/>
          </p:nvPr>
        </p:nvSpPr>
        <p:spPr>
          <a:xfrm>
            <a:off x="3806194" y="6246622"/>
            <a:ext cx="2743200" cy="365125"/>
          </a:xfrm>
        </p:spPr>
        <p:txBody>
          <a:bodyPr/>
          <a:lstStyle>
            <a:lvl1pPr algn="r">
              <a:buNone/>
              <a:defRPr/>
            </a:lvl1pPr>
          </a:lstStyle>
          <a:p>
            <a:pPr>
              <a:buNone/>
            </a:pPr>
            <a:r>
              <a:t>Título de la presentación</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accent4">
            <a:lumMod val="40000"/>
            <a:lumOff val="60000"/>
          </a:schemeClr>
        </a:solidFill>
        <a:effectLst/>
      </p:bgPr>
    </p:bg>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292DA8EC-6081-49B3-8F26-3A120FA53AFC}"/>
              </a:ext>
            </a:extLst>
          </p:cNvPr>
          <p:cNvPicPr>
            <a:picLocks noChangeAspect="1"/>
          </p:cNvPicPr>
          <p:nvPr/>
        </p:nvPicPr>
        <p:blipFill rotWithShape="1">
          <a:blip>
            <a:extLst>
              <a:ext uri="{96DAC541-7B7A-43D3-8B79-37D633B846F1}">
                <asvg:svgBlip xmlns:asvg="http://schemas.microsoft.com/office/drawing/2016/SVG/main" r:embed="rId2"/>
              </a:ext>
            </a:extLst>
          </a:blip>
          <a:srcRect l="3433" t="-5525" r="24023" b="11733"/>
          <a:stretch/>
        </p:blipFill>
        <p:spPr>
          <a:xfrm>
            <a:off x="4478101" y="0"/>
            <a:ext cx="7713899" cy="6858000"/>
          </a:xfrm>
          <a:prstGeom prst="rect">
            <a:avLst/>
          </a:prstGeom>
        </p:spPr>
      </p:pic>
      <p:sp>
        <p:nvSpPr>
          <p:cNvPr id="2" name="Título 1">
            <a:extLst>
              <a:ext uri="{FF2B5EF4-FFF2-40B4-BE49-F238E27FC236}">
                <a16:creationId xmlns:a16="http://schemas.microsoft.com/office/drawing/2014/main" id="{A4AE12D1-08AF-45E9-A34A-BDE9E860BAA2}"/>
              </a:ext>
            </a:extLst>
          </p:cNvPr>
          <p:cNvSpPr>
            <a:spLocks noGrp="1"/>
          </p:cNvSpPr>
          <p:nvPr>
            <p:ph type="title" hasCustomPrompt="1"/>
          </p:nvPr>
        </p:nvSpPr>
        <p:spPr>
          <a:xfrm>
            <a:off x="911352" y="505016"/>
            <a:ext cx="5775656" cy="3284932"/>
          </a:xfrm>
        </p:spPr>
        <p:txBody>
          <a:bodyPr anchor="b">
            <a:normAutofit/>
          </a:bodyPr>
          <a:lstStyle>
            <a:lvl1pPr>
              <a:buNone/>
              <a:defRPr sz="4000" baseline="0"/>
            </a:lvl1pPr>
          </a:lstStyle>
          <a:p>
            <a:pPr>
              <a:buNone/>
            </a:pPr>
            <a:r>
              <a:t>Haga clic para agregar un título</a:t>
            </a:r>
          </a:p>
        </p:txBody>
      </p:sp>
      <p:sp>
        <p:nvSpPr>
          <p:cNvPr id="8" name="Marcador de texto 7">
            <a:extLst>
              <a:ext uri="{FF2B5EF4-FFF2-40B4-BE49-F238E27FC236}">
                <a16:creationId xmlns:a16="http://schemas.microsoft.com/office/drawing/2014/main" id="{1183D993-BA0D-4589-B631-1793D008E888}"/>
              </a:ext>
            </a:extLst>
          </p:cNvPr>
          <p:cNvSpPr>
            <a:spLocks noGrp="1"/>
          </p:cNvSpPr>
          <p:nvPr>
            <p:ph type="body" idx="13" hasCustomPrompt="1"/>
          </p:nvPr>
        </p:nvSpPr>
        <p:spPr>
          <a:xfrm>
            <a:off x="911353" y="4006024"/>
            <a:ext cx="5794248" cy="2346960"/>
          </a:xfrm>
        </p:spPr>
        <p:txBody>
          <a:bodyPr>
            <a:normAutofit/>
          </a:bodyPr>
          <a:lstStyle>
            <a:lvl1pPr marL="0" indent="0">
              <a:lnSpc>
                <a:spcPts val="2400"/>
              </a:lnSpc>
              <a:spcBef>
                <a:spcPts val="0"/>
              </a:spcBef>
              <a:spcAft>
                <a:spcPts val="1200"/>
              </a:spcAft>
              <a:buFont typeface="Arial"/>
              <a:buNone/>
              <a:defRPr sz="2000"/>
            </a:lvl1pPr>
            <a:lvl2pPr marL="800100" indent="-342900">
              <a:lnSpc>
                <a:spcPts val="2400"/>
              </a:lnSpc>
              <a:buFont typeface="Arial"/>
              <a:buChar char="•"/>
              <a:defRPr sz="2000"/>
            </a:lvl2pPr>
            <a:lvl3pPr marL="1257300" indent="-342900">
              <a:lnSpc>
                <a:spcPts val="2400"/>
              </a:lnSpc>
              <a:buFont typeface="Arial"/>
              <a:buChar char="•"/>
              <a:defRPr sz="2000"/>
            </a:lvl3pPr>
            <a:lvl4pPr marL="1714500" indent="-342900">
              <a:lnSpc>
                <a:spcPts val="2400"/>
              </a:lnSpc>
              <a:buFont typeface="Arial"/>
              <a:buChar char="•"/>
              <a:defRPr sz="2000"/>
            </a:lvl4pPr>
            <a:lvl5pPr marL="2171700" indent="-342900">
              <a:lnSpc>
                <a:spcPts val="2400"/>
              </a:lnSpc>
              <a:buFont typeface="Arial"/>
              <a:buChar char="•"/>
              <a:defRPr sz="2000"/>
            </a:lvl5pPr>
          </a:lstStyle>
          <a:p>
            <a:pPr lvl="0">
              <a:buNone/>
            </a:pPr>
            <a:r>
              <a:t>Haga clic para agregar texto</a:t>
            </a:r>
          </a:p>
          <a:p>
            <a:pPr lvl="1">
              <a:buNone/>
            </a:pPr>
            <a:r>
              <a:t>Segundo nivel</a:t>
            </a:r>
          </a:p>
          <a:p>
            <a:pPr lvl="2">
              <a:buNone/>
            </a:pPr>
            <a:r>
              <a:t>Tercer nivel </a:t>
            </a:r>
          </a:p>
          <a:p>
            <a:pPr lvl="3">
              <a:buNone/>
            </a:pPr>
            <a:r>
              <a:t>Cuarto nivel </a:t>
            </a:r>
          </a:p>
          <a:p>
            <a:pPr lvl="4">
              <a:buNone/>
            </a:pPr>
            <a:r>
              <a:t>Quinto nivel </a:t>
            </a:r>
          </a:p>
          <a:p>
            <a:pPr lvl="0">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3D039-0A18-4031-8A63-D83666B066F6}"/>
              </a:ext>
            </a:extLst>
          </p:cNvPr>
          <p:cNvSpPr>
            <a:spLocks noGrp="1"/>
          </p:cNvSpPr>
          <p:nvPr>
            <p:ph type="title" hasCustomPrompt="1"/>
          </p:nvPr>
        </p:nvSpPr>
        <p:spPr>
          <a:xfrm>
            <a:off x="831850" y="4672584"/>
            <a:ext cx="10515600" cy="1299411"/>
          </a:xfrm>
        </p:spPr>
        <p:txBody>
          <a:bodyPr anchor="b">
            <a:normAutofit/>
          </a:bodyPr>
          <a:lstStyle>
            <a:lvl1pPr>
              <a:buNone/>
              <a:defRPr sz="4000"/>
            </a:lvl1pPr>
          </a:lstStyle>
          <a:p>
            <a:pPr>
              <a:buNone/>
            </a:pPr>
            <a:r>
              <a:t>Haga clic para agregar un título</a:t>
            </a:r>
          </a:p>
        </p:txBody>
      </p:sp>
      <p:sp>
        <p:nvSpPr>
          <p:cNvPr id="12" name="Freeform: Shape 11">
            <a:extLst>
              <a:ext uri="{FF2B5EF4-FFF2-40B4-BE49-F238E27FC236}">
                <a16:creationId xmlns:a16="http://schemas.microsoft.com/office/drawing/2014/main" id="{696CB0C7-73C9-4B92-88CA-FE7D026ED481}"/>
              </a:ext>
            </a:extLst>
          </p:cNvPr>
          <p:cNvSpPr>
            <a:spLocks noGrp="1"/>
          </p:cNvSpPr>
          <p:nvPr/>
        </p:nvSpPr>
        <p:spPr>
          <a:xfrm>
            <a:off x="9865435" y="2327548"/>
            <a:ext cx="952261" cy="268535"/>
          </a:xfrm>
          <a:custGeom>
            <a:avLst/>
            <a:gdLst>
              <a:gd name="connsiteX0" fmla="*/ 952262 w 952261"/>
              <a:gd name="connsiteY0" fmla="*/ 268535 h 268535"/>
              <a:gd name="connsiteX1" fmla="*/ 475750 w 952261"/>
              <a:gd name="connsiteY1" fmla="*/ 116175 h 268535"/>
              <a:gd name="connsiteX2" fmla="*/ 162900 w 952261"/>
              <a:gd name="connsiteY2" fmla="*/ 21711 h 268535"/>
              <a:gd name="connsiteX3" fmla="*/ 159345 w 952261"/>
              <a:gd name="connsiteY3" fmla="*/ 16506 h 268535"/>
              <a:gd name="connsiteX4" fmla="*/ 0 w 952261"/>
              <a:gd name="connsiteY4" fmla="*/ 0 h 268535"/>
              <a:gd name="connsiteX5" fmla="*/ 133698 w 952261"/>
              <a:gd name="connsiteY5" fmla="*/ 38090 h 268535"/>
              <a:gd name="connsiteX6" fmla="*/ 133698 w 952261"/>
              <a:gd name="connsiteY6" fmla="*/ 38090 h 268535"/>
              <a:gd name="connsiteX7" fmla="*/ 134587 w 952261"/>
              <a:gd name="connsiteY7" fmla="*/ 38090 h 268535"/>
              <a:gd name="connsiteX8" fmla="*/ 135475 w 952261"/>
              <a:gd name="connsiteY8" fmla="*/ 38725 h 268535"/>
              <a:gd name="connsiteX9" fmla="*/ 135475 w 952261"/>
              <a:gd name="connsiteY9" fmla="*/ 38725 h 268535"/>
              <a:gd name="connsiteX10" fmla="*/ 135475 w 952261"/>
              <a:gd name="connsiteY10" fmla="*/ 38725 h 268535"/>
              <a:gd name="connsiteX11" fmla="*/ 135475 w 952261"/>
              <a:gd name="connsiteY11" fmla="*/ 39614 h 268535"/>
              <a:gd name="connsiteX12" fmla="*/ 135475 w 952261"/>
              <a:gd name="connsiteY12" fmla="*/ 40503 h 268535"/>
              <a:gd name="connsiteX13" fmla="*/ 135475 w 952261"/>
              <a:gd name="connsiteY13" fmla="*/ 41391 h 268535"/>
              <a:gd name="connsiteX14" fmla="*/ 135475 w 952261"/>
              <a:gd name="connsiteY14" fmla="*/ 42407 h 268535"/>
              <a:gd name="connsiteX15" fmla="*/ 135475 w 952261"/>
              <a:gd name="connsiteY15" fmla="*/ 42407 h 268535"/>
            </a:gdLst>
            <a:ahLst/>
            <a:cxnLst/>
            <a:rect l="l" t="t" r="r" b="b"/>
            <a:pathLst>
              <a:path w="952261" h="268535">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w="12690" cap="flat">
            <a:noFill/>
            <a:prstDash val="solid"/>
            <a:miter/>
          </a:ln>
        </p:spPr>
        <p:txBody>
          <a:bodyPr anchor="ctr"/>
          <a:lstStyle/>
          <a:p>
            <a:pPr>
              <a:buNone/>
            </a:pPr>
            <a:endParaRPr/>
          </a:p>
        </p:txBody>
      </p:sp>
      <p:sp>
        <p:nvSpPr>
          <p:cNvPr id="13" name="Freeform: Shape 12">
            <a:extLst>
              <a:ext uri="{FF2B5EF4-FFF2-40B4-BE49-F238E27FC236}">
                <a16:creationId xmlns:a16="http://schemas.microsoft.com/office/drawing/2014/main" id="{00EB8F1C-0D8E-4E0F-BD64-E9093BCEC615}"/>
              </a:ext>
            </a:extLst>
          </p:cNvPr>
          <p:cNvSpPr>
            <a:spLocks noGrp="1"/>
          </p:cNvSpPr>
          <p:nvPr/>
        </p:nvSpPr>
        <p:spPr>
          <a:xfrm>
            <a:off x="8614163" y="1807872"/>
            <a:ext cx="51549" cy="49897"/>
          </a:xfrm>
          <a:custGeom>
            <a:avLst/>
            <a:gdLst>
              <a:gd name="connsiteX0" fmla="*/ 48502 w 51549"/>
              <a:gd name="connsiteY0" fmla="*/ 9142 h 49897"/>
              <a:gd name="connsiteX1" fmla="*/ 48502 w 51549"/>
              <a:gd name="connsiteY1" fmla="*/ 9142 h 49897"/>
              <a:gd name="connsiteX2" fmla="*/ 49518 w 51549"/>
              <a:gd name="connsiteY2" fmla="*/ 9142 h 49897"/>
              <a:gd name="connsiteX3" fmla="*/ 50660 w 51549"/>
              <a:gd name="connsiteY3" fmla="*/ 9142 h 49897"/>
              <a:gd name="connsiteX4" fmla="*/ 51549 w 51549"/>
              <a:gd name="connsiteY4" fmla="*/ 9142 h 49897"/>
              <a:gd name="connsiteX5" fmla="*/ 51549 w 51549"/>
              <a:gd name="connsiteY5" fmla="*/ 635 h 49897"/>
              <a:gd name="connsiteX6" fmla="*/ 51549 w 51549"/>
              <a:gd name="connsiteY6" fmla="*/ 635 h 49897"/>
              <a:gd name="connsiteX7" fmla="*/ 49771 w 51549"/>
              <a:gd name="connsiteY7" fmla="*/ 635 h 49897"/>
              <a:gd name="connsiteX8" fmla="*/ 47613 w 51549"/>
              <a:gd name="connsiteY8" fmla="*/ 0 h 49897"/>
              <a:gd name="connsiteX9" fmla="*/ 0 w 51549"/>
              <a:gd name="connsiteY9" fmla="*/ 49898 h 49897"/>
            </a:gdLst>
            <a:ahLst/>
            <a:cxnLst/>
            <a:rect l="l" t="t" r="r" b="b"/>
            <a:pathLst>
              <a:path w="51549" h="49897">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w="12690" cap="flat">
            <a:noFill/>
            <a:prstDash val="solid"/>
            <a:miter/>
          </a:ln>
        </p:spPr>
        <p:txBody>
          <a:bodyPr anchor="ctr"/>
          <a:lstStyle/>
          <a:p>
            <a:pPr>
              <a:buNone/>
            </a:pPr>
            <a:endParaRPr/>
          </a:p>
        </p:txBody>
      </p:sp>
      <p:sp>
        <p:nvSpPr>
          <p:cNvPr id="14" name="Freeform: Shape 13">
            <a:extLst>
              <a:ext uri="{FF2B5EF4-FFF2-40B4-BE49-F238E27FC236}">
                <a16:creationId xmlns:a16="http://schemas.microsoft.com/office/drawing/2014/main" id="{594D8640-E626-45FA-B2CF-0222166C2F42}"/>
              </a:ext>
            </a:extLst>
          </p:cNvPr>
          <p:cNvSpPr>
            <a:spLocks noGrp="1"/>
          </p:cNvSpPr>
          <p:nvPr/>
        </p:nvSpPr>
        <p:spPr>
          <a:xfrm>
            <a:off x="6092192" y="292266"/>
            <a:ext cx="3458361" cy="1058651"/>
          </a:xfrm>
          <a:custGeom>
            <a:avLst/>
            <a:gdLst>
              <a:gd name="connsiteX0" fmla="*/ 3121388 w 3458361"/>
              <a:gd name="connsiteY0" fmla="*/ 956951 h 1058651"/>
              <a:gd name="connsiteX1" fmla="*/ 3121388 w 3458361"/>
              <a:gd name="connsiteY1" fmla="*/ 956951 h 1058651"/>
              <a:gd name="connsiteX2" fmla="*/ 3120245 w 3458361"/>
              <a:gd name="connsiteY2" fmla="*/ 956316 h 1058651"/>
              <a:gd name="connsiteX3" fmla="*/ 3119483 w 3458361"/>
              <a:gd name="connsiteY3" fmla="*/ 956316 h 1058651"/>
              <a:gd name="connsiteX4" fmla="*/ 3119483 w 3458361"/>
              <a:gd name="connsiteY4" fmla="*/ 955554 h 1058651"/>
              <a:gd name="connsiteX5" fmla="*/ 3119483 w 3458361"/>
              <a:gd name="connsiteY5" fmla="*/ 954792 h 1058651"/>
              <a:gd name="connsiteX6" fmla="*/ 3119483 w 3458361"/>
              <a:gd name="connsiteY6" fmla="*/ 953903 h 1058651"/>
              <a:gd name="connsiteX7" fmla="*/ 3119483 w 3458361"/>
              <a:gd name="connsiteY7" fmla="*/ 952888 h 1058651"/>
              <a:gd name="connsiteX8" fmla="*/ 3119483 w 3458361"/>
              <a:gd name="connsiteY8" fmla="*/ 952888 h 1058651"/>
              <a:gd name="connsiteX9" fmla="*/ 3119483 w 3458361"/>
              <a:gd name="connsiteY9" fmla="*/ 331384 h 1058651"/>
              <a:gd name="connsiteX10" fmla="*/ 3119483 w 3458361"/>
              <a:gd name="connsiteY10" fmla="*/ 331384 h 1058651"/>
              <a:gd name="connsiteX11" fmla="*/ 3119483 w 3458361"/>
              <a:gd name="connsiteY11" fmla="*/ 330495 h 1058651"/>
              <a:gd name="connsiteX12" fmla="*/ 3119483 w 3458361"/>
              <a:gd name="connsiteY12" fmla="*/ 330495 h 1058651"/>
              <a:gd name="connsiteX13" fmla="*/ 3119483 w 3458361"/>
              <a:gd name="connsiteY13" fmla="*/ 330495 h 1058651"/>
              <a:gd name="connsiteX14" fmla="*/ 3119483 w 3458361"/>
              <a:gd name="connsiteY14" fmla="*/ 330495 h 1058651"/>
              <a:gd name="connsiteX15" fmla="*/ 3119483 w 3458361"/>
              <a:gd name="connsiteY15" fmla="*/ 329733 h 1058651"/>
              <a:gd name="connsiteX16" fmla="*/ 3119483 w 3458361"/>
              <a:gd name="connsiteY16" fmla="*/ 329733 h 1058651"/>
              <a:gd name="connsiteX17" fmla="*/ 3238579 w 3458361"/>
              <a:gd name="connsiteY17" fmla="*/ 232604 h 1058651"/>
              <a:gd name="connsiteX18" fmla="*/ 2857675 w 3458361"/>
              <a:gd name="connsiteY18" fmla="*/ 117699 h 1058651"/>
              <a:gd name="connsiteX19" fmla="*/ 2857675 w 3458361"/>
              <a:gd name="connsiteY19" fmla="*/ 565638 h 1058651"/>
              <a:gd name="connsiteX20" fmla="*/ 2857675 w 3458361"/>
              <a:gd name="connsiteY20" fmla="*/ 565638 h 1058651"/>
              <a:gd name="connsiteX21" fmla="*/ 2857675 w 3458361"/>
              <a:gd name="connsiteY21" fmla="*/ 566781 h 1058651"/>
              <a:gd name="connsiteX22" fmla="*/ 2857675 w 3458361"/>
              <a:gd name="connsiteY22" fmla="*/ 567543 h 1058651"/>
              <a:gd name="connsiteX23" fmla="*/ 2857675 w 3458361"/>
              <a:gd name="connsiteY23" fmla="*/ 567543 h 1058651"/>
              <a:gd name="connsiteX24" fmla="*/ 2856913 w 3458361"/>
              <a:gd name="connsiteY24" fmla="*/ 568432 h 1058651"/>
              <a:gd name="connsiteX25" fmla="*/ 2856913 w 3458361"/>
              <a:gd name="connsiteY25" fmla="*/ 568432 h 1058651"/>
              <a:gd name="connsiteX26" fmla="*/ 2602976 w 3458361"/>
              <a:gd name="connsiteY26" fmla="*/ 774753 h 1058651"/>
              <a:gd name="connsiteX27" fmla="*/ 2602976 w 3458361"/>
              <a:gd name="connsiteY27" fmla="*/ 774753 h 1058651"/>
              <a:gd name="connsiteX28" fmla="*/ 2602976 w 3458361"/>
              <a:gd name="connsiteY28" fmla="*/ 774753 h 1058651"/>
              <a:gd name="connsiteX29" fmla="*/ 2600056 w 3458361"/>
              <a:gd name="connsiteY29" fmla="*/ 775642 h 1058651"/>
              <a:gd name="connsiteX30" fmla="*/ 2598406 w 3458361"/>
              <a:gd name="connsiteY30" fmla="*/ 775642 h 1058651"/>
              <a:gd name="connsiteX31" fmla="*/ 28060 w 3458361"/>
              <a:gd name="connsiteY31" fmla="*/ 0 h 1058651"/>
              <a:gd name="connsiteX32" fmla="*/ 28060 w 3458361"/>
              <a:gd name="connsiteY32" fmla="*/ 0 h 1058651"/>
              <a:gd name="connsiteX33" fmla="*/ 28949 w 3458361"/>
              <a:gd name="connsiteY33" fmla="*/ 0 h 1058651"/>
              <a:gd name="connsiteX34" fmla="*/ 28949 w 3458361"/>
              <a:gd name="connsiteY34" fmla="*/ 0 h 1058651"/>
              <a:gd name="connsiteX35" fmla="*/ 28949 w 3458361"/>
              <a:gd name="connsiteY35" fmla="*/ 0 h 1058651"/>
              <a:gd name="connsiteX36" fmla="*/ 28949 w 3458361"/>
              <a:gd name="connsiteY36" fmla="*/ 0 h 1058651"/>
              <a:gd name="connsiteX37" fmla="*/ 28949 w 3458361"/>
              <a:gd name="connsiteY37" fmla="*/ 762 h 1058651"/>
              <a:gd name="connsiteX38" fmla="*/ 28949 w 3458361"/>
              <a:gd name="connsiteY38" fmla="*/ 762 h 1058651"/>
              <a:gd name="connsiteX39" fmla="*/ 28949 w 3458361"/>
              <a:gd name="connsiteY39" fmla="*/ 1524 h 1058651"/>
              <a:gd name="connsiteX40" fmla="*/ 28949 w 3458361"/>
              <a:gd name="connsiteY40" fmla="*/ 2412 h 1058651"/>
              <a:gd name="connsiteX41" fmla="*/ 28949 w 3458361"/>
              <a:gd name="connsiteY41" fmla="*/ 2412 h 1058651"/>
              <a:gd name="connsiteX42" fmla="*/ 28949 w 3458361"/>
              <a:gd name="connsiteY42" fmla="*/ 623408 h 1058651"/>
              <a:gd name="connsiteX43" fmla="*/ 28949 w 3458361"/>
              <a:gd name="connsiteY43" fmla="*/ 623408 h 1058651"/>
              <a:gd name="connsiteX44" fmla="*/ 28949 w 3458361"/>
              <a:gd name="connsiteY44" fmla="*/ 624424 h 1058651"/>
              <a:gd name="connsiteX45" fmla="*/ 28949 w 3458361"/>
              <a:gd name="connsiteY45" fmla="*/ 625186 h 1058651"/>
              <a:gd name="connsiteX46" fmla="*/ 28314 w 3458361"/>
              <a:gd name="connsiteY46" fmla="*/ 625948 h 1058651"/>
              <a:gd name="connsiteX47" fmla="*/ 27679 w 3458361"/>
              <a:gd name="connsiteY47" fmla="*/ 626836 h 1058651"/>
              <a:gd name="connsiteX48" fmla="*/ 27679 w 3458361"/>
              <a:gd name="connsiteY48" fmla="*/ 626836 h 1058651"/>
              <a:gd name="connsiteX49" fmla="*/ 0 w 3458361"/>
              <a:gd name="connsiteY49" fmla="*/ 649563 h 1058651"/>
              <a:gd name="connsiteX50" fmla="*/ 955309 w 3458361"/>
              <a:gd name="connsiteY50" fmla="*/ 747582 h 1058651"/>
              <a:gd name="connsiteX51" fmla="*/ 955309 w 3458361"/>
              <a:gd name="connsiteY51" fmla="*/ 634073 h 1058651"/>
              <a:gd name="connsiteX52" fmla="*/ 955309 w 3458361"/>
              <a:gd name="connsiteY52" fmla="*/ 633439 h 1058651"/>
              <a:gd name="connsiteX53" fmla="*/ 955309 w 3458361"/>
              <a:gd name="connsiteY53" fmla="*/ 632677 h 1058651"/>
              <a:gd name="connsiteX54" fmla="*/ 955309 w 3458361"/>
              <a:gd name="connsiteY54" fmla="*/ 632677 h 1058651"/>
              <a:gd name="connsiteX55" fmla="*/ 955309 w 3458361"/>
              <a:gd name="connsiteY55" fmla="*/ 632677 h 1058651"/>
              <a:gd name="connsiteX56" fmla="*/ 955309 w 3458361"/>
              <a:gd name="connsiteY56" fmla="*/ 631788 h 1058651"/>
              <a:gd name="connsiteX57" fmla="*/ 955309 w 3458361"/>
              <a:gd name="connsiteY57" fmla="*/ 631153 h 1058651"/>
              <a:gd name="connsiteX58" fmla="*/ 955309 w 3458361"/>
              <a:gd name="connsiteY58" fmla="*/ 631153 h 1058651"/>
              <a:gd name="connsiteX59" fmla="*/ 1167473 w 3458361"/>
              <a:gd name="connsiteY59" fmla="*/ 412389 h 1058651"/>
              <a:gd name="connsiteX60" fmla="*/ 1167473 w 3458361"/>
              <a:gd name="connsiteY60" fmla="*/ 412389 h 1058651"/>
              <a:gd name="connsiteX61" fmla="*/ 1167473 w 3458361"/>
              <a:gd name="connsiteY61" fmla="*/ 412389 h 1058651"/>
              <a:gd name="connsiteX62" fmla="*/ 1168362 w 3458361"/>
              <a:gd name="connsiteY62" fmla="*/ 412389 h 1058651"/>
              <a:gd name="connsiteX63" fmla="*/ 1169251 w 3458361"/>
              <a:gd name="connsiteY63" fmla="*/ 412389 h 1058651"/>
              <a:gd name="connsiteX64" fmla="*/ 1170266 w 3458361"/>
              <a:gd name="connsiteY64" fmla="*/ 412389 h 1058651"/>
              <a:gd name="connsiteX65" fmla="*/ 1176107 w 3458361"/>
              <a:gd name="connsiteY65" fmla="*/ 412389 h 1058651"/>
              <a:gd name="connsiteX66" fmla="*/ 1758637 w 3458361"/>
              <a:gd name="connsiteY66" fmla="*/ 545070 h 1058651"/>
              <a:gd name="connsiteX67" fmla="*/ 1758637 w 3458361"/>
              <a:gd name="connsiteY67" fmla="*/ 545070 h 1058651"/>
              <a:gd name="connsiteX68" fmla="*/ 1758637 w 3458361"/>
              <a:gd name="connsiteY68" fmla="*/ 545070 h 1058651"/>
              <a:gd name="connsiteX69" fmla="*/ 1758637 w 3458361"/>
              <a:gd name="connsiteY69" fmla="*/ 545070 h 1058651"/>
              <a:gd name="connsiteX70" fmla="*/ 1759399 w 3458361"/>
              <a:gd name="connsiteY70" fmla="*/ 545070 h 1058651"/>
              <a:gd name="connsiteX71" fmla="*/ 1759399 w 3458361"/>
              <a:gd name="connsiteY71" fmla="*/ 545070 h 1058651"/>
              <a:gd name="connsiteX72" fmla="*/ 1759399 w 3458361"/>
              <a:gd name="connsiteY72" fmla="*/ 545070 h 1058651"/>
              <a:gd name="connsiteX73" fmla="*/ 1759399 w 3458361"/>
              <a:gd name="connsiteY73" fmla="*/ 545070 h 1058651"/>
              <a:gd name="connsiteX74" fmla="*/ 1759399 w 3458361"/>
              <a:gd name="connsiteY74" fmla="*/ 545070 h 1058651"/>
              <a:gd name="connsiteX75" fmla="*/ 1759399 w 3458361"/>
              <a:gd name="connsiteY75" fmla="*/ 545704 h 1058651"/>
              <a:gd name="connsiteX76" fmla="*/ 1759399 w 3458361"/>
              <a:gd name="connsiteY76" fmla="*/ 546466 h 1058651"/>
              <a:gd name="connsiteX77" fmla="*/ 1759399 w 3458361"/>
              <a:gd name="connsiteY77" fmla="*/ 753550 h 1058651"/>
              <a:gd name="connsiteX78" fmla="*/ 1759399 w 3458361"/>
              <a:gd name="connsiteY78" fmla="*/ 753550 h 1058651"/>
              <a:gd name="connsiteX79" fmla="*/ 1759399 w 3458361"/>
              <a:gd name="connsiteY79" fmla="*/ 754692 h 1058651"/>
              <a:gd name="connsiteX80" fmla="*/ 1759399 w 3458361"/>
              <a:gd name="connsiteY80" fmla="*/ 755454 h 1058651"/>
              <a:gd name="connsiteX81" fmla="*/ 1759399 w 3458361"/>
              <a:gd name="connsiteY81" fmla="*/ 756089 h 1058651"/>
              <a:gd name="connsiteX82" fmla="*/ 1758765 w 3458361"/>
              <a:gd name="connsiteY82" fmla="*/ 756978 h 1058651"/>
              <a:gd name="connsiteX83" fmla="*/ 1758765 w 3458361"/>
              <a:gd name="connsiteY83" fmla="*/ 756978 h 1058651"/>
              <a:gd name="connsiteX84" fmla="*/ 1722070 w 3458361"/>
              <a:gd name="connsiteY84" fmla="*/ 792528 h 1058651"/>
              <a:gd name="connsiteX85" fmla="*/ 1722070 w 3458361"/>
              <a:gd name="connsiteY85" fmla="*/ 792528 h 1058651"/>
              <a:gd name="connsiteX86" fmla="*/ 1683345 w 3458361"/>
              <a:gd name="connsiteY86" fmla="*/ 823889 h 1058651"/>
              <a:gd name="connsiteX87" fmla="*/ 2973724 w 3458361"/>
              <a:gd name="connsiteY87" fmla="*/ 956189 h 1058651"/>
              <a:gd name="connsiteX88" fmla="*/ 2974866 w 3458361"/>
              <a:gd name="connsiteY88" fmla="*/ 956189 h 1058651"/>
              <a:gd name="connsiteX89" fmla="*/ 3057904 w 3458361"/>
              <a:gd name="connsiteY89" fmla="*/ 981582 h 1058651"/>
              <a:gd name="connsiteX90" fmla="*/ 3458361 w 3458361"/>
              <a:gd name="connsiteY90" fmla="*/ 1058651 h 1058651"/>
            </a:gdLst>
            <a:ahLst/>
            <a:cxnLst/>
            <a:rect l="l" t="t" r="r" b="b"/>
            <a:pathLst>
              <a:path w="3458361" h="105865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w="12690" cap="flat">
            <a:noFill/>
            <a:prstDash val="solid"/>
            <a:miter/>
          </a:ln>
        </p:spPr>
        <p:txBody>
          <a:bodyPr anchor="ctr"/>
          <a:lstStyle/>
          <a:p>
            <a:pPr>
              <a:buNone/>
            </a:pPr>
            <a:endParaRPr/>
          </a:p>
        </p:txBody>
      </p:sp>
      <p:sp>
        <p:nvSpPr>
          <p:cNvPr id="16" name="Freeform: Shape 15">
            <a:extLst>
              <a:ext uri="{FF2B5EF4-FFF2-40B4-BE49-F238E27FC236}">
                <a16:creationId xmlns:a16="http://schemas.microsoft.com/office/drawing/2014/main" id="{5873C672-C0CC-4550-A694-CEB71DC6BEA7}"/>
              </a:ext>
            </a:extLst>
          </p:cNvPr>
          <p:cNvSpPr>
            <a:spLocks noGrp="1"/>
          </p:cNvSpPr>
          <p:nvPr/>
        </p:nvSpPr>
        <p:spPr>
          <a:xfrm>
            <a:off x="4278070" y="29318"/>
            <a:ext cx="1022221" cy="308021"/>
          </a:xfrm>
          <a:custGeom>
            <a:avLst/>
            <a:gdLst>
              <a:gd name="connsiteX0" fmla="*/ 2540 w 1022221"/>
              <a:gd name="connsiteY0" fmla="*/ 0 h 308021"/>
              <a:gd name="connsiteX1" fmla="*/ 0 w 1022221"/>
              <a:gd name="connsiteY1" fmla="*/ 3682 h 308021"/>
              <a:gd name="connsiteX2" fmla="*/ 0 w 1022221"/>
              <a:gd name="connsiteY2" fmla="*/ 3682 h 308021"/>
              <a:gd name="connsiteX3" fmla="*/ 889 w 1022221"/>
              <a:gd name="connsiteY3" fmla="*/ 3682 h 308021"/>
              <a:gd name="connsiteX4" fmla="*/ 889 w 1022221"/>
              <a:gd name="connsiteY4" fmla="*/ 3682 h 308021"/>
              <a:gd name="connsiteX5" fmla="*/ 889 w 1022221"/>
              <a:gd name="connsiteY5" fmla="*/ 4317 h 308021"/>
              <a:gd name="connsiteX6" fmla="*/ 1524 w 1022221"/>
              <a:gd name="connsiteY6" fmla="*/ 5206 h 308021"/>
              <a:gd name="connsiteX7" fmla="*/ 1524 w 1022221"/>
              <a:gd name="connsiteY7" fmla="*/ 6221 h 308021"/>
              <a:gd name="connsiteX8" fmla="*/ 1524 w 1022221"/>
              <a:gd name="connsiteY8" fmla="*/ 6983 h 308021"/>
              <a:gd name="connsiteX9" fmla="*/ 1524 w 1022221"/>
              <a:gd name="connsiteY9" fmla="*/ 8507 h 308021"/>
              <a:gd name="connsiteX10" fmla="*/ 1022222 w 1022221"/>
              <a:gd name="connsiteY10" fmla="*/ 308022 h 308021"/>
            </a:gdLst>
            <a:ahLst/>
            <a:cxnLst/>
            <a:rect l="l" t="t" r="r" b="b"/>
            <a:pathLst>
              <a:path w="1022221" h="3080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w="12690" cap="flat">
            <a:noFill/>
            <a:prstDash val="solid"/>
            <a:miter/>
          </a:ln>
        </p:spPr>
        <p:txBody>
          <a:bodyPr anchor="ctr"/>
          <a:lstStyle/>
          <a:p>
            <a:pPr>
              <a:buNone/>
            </a:pPr>
            <a:endParaRPr/>
          </a:p>
        </p:txBody>
      </p:sp>
      <p:sp>
        <p:nvSpPr>
          <p:cNvPr id="776" name="Freeform 775">
            <a:extLst>
              <a:ext uri="{FF2B5EF4-FFF2-40B4-BE49-F238E27FC236}">
                <a16:creationId xmlns:a16="http://schemas.microsoft.com/office/drawing/2014/main" id="{8AE234EC-24BB-C203-13CC-0DE3E8682DFF}"/>
              </a:ext>
            </a:extLst>
          </p:cNvPr>
          <p:cNvSpPr>
            <a:spLocks noGrp="1"/>
          </p:cNvSpPr>
          <p:nvPr/>
        </p:nvSpPr>
        <p:spPr>
          <a:xfrm>
            <a:off x="10809444" y="-12696"/>
            <a:ext cx="1265873" cy="505824"/>
          </a:xfrm>
          <a:custGeom>
            <a:avLst/>
            <a:gdLst>
              <a:gd name="connsiteX0" fmla="*/ 0 w 1265873"/>
              <a:gd name="connsiteY0" fmla="*/ 0 h 505824"/>
              <a:gd name="connsiteX1" fmla="*/ 945372 w 1265873"/>
              <a:gd name="connsiteY1" fmla="*/ 0 h 505824"/>
              <a:gd name="connsiteX2" fmla="*/ 1265873 w 1265873"/>
              <a:gd name="connsiteY2" fmla="*/ 102450 h 505824"/>
              <a:gd name="connsiteX3" fmla="*/ 1265873 w 1265873"/>
              <a:gd name="connsiteY3" fmla="*/ 505824 h 505824"/>
              <a:gd name="connsiteX4" fmla="*/ 0 w 1265873"/>
              <a:gd name="connsiteY4" fmla="*/ 101688 h 505824"/>
            </a:gdLst>
            <a:ahLst/>
            <a:cxnLst/>
            <a:rect l="l" t="t" r="r" b="b"/>
            <a:pathLst>
              <a:path w="1265873" h="505824">
                <a:moveTo>
                  <a:pt x="0" y="0"/>
                </a:moveTo>
                <a:lnTo>
                  <a:pt x="945372" y="0"/>
                </a:lnTo>
                <a:lnTo>
                  <a:pt x="1265873" y="102450"/>
                </a:lnTo>
                <a:lnTo>
                  <a:pt x="1265873" y="505824"/>
                </a:lnTo>
                <a:lnTo>
                  <a:pt x="0" y="101688"/>
                </a:lnTo>
                <a:close/>
              </a:path>
            </a:pathLst>
          </a:custGeom>
          <a:solidFill>
            <a:schemeClr val="accent4"/>
          </a:solidFill>
          <a:ln w="12690" cap="flat">
            <a:noFill/>
            <a:prstDash val="solid"/>
            <a:miter/>
          </a:ln>
        </p:spPr>
        <p:txBody>
          <a:bodyPr wrap="square" anchor="ctr">
            <a:noAutofit/>
          </a:bodyPr>
          <a:lstStyle/>
          <a:p>
            <a:pPr>
              <a:buNone/>
            </a:pPr>
            <a:endParaRPr/>
          </a:p>
        </p:txBody>
      </p:sp>
      <p:sp>
        <p:nvSpPr>
          <p:cNvPr id="40" name="Freeform: Shape 39">
            <a:extLst>
              <a:ext uri="{FF2B5EF4-FFF2-40B4-BE49-F238E27FC236}">
                <a16:creationId xmlns:a16="http://schemas.microsoft.com/office/drawing/2014/main" id="{F11A9D8D-D79C-4384-9337-0BC9CD9F4958}"/>
              </a:ext>
            </a:extLst>
          </p:cNvPr>
          <p:cNvSpPr>
            <a:spLocks noGrp="1"/>
          </p:cNvSpPr>
          <p:nvPr/>
        </p:nvSpPr>
        <p:spPr>
          <a:xfrm>
            <a:off x="12086110" y="93055"/>
            <a:ext cx="105510" cy="435370"/>
          </a:xfrm>
          <a:custGeom>
            <a:avLst/>
            <a:gdLst>
              <a:gd name="connsiteX0" fmla="*/ 0 w 105510"/>
              <a:gd name="connsiteY0" fmla="*/ 403501 h 435370"/>
              <a:gd name="connsiteX1" fmla="*/ 105511 w 105510"/>
              <a:gd name="connsiteY1" fmla="*/ 435370 h 435370"/>
              <a:gd name="connsiteX2" fmla="*/ 105511 w 105510"/>
              <a:gd name="connsiteY2" fmla="*/ 31869 h 435370"/>
              <a:gd name="connsiteX3" fmla="*/ 0 w 105510"/>
              <a:gd name="connsiteY3" fmla="*/ 0 h 435370"/>
              <a:gd name="connsiteX4" fmla="*/ 0 w 105510"/>
              <a:gd name="connsiteY4" fmla="*/ 403501 h 435370"/>
            </a:gdLst>
            <a:ahLst/>
            <a:cxnLst/>
            <a:rect l="l" t="t" r="r" b="b"/>
            <a:pathLst>
              <a:path w="105510" h="435370">
                <a:moveTo>
                  <a:pt x="0" y="403501"/>
                </a:moveTo>
                <a:lnTo>
                  <a:pt x="105511" y="435370"/>
                </a:lnTo>
                <a:lnTo>
                  <a:pt x="105511" y="31869"/>
                </a:lnTo>
                <a:lnTo>
                  <a:pt x="0" y="0"/>
                </a:lnTo>
                <a:lnTo>
                  <a:pt x="0" y="403501"/>
                </a:lnTo>
                <a:close/>
              </a:path>
            </a:pathLst>
          </a:custGeom>
          <a:solidFill>
            <a:schemeClr val="accent1">
              <a:lumMod val="75000"/>
            </a:schemeClr>
          </a:solidFill>
          <a:ln w="12690" cap="flat">
            <a:noFill/>
            <a:prstDash val="solid"/>
            <a:miter/>
          </a:ln>
        </p:spPr>
        <p:txBody>
          <a:bodyPr anchor="ctr"/>
          <a:lstStyle/>
          <a:p>
            <a:pPr>
              <a:buNone/>
            </a:pPr>
            <a:endParaRPr/>
          </a:p>
        </p:txBody>
      </p:sp>
      <p:sp>
        <p:nvSpPr>
          <p:cNvPr id="42" name="Freeform: Shape 41">
            <a:extLst>
              <a:ext uri="{FF2B5EF4-FFF2-40B4-BE49-F238E27FC236}">
                <a16:creationId xmlns:a16="http://schemas.microsoft.com/office/drawing/2014/main" id="{1D035A0E-C739-44A5-A218-106270665C55}"/>
              </a:ext>
            </a:extLst>
          </p:cNvPr>
          <p:cNvSpPr>
            <a:spLocks noGrp="1"/>
          </p:cNvSpPr>
          <p:nvPr/>
        </p:nvSpPr>
        <p:spPr>
          <a:xfrm>
            <a:off x="12091315" y="2655"/>
            <a:ext cx="100305" cy="111985"/>
          </a:xfrm>
          <a:custGeom>
            <a:avLst/>
            <a:gdLst>
              <a:gd name="connsiteX0" fmla="*/ 100305 w 100305"/>
              <a:gd name="connsiteY0" fmla="*/ 111985 h 111985"/>
              <a:gd name="connsiteX1" fmla="*/ 100305 w 100305"/>
              <a:gd name="connsiteY1" fmla="*/ 0 h 111985"/>
              <a:gd name="connsiteX2" fmla="*/ 0 w 100305"/>
              <a:gd name="connsiteY2" fmla="*/ 81640 h 111985"/>
              <a:gd name="connsiteX3" fmla="*/ 100305 w 100305"/>
              <a:gd name="connsiteY3" fmla="*/ 111985 h 111985"/>
            </a:gdLst>
            <a:ahLst/>
            <a:cxnLst/>
            <a:rect l="l" t="t" r="r" b="b"/>
            <a:pathLst>
              <a:path w="100305" h="111985">
                <a:moveTo>
                  <a:pt x="100305" y="111985"/>
                </a:moveTo>
                <a:lnTo>
                  <a:pt x="100305" y="0"/>
                </a:lnTo>
                <a:lnTo>
                  <a:pt x="0" y="81640"/>
                </a:lnTo>
                <a:lnTo>
                  <a:pt x="100305" y="111985"/>
                </a:lnTo>
                <a:close/>
              </a:path>
            </a:pathLst>
          </a:custGeom>
          <a:solidFill>
            <a:srgbClr val="F9AA19"/>
          </a:solidFill>
          <a:ln w="12690" cap="flat">
            <a:noFill/>
            <a:prstDash val="solid"/>
            <a:miter/>
          </a:ln>
        </p:spPr>
        <p:txBody>
          <a:bodyPr anchor="ctr"/>
          <a:lstStyle/>
          <a:p>
            <a:pPr>
              <a:buNone/>
            </a:pPr>
            <a:endParaRPr/>
          </a:p>
        </p:txBody>
      </p:sp>
      <p:sp>
        <p:nvSpPr>
          <p:cNvPr id="54" name="Freeform: Shape 53">
            <a:extLst>
              <a:ext uri="{FF2B5EF4-FFF2-40B4-BE49-F238E27FC236}">
                <a16:creationId xmlns:a16="http://schemas.microsoft.com/office/drawing/2014/main" id="{8D5399D4-A249-41F9-A76B-A2B3871FD809}"/>
              </a:ext>
            </a:extLst>
          </p:cNvPr>
          <p:cNvSpPr>
            <a:spLocks noGrp="1"/>
          </p:cNvSpPr>
          <p:nvPr/>
        </p:nvSpPr>
        <p:spPr>
          <a:xfrm>
            <a:off x="9859975" y="328071"/>
            <a:ext cx="1740226" cy="683844"/>
          </a:xfrm>
          <a:custGeom>
            <a:avLst/>
            <a:gdLst>
              <a:gd name="connsiteX0" fmla="*/ 1032886 w 1740226"/>
              <a:gd name="connsiteY0" fmla="*/ 514217 h 683844"/>
              <a:gd name="connsiteX1" fmla="*/ 1450739 w 1740226"/>
              <a:gd name="connsiteY1" fmla="*/ 641184 h 683844"/>
              <a:gd name="connsiteX2" fmla="*/ 1450739 w 1740226"/>
              <a:gd name="connsiteY2" fmla="*/ 641184 h 683844"/>
              <a:gd name="connsiteX3" fmla="*/ 1451501 w 1740226"/>
              <a:gd name="connsiteY3" fmla="*/ 641184 h 683844"/>
              <a:gd name="connsiteX4" fmla="*/ 1452263 w 1740226"/>
              <a:gd name="connsiteY4" fmla="*/ 641184 h 683844"/>
              <a:gd name="connsiteX5" fmla="*/ 1452263 w 1740226"/>
              <a:gd name="connsiteY5" fmla="*/ 641184 h 683844"/>
              <a:gd name="connsiteX6" fmla="*/ 1452263 w 1740226"/>
              <a:gd name="connsiteY6" fmla="*/ 641184 h 683844"/>
              <a:gd name="connsiteX7" fmla="*/ 1452263 w 1740226"/>
              <a:gd name="connsiteY7" fmla="*/ 641945 h 683844"/>
              <a:gd name="connsiteX8" fmla="*/ 1452263 w 1740226"/>
              <a:gd name="connsiteY8" fmla="*/ 641945 h 683844"/>
              <a:gd name="connsiteX9" fmla="*/ 1452263 w 1740226"/>
              <a:gd name="connsiteY9" fmla="*/ 642707 h 683844"/>
              <a:gd name="connsiteX10" fmla="*/ 1452263 w 1740226"/>
              <a:gd name="connsiteY10" fmla="*/ 643469 h 683844"/>
              <a:gd name="connsiteX11" fmla="*/ 1452263 w 1740226"/>
              <a:gd name="connsiteY11" fmla="*/ 683845 h 683844"/>
              <a:gd name="connsiteX12" fmla="*/ 1740227 w 1740226"/>
              <a:gd name="connsiteY12" fmla="*/ 449717 h 683844"/>
              <a:gd name="connsiteX13" fmla="*/ 248350 w 1740226"/>
              <a:gd name="connsiteY13" fmla="*/ 0 h 683844"/>
              <a:gd name="connsiteX14" fmla="*/ 206196 w 1740226"/>
              <a:gd name="connsiteY14" fmla="*/ 34281 h 683844"/>
              <a:gd name="connsiteX15" fmla="*/ 0 w 1740226"/>
              <a:gd name="connsiteY15" fmla="*/ 202004 h 683844"/>
            </a:gdLst>
            <a:ahLst/>
            <a:cxnLst/>
            <a:rect l="l" t="t" r="r" b="b"/>
            <a:pathLst>
              <a:path w="1740226" h="683844">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chemeClr val="tx2">
              <a:lumMod val="10000"/>
              <a:lumOff val="90000"/>
            </a:schemeClr>
          </a:solidFill>
          <a:ln w="12690" cap="flat">
            <a:noFill/>
            <a:prstDash val="solid"/>
            <a:miter/>
          </a:ln>
        </p:spPr>
        <p:txBody>
          <a:bodyPr anchor="ctr"/>
          <a:lstStyle/>
          <a:p>
            <a:pPr>
              <a:buNone/>
            </a:pPr>
            <a:endParaRPr/>
          </a:p>
        </p:txBody>
      </p:sp>
      <p:sp>
        <p:nvSpPr>
          <p:cNvPr id="55" name="Freeform: Shape 54">
            <a:extLst>
              <a:ext uri="{FF2B5EF4-FFF2-40B4-BE49-F238E27FC236}">
                <a16:creationId xmlns:a16="http://schemas.microsoft.com/office/drawing/2014/main" id="{95709E6D-E0D2-4AC0-AAE0-11017863EA92}"/>
              </a:ext>
            </a:extLst>
          </p:cNvPr>
          <p:cNvSpPr>
            <a:spLocks noGrp="1"/>
          </p:cNvSpPr>
          <p:nvPr/>
        </p:nvSpPr>
        <p:spPr>
          <a:xfrm>
            <a:off x="11314396" y="782994"/>
            <a:ext cx="496826" cy="353730"/>
          </a:xfrm>
          <a:custGeom>
            <a:avLst/>
            <a:gdLst>
              <a:gd name="connsiteX0" fmla="*/ 0 w 496826"/>
              <a:gd name="connsiteY0" fmla="*/ 312466 h 353730"/>
              <a:gd name="connsiteX1" fmla="*/ 135476 w 496826"/>
              <a:gd name="connsiteY1" fmla="*/ 353730 h 353730"/>
              <a:gd name="connsiteX2" fmla="*/ 496827 w 496826"/>
              <a:gd name="connsiteY2" fmla="*/ 59674 h 353730"/>
              <a:gd name="connsiteX3" fmla="*/ 299773 w 496826"/>
              <a:gd name="connsiteY3" fmla="*/ 0 h 353730"/>
              <a:gd name="connsiteX4" fmla="*/ 0 w 496826"/>
              <a:gd name="connsiteY4" fmla="*/ 243777 h 353730"/>
              <a:gd name="connsiteX5" fmla="*/ 0 w 496826"/>
              <a:gd name="connsiteY5" fmla="*/ 312466 h 353730"/>
            </a:gdLst>
            <a:ahLst/>
            <a:cxnLst/>
            <a:rect l="l" t="t" r="r" b="b"/>
            <a:pathLst>
              <a:path w="496826" h="353730">
                <a:moveTo>
                  <a:pt x="0" y="312466"/>
                </a:moveTo>
                <a:lnTo>
                  <a:pt x="135476" y="353730"/>
                </a:lnTo>
                <a:lnTo>
                  <a:pt x="496827" y="59674"/>
                </a:lnTo>
                <a:lnTo>
                  <a:pt x="299773" y="0"/>
                </a:lnTo>
                <a:lnTo>
                  <a:pt x="0" y="243777"/>
                </a:lnTo>
                <a:lnTo>
                  <a:pt x="0" y="312466"/>
                </a:lnTo>
                <a:close/>
              </a:path>
            </a:pathLst>
          </a:custGeom>
          <a:solidFill>
            <a:schemeClr val="accent6">
              <a:lumMod val="60000"/>
              <a:lumOff val="40000"/>
            </a:schemeClr>
          </a:solidFill>
          <a:ln w="12690" cap="flat">
            <a:noFill/>
            <a:prstDash val="solid"/>
            <a:miter/>
          </a:ln>
        </p:spPr>
        <p:txBody>
          <a:bodyPr anchor="ctr"/>
          <a:lstStyle/>
          <a:p>
            <a:pPr>
              <a:buNone/>
            </a:pPr>
            <a:endParaRPr/>
          </a:p>
        </p:txBody>
      </p:sp>
      <p:sp>
        <p:nvSpPr>
          <p:cNvPr id="56" name="Freeform: Shape 55">
            <a:extLst>
              <a:ext uri="{FF2B5EF4-FFF2-40B4-BE49-F238E27FC236}">
                <a16:creationId xmlns:a16="http://schemas.microsoft.com/office/drawing/2014/main" id="{D36426AF-7BB3-46D5-B9F7-1F30C736A494}"/>
              </a:ext>
            </a:extLst>
          </p:cNvPr>
          <p:cNvSpPr>
            <a:spLocks noGrp="1"/>
          </p:cNvSpPr>
          <p:nvPr/>
        </p:nvSpPr>
        <p:spPr>
          <a:xfrm>
            <a:off x="9220690" y="630380"/>
            <a:ext cx="1411124" cy="930414"/>
          </a:xfrm>
          <a:custGeom>
            <a:avLst/>
            <a:gdLst>
              <a:gd name="connsiteX0" fmla="*/ 0 w 1411124"/>
              <a:gd name="connsiteY0" fmla="*/ 0 h 930414"/>
              <a:gd name="connsiteX1" fmla="*/ 0 w 1411124"/>
              <a:gd name="connsiteY1" fmla="*/ 610711 h 930414"/>
              <a:gd name="connsiteX2" fmla="*/ 423439 w 1411124"/>
              <a:gd name="connsiteY2" fmla="*/ 738821 h 930414"/>
              <a:gd name="connsiteX3" fmla="*/ 1320089 w 1411124"/>
              <a:gd name="connsiteY3" fmla="*/ 911369 h 930414"/>
              <a:gd name="connsiteX4" fmla="*/ 1320089 w 1411124"/>
              <a:gd name="connsiteY4" fmla="*/ 911369 h 930414"/>
              <a:gd name="connsiteX5" fmla="*/ 1320216 w 1411124"/>
              <a:gd name="connsiteY5" fmla="*/ 911369 h 930414"/>
              <a:gd name="connsiteX6" fmla="*/ 1411125 w 1411124"/>
              <a:gd name="connsiteY6" fmla="*/ 930414 h 930414"/>
              <a:gd name="connsiteX7" fmla="*/ 1411125 w 1411124"/>
              <a:gd name="connsiteY7" fmla="*/ 426482 h 930414"/>
              <a:gd name="connsiteX8" fmla="*/ 0 w 1411124"/>
              <a:gd name="connsiteY8" fmla="*/ 0 h 930414"/>
            </a:gdLst>
            <a:ahLst/>
            <a:cxnLst/>
            <a:rect l="l" t="t" r="r" b="b"/>
            <a:pathLst>
              <a:path w="1411124" h="93041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chemeClr val="accent5">
              <a:lumMod val="75000"/>
            </a:schemeClr>
          </a:solidFill>
          <a:ln w="12690" cap="flat">
            <a:noFill/>
            <a:prstDash val="solid"/>
            <a:miter/>
          </a:ln>
        </p:spPr>
        <p:txBody>
          <a:bodyPr anchor="ctr"/>
          <a:lstStyle/>
          <a:p>
            <a:pPr>
              <a:buNone/>
            </a:pPr>
            <a:endParaRPr/>
          </a:p>
        </p:txBody>
      </p:sp>
      <p:sp>
        <p:nvSpPr>
          <p:cNvPr id="57" name="Freeform: Shape 56">
            <a:extLst>
              <a:ext uri="{FF2B5EF4-FFF2-40B4-BE49-F238E27FC236}">
                <a16:creationId xmlns:a16="http://schemas.microsoft.com/office/drawing/2014/main" id="{B1F43FF8-7888-4C0A-9374-7A344D8D8242}"/>
              </a:ext>
            </a:extLst>
          </p:cNvPr>
          <p:cNvSpPr>
            <a:spLocks noGrp="1"/>
          </p:cNvSpPr>
          <p:nvPr/>
        </p:nvSpPr>
        <p:spPr>
          <a:xfrm>
            <a:off x="10642608" y="1060036"/>
            <a:ext cx="407567" cy="588492"/>
          </a:xfrm>
          <a:custGeom>
            <a:avLst/>
            <a:gdLst>
              <a:gd name="connsiteX0" fmla="*/ 0 w 407567"/>
              <a:gd name="connsiteY0" fmla="*/ 503044 h 588492"/>
              <a:gd name="connsiteX1" fmla="*/ 407568 w 407567"/>
              <a:gd name="connsiteY1" fmla="*/ 588492 h 588492"/>
              <a:gd name="connsiteX2" fmla="*/ 407568 w 407567"/>
              <a:gd name="connsiteY2" fmla="*/ 123158 h 588492"/>
              <a:gd name="connsiteX3" fmla="*/ 0 w 407567"/>
              <a:gd name="connsiteY3" fmla="*/ 0 h 588492"/>
              <a:gd name="connsiteX4" fmla="*/ 0 w 407567"/>
              <a:gd name="connsiteY4" fmla="*/ 503044 h 588492"/>
            </a:gdLst>
            <a:ahLst/>
            <a:cxnLst/>
            <a:rect l="l" t="t" r="r" b="b"/>
            <a:pathLst>
              <a:path w="407567" h="588492">
                <a:moveTo>
                  <a:pt x="0" y="503044"/>
                </a:moveTo>
                <a:lnTo>
                  <a:pt x="407568" y="588492"/>
                </a:lnTo>
                <a:lnTo>
                  <a:pt x="407568" y="123158"/>
                </a:lnTo>
                <a:lnTo>
                  <a:pt x="0" y="0"/>
                </a:lnTo>
                <a:lnTo>
                  <a:pt x="0" y="503044"/>
                </a:lnTo>
                <a:close/>
              </a:path>
            </a:pathLst>
          </a:custGeom>
          <a:solidFill>
            <a:schemeClr val="tx2"/>
          </a:solidFill>
          <a:ln w="12690" cap="flat">
            <a:noFill/>
            <a:prstDash val="solid"/>
            <a:miter/>
          </a:ln>
        </p:spPr>
        <p:txBody>
          <a:bodyPr anchor="ctr"/>
          <a:lstStyle/>
          <a:p>
            <a:pPr>
              <a:buNone/>
            </a:pPr>
            <a:endParaRPr/>
          </a:p>
        </p:txBody>
      </p:sp>
      <p:sp>
        <p:nvSpPr>
          <p:cNvPr id="58" name="Freeform: Shape 57">
            <a:extLst>
              <a:ext uri="{FF2B5EF4-FFF2-40B4-BE49-F238E27FC236}">
                <a16:creationId xmlns:a16="http://schemas.microsoft.com/office/drawing/2014/main" id="{AFE2214C-D2A6-4064-80B4-801301A77711}"/>
              </a:ext>
            </a:extLst>
          </p:cNvPr>
          <p:cNvSpPr>
            <a:spLocks noGrp="1"/>
          </p:cNvSpPr>
          <p:nvPr/>
        </p:nvSpPr>
        <p:spPr>
          <a:xfrm>
            <a:off x="9225769" y="422916"/>
            <a:ext cx="1654777" cy="624804"/>
          </a:xfrm>
          <a:custGeom>
            <a:avLst/>
            <a:gdLst>
              <a:gd name="connsiteX0" fmla="*/ 1410237 w 1654777"/>
              <a:gd name="connsiteY0" fmla="*/ 624805 h 624804"/>
              <a:gd name="connsiteX1" fmla="*/ 1654777 w 1654777"/>
              <a:gd name="connsiteY1" fmla="*/ 425974 h 624804"/>
              <a:gd name="connsiteX2" fmla="*/ 622017 w 1654777"/>
              <a:gd name="connsiteY2" fmla="*/ 113889 h 624804"/>
              <a:gd name="connsiteX3" fmla="*/ 503302 w 1654777"/>
              <a:gd name="connsiteY3" fmla="*/ 78085 h 624804"/>
              <a:gd name="connsiteX4" fmla="*/ 244668 w 1654777"/>
              <a:gd name="connsiteY4" fmla="*/ 0 h 624804"/>
              <a:gd name="connsiteX5" fmla="*/ 119096 w 1654777"/>
              <a:gd name="connsiteY5" fmla="*/ 101701 h 624804"/>
              <a:gd name="connsiteX6" fmla="*/ 119096 w 1654777"/>
              <a:gd name="connsiteY6" fmla="*/ 101701 h 624804"/>
              <a:gd name="connsiteX7" fmla="*/ 0 w 1654777"/>
              <a:gd name="connsiteY7" fmla="*/ 198703 h 624804"/>
              <a:gd name="connsiteX8" fmla="*/ 1410237 w 1654777"/>
              <a:gd name="connsiteY8" fmla="*/ 624805 h 624804"/>
            </a:gdLst>
            <a:ahLst/>
            <a:cxnLst/>
            <a:rect l="l" t="t" r="r" b="b"/>
            <a:pathLst>
              <a:path w="1654777" h="624804">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chemeClr val="accent5">
              <a:lumMod val="75000"/>
            </a:schemeClr>
          </a:solidFill>
          <a:ln w="12690" cap="flat">
            <a:noFill/>
            <a:prstDash val="solid"/>
            <a:miter/>
          </a:ln>
        </p:spPr>
        <p:txBody>
          <a:bodyPr anchor="ctr"/>
          <a:lstStyle/>
          <a:p>
            <a:pPr>
              <a:buNone/>
            </a:pPr>
            <a:endParaRPr/>
          </a:p>
        </p:txBody>
      </p:sp>
      <p:sp>
        <p:nvSpPr>
          <p:cNvPr id="59" name="Freeform: Shape 58">
            <a:extLst>
              <a:ext uri="{FF2B5EF4-FFF2-40B4-BE49-F238E27FC236}">
                <a16:creationId xmlns:a16="http://schemas.microsoft.com/office/drawing/2014/main" id="{E3792C80-3C4E-4A5E-B28A-A845906AD7BE}"/>
              </a:ext>
            </a:extLst>
          </p:cNvPr>
          <p:cNvSpPr>
            <a:spLocks noGrp="1"/>
          </p:cNvSpPr>
          <p:nvPr/>
        </p:nvSpPr>
        <p:spPr>
          <a:xfrm>
            <a:off x="10647813" y="852572"/>
            <a:ext cx="650712" cy="321607"/>
          </a:xfrm>
          <a:custGeom>
            <a:avLst/>
            <a:gdLst>
              <a:gd name="connsiteX0" fmla="*/ 0 w 650712"/>
              <a:gd name="connsiteY0" fmla="*/ 198703 h 321607"/>
              <a:gd name="connsiteX1" fmla="*/ 406553 w 650712"/>
              <a:gd name="connsiteY1" fmla="*/ 321608 h 321607"/>
              <a:gd name="connsiteX2" fmla="*/ 650712 w 650712"/>
              <a:gd name="connsiteY2" fmla="*/ 122777 h 321607"/>
              <a:gd name="connsiteX3" fmla="*/ 244541 w 650712"/>
              <a:gd name="connsiteY3" fmla="*/ 0 h 321607"/>
              <a:gd name="connsiteX4" fmla="*/ 0 w 650712"/>
              <a:gd name="connsiteY4" fmla="*/ 198703 h 321607"/>
            </a:gdLst>
            <a:ahLst/>
            <a:cxnLst/>
            <a:rect l="l" t="t" r="r" b="b"/>
            <a:pathLst>
              <a:path w="650712" h="321607">
                <a:moveTo>
                  <a:pt x="0" y="198703"/>
                </a:moveTo>
                <a:lnTo>
                  <a:pt x="406553" y="321608"/>
                </a:lnTo>
                <a:lnTo>
                  <a:pt x="650712" y="122777"/>
                </a:lnTo>
                <a:lnTo>
                  <a:pt x="244541" y="0"/>
                </a:lnTo>
                <a:lnTo>
                  <a:pt x="0" y="198703"/>
                </a:lnTo>
                <a:close/>
              </a:path>
            </a:pathLst>
          </a:custGeom>
          <a:solidFill>
            <a:schemeClr val="accent1">
              <a:lumMod val="60000"/>
              <a:lumOff val="40000"/>
            </a:schemeClr>
          </a:solidFill>
          <a:ln w="12690" cap="flat">
            <a:noFill/>
            <a:prstDash val="solid"/>
            <a:miter/>
          </a:ln>
        </p:spPr>
        <p:txBody>
          <a:bodyPr anchor="ctr"/>
          <a:lstStyle/>
          <a:p>
            <a:pPr>
              <a:buNone/>
            </a:pPr>
            <a:endParaRPr/>
          </a:p>
        </p:txBody>
      </p:sp>
      <p:sp>
        <p:nvSpPr>
          <p:cNvPr id="60" name="Freeform: Shape 59">
            <a:extLst>
              <a:ext uri="{FF2B5EF4-FFF2-40B4-BE49-F238E27FC236}">
                <a16:creationId xmlns:a16="http://schemas.microsoft.com/office/drawing/2014/main" id="{A128138C-11B0-43A7-A30B-05BF0531FB38}"/>
              </a:ext>
            </a:extLst>
          </p:cNvPr>
          <p:cNvSpPr>
            <a:spLocks noGrp="1"/>
          </p:cNvSpPr>
          <p:nvPr/>
        </p:nvSpPr>
        <p:spPr>
          <a:xfrm>
            <a:off x="8696438" y="247828"/>
            <a:ext cx="243017" cy="805732"/>
          </a:xfrm>
          <a:custGeom>
            <a:avLst/>
            <a:gdLst>
              <a:gd name="connsiteX0" fmla="*/ 243017 w 243017"/>
              <a:gd name="connsiteY0" fmla="*/ 608172 h 805732"/>
              <a:gd name="connsiteX1" fmla="*/ 243017 w 243017"/>
              <a:gd name="connsiteY1" fmla="*/ 153249 h 805732"/>
              <a:gd name="connsiteX2" fmla="*/ 243017 w 243017"/>
              <a:gd name="connsiteY2" fmla="*/ 0 h 805732"/>
              <a:gd name="connsiteX3" fmla="*/ 0 w 243017"/>
              <a:gd name="connsiteY3" fmla="*/ 197434 h 805732"/>
              <a:gd name="connsiteX4" fmla="*/ 0 w 243017"/>
              <a:gd name="connsiteY4" fmla="*/ 805733 h 805732"/>
              <a:gd name="connsiteX5" fmla="*/ 243017 w 243017"/>
              <a:gd name="connsiteY5" fmla="*/ 608172 h 805732"/>
            </a:gdLst>
            <a:ahLst/>
            <a:cxnLst/>
            <a:rect l="l" t="t" r="r" b="b"/>
            <a:pathLst>
              <a:path w="243017" h="805732">
                <a:moveTo>
                  <a:pt x="243017" y="608172"/>
                </a:moveTo>
                <a:lnTo>
                  <a:pt x="243017" y="153249"/>
                </a:lnTo>
                <a:lnTo>
                  <a:pt x="243017" y="0"/>
                </a:lnTo>
                <a:lnTo>
                  <a:pt x="0" y="197434"/>
                </a:lnTo>
                <a:lnTo>
                  <a:pt x="0" y="805733"/>
                </a:lnTo>
                <a:lnTo>
                  <a:pt x="243017" y="608172"/>
                </a:lnTo>
                <a:close/>
              </a:path>
            </a:pathLst>
          </a:custGeom>
          <a:solidFill>
            <a:schemeClr val="accent3"/>
          </a:solidFill>
          <a:ln w="12690" cap="flat">
            <a:noFill/>
            <a:prstDash val="solid"/>
            <a:miter/>
          </a:ln>
        </p:spPr>
        <p:txBody>
          <a:bodyPr anchor="ctr"/>
          <a:lstStyle/>
          <a:p>
            <a:pPr>
              <a:buNone/>
            </a:pPr>
            <a:endParaRPr/>
          </a:p>
        </p:txBody>
      </p:sp>
      <p:sp>
        <p:nvSpPr>
          <p:cNvPr id="789" name="Freeform 788">
            <a:extLst>
              <a:ext uri="{FF2B5EF4-FFF2-40B4-BE49-F238E27FC236}">
                <a16:creationId xmlns:a16="http://schemas.microsoft.com/office/drawing/2014/main" id="{9CB742FD-E6D8-87A6-F66D-D5830EC0FE4B}"/>
              </a:ext>
            </a:extLst>
          </p:cNvPr>
          <p:cNvSpPr>
            <a:spLocks noGrp="1"/>
          </p:cNvSpPr>
          <p:nvPr/>
        </p:nvSpPr>
        <p:spPr>
          <a:xfrm>
            <a:off x="5145790" y="-12696"/>
            <a:ext cx="3539857" cy="1070447"/>
          </a:xfrm>
          <a:custGeom>
            <a:avLst/>
            <a:gdLst>
              <a:gd name="connsiteX0" fmla="*/ 0 w 3539857"/>
              <a:gd name="connsiteY0" fmla="*/ 0 h 1070447"/>
              <a:gd name="connsiteX1" fmla="*/ 2020293 w 3539857"/>
              <a:gd name="connsiteY1" fmla="*/ 0 h 1070447"/>
              <a:gd name="connsiteX2" fmla="*/ 3539857 w 3539857"/>
              <a:gd name="connsiteY2" fmla="*/ 459354 h 1070447"/>
              <a:gd name="connsiteX3" fmla="*/ 3539857 w 3539857"/>
              <a:gd name="connsiteY3" fmla="*/ 1070447 h 1070447"/>
            </a:gdLst>
            <a:ahLst/>
            <a:cxnLst/>
            <a:rect l="l" t="t" r="r" b="b"/>
            <a:pathLst>
              <a:path w="3539857" h="1070447">
                <a:moveTo>
                  <a:pt x="0" y="0"/>
                </a:moveTo>
                <a:lnTo>
                  <a:pt x="2020293" y="0"/>
                </a:lnTo>
                <a:lnTo>
                  <a:pt x="3539857" y="459354"/>
                </a:lnTo>
                <a:lnTo>
                  <a:pt x="3539857" y="1070447"/>
                </a:lnTo>
                <a:close/>
              </a:path>
            </a:pathLst>
          </a:custGeom>
          <a:solidFill>
            <a:schemeClr val="accent1">
              <a:lumMod val="60000"/>
              <a:lumOff val="40000"/>
            </a:schemeClr>
          </a:solidFill>
          <a:ln w="12690" cap="flat">
            <a:noFill/>
            <a:prstDash val="solid"/>
            <a:miter/>
          </a:ln>
        </p:spPr>
        <p:txBody>
          <a:bodyPr wrap="square" anchor="ctr">
            <a:noAutofit/>
          </a:bodyPr>
          <a:lstStyle/>
          <a:p>
            <a:pPr>
              <a:buNone/>
            </a:pPr>
            <a:endParaRPr/>
          </a:p>
        </p:txBody>
      </p:sp>
      <p:sp>
        <p:nvSpPr>
          <p:cNvPr id="785" name="Freeform 784">
            <a:extLst>
              <a:ext uri="{FF2B5EF4-FFF2-40B4-BE49-F238E27FC236}">
                <a16:creationId xmlns:a16="http://schemas.microsoft.com/office/drawing/2014/main" id="{95880C50-423C-1BDB-74B3-19400311FDC0}"/>
              </a:ext>
            </a:extLst>
          </p:cNvPr>
          <p:cNvSpPr>
            <a:spLocks noGrp="1"/>
          </p:cNvSpPr>
          <p:nvPr/>
        </p:nvSpPr>
        <p:spPr>
          <a:xfrm>
            <a:off x="7200361" y="-12696"/>
            <a:ext cx="1734016" cy="450213"/>
          </a:xfrm>
          <a:custGeom>
            <a:avLst/>
            <a:gdLst>
              <a:gd name="connsiteX0" fmla="*/ 0 w 1734016"/>
              <a:gd name="connsiteY0" fmla="*/ 0 h 450213"/>
              <a:gd name="connsiteX1" fmla="*/ 901572 w 1734016"/>
              <a:gd name="connsiteY1" fmla="*/ 0 h 450213"/>
              <a:gd name="connsiteX2" fmla="*/ 1734016 w 1734016"/>
              <a:gd name="connsiteY2" fmla="*/ 251510 h 450213"/>
              <a:gd name="connsiteX3" fmla="*/ 1489476 w 1734016"/>
              <a:gd name="connsiteY3" fmla="*/ 450213 h 450213"/>
            </a:gdLst>
            <a:ahLst/>
            <a:cxnLst/>
            <a:rect l="l" t="t" r="r" b="b"/>
            <a:pathLst>
              <a:path w="1734016" h="450213">
                <a:moveTo>
                  <a:pt x="0" y="0"/>
                </a:moveTo>
                <a:lnTo>
                  <a:pt x="901572" y="0"/>
                </a:lnTo>
                <a:lnTo>
                  <a:pt x="1734016" y="251510"/>
                </a:lnTo>
                <a:lnTo>
                  <a:pt x="1489476" y="450213"/>
                </a:lnTo>
                <a:close/>
              </a:path>
            </a:pathLst>
          </a:custGeom>
          <a:solidFill>
            <a:schemeClr val="accent4"/>
          </a:solidFill>
          <a:ln w="12690" cap="flat">
            <a:noFill/>
            <a:prstDash val="solid"/>
            <a:miter/>
          </a:ln>
        </p:spPr>
        <p:txBody>
          <a:bodyPr wrap="square" anchor="ctr">
            <a:noAutofit/>
          </a:bodyPr>
          <a:lstStyle/>
          <a:p>
            <a:pPr>
              <a:buNone/>
            </a:pPr>
            <a:endParaRPr/>
          </a:p>
        </p:txBody>
      </p:sp>
      <p:sp>
        <p:nvSpPr>
          <p:cNvPr id="780" name="Freeform 779">
            <a:extLst>
              <a:ext uri="{FF2B5EF4-FFF2-40B4-BE49-F238E27FC236}">
                <a16:creationId xmlns:a16="http://schemas.microsoft.com/office/drawing/2014/main" id="{DA802240-291A-34FF-3135-1B01B1041638}"/>
              </a:ext>
            </a:extLst>
          </p:cNvPr>
          <p:cNvSpPr>
            <a:spLocks noGrp="1"/>
          </p:cNvSpPr>
          <p:nvPr/>
        </p:nvSpPr>
        <p:spPr>
          <a:xfrm>
            <a:off x="8136109" y="-12695"/>
            <a:ext cx="1588137" cy="527789"/>
          </a:xfrm>
          <a:custGeom>
            <a:avLst/>
            <a:gdLst>
              <a:gd name="connsiteX0" fmla="*/ 0 w 1588137"/>
              <a:gd name="connsiteY0" fmla="*/ 0 h 527789"/>
              <a:gd name="connsiteX1" fmla="*/ 792404 w 1588137"/>
              <a:gd name="connsiteY1" fmla="*/ 0 h 527789"/>
              <a:gd name="connsiteX2" fmla="*/ 1588137 w 1588137"/>
              <a:gd name="connsiteY2" fmla="*/ 240590 h 527789"/>
              <a:gd name="connsiteX3" fmla="*/ 1588137 w 1588137"/>
              <a:gd name="connsiteY3" fmla="*/ 503158 h 527789"/>
              <a:gd name="connsiteX4" fmla="*/ 1334201 w 1588137"/>
              <a:gd name="connsiteY4" fmla="*/ 426216 h 527789"/>
              <a:gd name="connsiteX5" fmla="*/ 1331408 w 1588137"/>
              <a:gd name="connsiteY5" fmla="*/ 426216 h 527789"/>
              <a:gd name="connsiteX6" fmla="*/ 1330519 w 1588137"/>
              <a:gd name="connsiteY6" fmla="*/ 426216 h 527789"/>
              <a:gd name="connsiteX7" fmla="*/ 1329503 w 1588137"/>
              <a:gd name="connsiteY7" fmla="*/ 426216 h 527789"/>
              <a:gd name="connsiteX8" fmla="*/ 1203931 w 1588137"/>
              <a:gd name="connsiteY8" fmla="*/ 527789 h 527789"/>
              <a:gd name="connsiteX9" fmla="*/ 812235 w 1588137"/>
              <a:gd name="connsiteY9" fmla="*/ 408059 h 527789"/>
              <a:gd name="connsiteX10" fmla="*/ 812235 w 1588137"/>
              <a:gd name="connsiteY10" fmla="*/ 247319 h 527789"/>
              <a:gd name="connsiteX11" fmla="*/ 812235 w 1588137"/>
              <a:gd name="connsiteY11" fmla="*/ 246557 h 527789"/>
              <a:gd name="connsiteX12" fmla="*/ 812235 w 1588137"/>
              <a:gd name="connsiteY12" fmla="*/ 245668 h 527789"/>
              <a:gd name="connsiteX13" fmla="*/ 812235 w 1588137"/>
              <a:gd name="connsiteY13" fmla="*/ 244907 h 527789"/>
              <a:gd name="connsiteX14" fmla="*/ 811473 w 1588137"/>
              <a:gd name="connsiteY14" fmla="*/ 244907 h 527789"/>
              <a:gd name="connsiteX15" fmla="*/ 810711 w 1588137"/>
              <a:gd name="connsiteY15" fmla="*/ 244907 h 527789"/>
              <a:gd name="connsiteX16" fmla="*/ 810457 w 1588137"/>
              <a:gd name="connsiteY16" fmla="*/ 245034 h 527789"/>
            </a:gdLst>
            <a:ahLst/>
            <a:cxnLst/>
            <a:rect l="l" t="t" r="r" b="b"/>
            <a:pathLst>
              <a:path w="1588137" h="527789">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chemeClr val="accent1">
              <a:lumMod val="60000"/>
              <a:lumOff val="40000"/>
            </a:schemeClr>
          </a:solidFill>
          <a:ln w="12690" cap="flat">
            <a:noFill/>
            <a:prstDash val="solid"/>
            <a:miter/>
          </a:ln>
        </p:spPr>
        <p:txBody>
          <a:bodyPr wrap="square" anchor="ctr">
            <a:noAutofit/>
          </a:bodyPr>
          <a:lstStyle/>
          <a:p>
            <a:pPr>
              <a:buNone/>
            </a:pPr>
            <a:endParaRPr/>
          </a:p>
        </p:txBody>
      </p:sp>
      <p:sp>
        <p:nvSpPr>
          <p:cNvPr id="67" name="Freeform: Shape 66">
            <a:extLst>
              <a:ext uri="{FF2B5EF4-FFF2-40B4-BE49-F238E27FC236}">
                <a16:creationId xmlns:a16="http://schemas.microsoft.com/office/drawing/2014/main" id="{52150121-89D0-4AC9-8F16-FA142C7D4304}"/>
              </a:ext>
            </a:extLst>
          </p:cNvPr>
          <p:cNvSpPr>
            <a:spLocks noGrp="1"/>
          </p:cNvSpPr>
          <p:nvPr/>
        </p:nvSpPr>
        <p:spPr>
          <a:xfrm>
            <a:off x="9736181" y="-34166"/>
            <a:ext cx="320976" cy="560686"/>
          </a:xfrm>
          <a:custGeom>
            <a:avLst/>
            <a:gdLst>
              <a:gd name="connsiteX0" fmla="*/ 111986 w 320976"/>
              <a:gd name="connsiteY0" fmla="*/ 560686 h 560686"/>
              <a:gd name="connsiteX1" fmla="*/ 320976 w 320976"/>
              <a:gd name="connsiteY1" fmla="*/ 390677 h 560686"/>
              <a:gd name="connsiteX2" fmla="*/ 320976 w 320976"/>
              <a:gd name="connsiteY2" fmla="*/ 0 h 560686"/>
              <a:gd name="connsiteX3" fmla="*/ 0 w 320976"/>
              <a:gd name="connsiteY3" fmla="*/ 260663 h 560686"/>
              <a:gd name="connsiteX4" fmla="*/ 0 w 320976"/>
              <a:gd name="connsiteY4" fmla="*/ 526913 h 560686"/>
              <a:gd name="connsiteX5" fmla="*/ 111986 w 320976"/>
              <a:gd name="connsiteY5" fmla="*/ 560686 h 560686"/>
            </a:gdLst>
            <a:ahLst/>
            <a:cxnLst/>
            <a:rect l="l" t="t" r="r" b="b"/>
            <a:pathLst>
              <a:path w="320976" h="560686">
                <a:moveTo>
                  <a:pt x="111986" y="560686"/>
                </a:moveTo>
                <a:lnTo>
                  <a:pt x="320976" y="390677"/>
                </a:lnTo>
                <a:lnTo>
                  <a:pt x="320976" y="0"/>
                </a:lnTo>
                <a:lnTo>
                  <a:pt x="0" y="260663"/>
                </a:lnTo>
                <a:lnTo>
                  <a:pt x="0" y="526913"/>
                </a:lnTo>
                <a:lnTo>
                  <a:pt x="111986" y="560686"/>
                </a:lnTo>
                <a:close/>
              </a:path>
            </a:pathLst>
          </a:custGeom>
          <a:solidFill>
            <a:schemeClr val="accent4"/>
          </a:solidFill>
          <a:ln w="12690" cap="flat">
            <a:noFill/>
            <a:prstDash val="solid"/>
            <a:miter/>
          </a:ln>
        </p:spPr>
        <p:txBody>
          <a:bodyPr anchor="ctr"/>
          <a:lstStyle/>
          <a:p>
            <a:pPr>
              <a:buNone/>
            </a:pPr>
            <a:endParaRPr/>
          </a:p>
        </p:txBody>
      </p:sp>
      <p:sp>
        <p:nvSpPr>
          <p:cNvPr id="778" name="Freeform 777">
            <a:extLst>
              <a:ext uri="{FF2B5EF4-FFF2-40B4-BE49-F238E27FC236}">
                <a16:creationId xmlns:a16="http://schemas.microsoft.com/office/drawing/2014/main" id="{9EBADD24-CA3B-B936-2CC1-E5826527A689}"/>
              </a:ext>
            </a:extLst>
          </p:cNvPr>
          <p:cNvSpPr>
            <a:spLocks noGrp="1"/>
          </p:cNvSpPr>
          <p:nvPr/>
        </p:nvSpPr>
        <p:spPr>
          <a:xfrm>
            <a:off x="8963680" y="-12696"/>
            <a:ext cx="1050864" cy="231449"/>
          </a:xfrm>
          <a:custGeom>
            <a:avLst/>
            <a:gdLst>
              <a:gd name="connsiteX0" fmla="*/ 0 w 1050864"/>
              <a:gd name="connsiteY0" fmla="*/ 0 h 231449"/>
              <a:gd name="connsiteX1" fmla="*/ 1050864 w 1050864"/>
              <a:gd name="connsiteY1" fmla="*/ 0 h 231449"/>
              <a:gd name="connsiteX2" fmla="*/ 765898 w 1050864"/>
              <a:gd name="connsiteY2" fmla="*/ 231449 h 231449"/>
            </a:gdLst>
            <a:ahLst/>
            <a:cxnLst/>
            <a:rect l="l" t="t" r="r" b="b"/>
            <a:pathLst>
              <a:path w="1050864" h="231449">
                <a:moveTo>
                  <a:pt x="0" y="0"/>
                </a:moveTo>
                <a:lnTo>
                  <a:pt x="1050864" y="0"/>
                </a:lnTo>
                <a:lnTo>
                  <a:pt x="765898" y="231449"/>
                </a:lnTo>
                <a:close/>
              </a:path>
            </a:pathLst>
          </a:custGeom>
          <a:solidFill>
            <a:schemeClr val="accent4"/>
          </a:solidFill>
          <a:ln w="12690" cap="flat">
            <a:noFill/>
            <a:prstDash val="solid"/>
            <a:miter/>
          </a:ln>
        </p:spPr>
        <p:txBody>
          <a:bodyPr wrap="square" anchor="ctr">
            <a:noAutofit/>
          </a:bodyPr>
          <a:lstStyle/>
          <a:p>
            <a:pPr>
              <a:buNone/>
            </a:pPr>
            <a:endParaRPr/>
          </a:p>
        </p:txBody>
      </p:sp>
      <p:sp>
        <p:nvSpPr>
          <p:cNvPr id="69" name="Freeform: Shape 68">
            <a:extLst>
              <a:ext uri="{FF2B5EF4-FFF2-40B4-BE49-F238E27FC236}">
                <a16:creationId xmlns:a16="http://schemas.microsoft.com/office/drawing/2014/main" id="{EAE48A8A-0D1F-4DE4-B1FB-95599D960B15}"/>
              </a:ext>
            </a:extLst>
          </p:cNvPr>
          <p:cNvSpPr>
            <a:spLocks noGrp="1"/>
          </p:cNvSpPr>
          <p:nvPr/>
        </p:nvSpPr>
        <p:spPr>
          <a:xfrm>
            <a:off x="7815659" y="853334"/>
            <a:ext cx="28187" cy="216732"/>
          </a:xfrm>
          <a:custGeom>
            <a:avLst/>
            <a:gdLst>
              <a:gd name="connsiteX0" fmla="*/ 28187 w 28187"/>
              <a:gd name="connsiteY0" fmla="*/ 193625 h 216732"/>
              <a:gd name="connsiteX1" fmla="*/ 28187 w 28187"/>
              <a:gd name="connsiteY1" fmla="*/ 0 h 216732"/>
              <a:gd name="connsiteX2" fmla="*/ 0 w 28187"/>
              <a:gd name="connsiteY2" fmla="*/ 22854 h 216732"/>
              <a:gd name="connsiteX3" fmla="*/ 0 w 28187"/>
              <a:gd name="connsiteY3" fmla="*/ 216733 h 216732"/>
              <a:gd name="connsiteX4" fmla="*/ 28187 w 28187"/>
              <a:gd name="connsiteY4" fmla="*/ 193625 h 216732"/>
            </a:gdLst>
            <a:ahLst/>
            <a:cxnLst/>
            <a:rect l="l" t="t" r="r" b="b"/>
            <a:pathLst>
              <a:path w="28187" h="216732">
                <a:moveTo>
                  <a:pt x="28187" y="193625"/>
                </a:moveTo>
                <a:lnTo>
                  <a:pt x="28187" y="0"/>
                </a:lnTo>
                <a:lnTo>
                  <a:pt x="0" y="22854"/>
                </a:lnTo>
                <a:lnTo>
                  <a:pt x="0" y="216733"/>
                </a:lnTo>
                <a:lnTo>
                  <a:pt x="28187" y="193625"/>
                </a:lnTo>
                <a:close/>
              </a:path>
            </a:pathLst>
          </a:custGeom>
          <a:solidFill>
            <a:srgbClr val="F49838"/>
          </a:solidFill>
          <a:ln w="12690" cap="flat">
            <a:noFill/>
            <a:prstDash val="solid"/>
            <a:miter/>
          </a:ln>
        </p:spPr>
        <p:txBody>
          <a:bodyPr anchor="ctr"/>
          <a:lstStyle/>
          <a:p>
            <a:pPr>
              <a:buNone/>
            </a:pPr>
            <a:endParaRPr/>
          </a:p>
        </p:txBody>
      </p:sp>
      <p:sp>
        <p:nvSpPr>
          <p:cNvPr id="70" name="Freeform: Shape 69">
            <a:extLst>
              <a:ext uri="{FF2B5EF4-FFF2-40B4-BE49-F238E27FC236}">
                <a16:creationId xmlns:a16="http://schemas.microsoft.com/office/drawing/2014/main" id="{D63A8FDD-A0EC-4115-92B1-9CCC7402F490}"/>
              </a:ext>
            </a:extLst>
          </p:cNvPr>
          <p:cNvSpPr>
            <a:spLocks noGrp="1"/>
          </p:cNvSpPr>
          <p:nvPr/>
        </p:nvSpPr>
        <p:spPr>
          <a:xfrm>
            <a:off x="7581530" y="884949"/>
            <a:ext cx="223337" cy="229683"/>
          </a:xfrm>
          <a:custGeom>
            <a:avLst/>
            <a:gdLst>
              <a:gd name="connsiteX0" fmla="*/ 223338 w 223337"/>
              <a:gd name="connsiteY0" fmla="*/ 0 h 229683"/>
              <a:gd name="connsiteX1" fmla="*/ 0 w 223337"/>
              <a:gd name="connsiteY1" fmla="*/ 181690 h 229683"/>
              <a:gd name="connsiteX2" fmla="*/ 0 w 223337"/>
              <a:gd name="connsiteY2" fmla="*/ 211400 h 229683"/>
              <a:gd name="connsiteX3" fmla="*/ 179279 w 223337"/>
              <a:gd name="connsiteY3" fmla="*/ 229683 h 229683"/>
              <a:gd name="connsiteX4" fmla="*/ 223338 w 223337"/>
              <a:gd name="connsiteY4" fmla="*/ 194006 h 229683"/>
              <a:gd name="connsiteX5" fmla="*/ 223338 w 223337"/>
              <a:gd name="connsiteY5" fmla="*/ 0 h 229683"/>
            </a:gdLst>
            <a:ahLst/>
            <a:cxnLst/>
            <a:rect l="l" t="t" r="r" b="b"/>
            <a:pathLst>
              <a:path w="223337" h="229683">
                <a:moveTo>
                  <a:pt x="223338" y="0"/>
                </a:moveTo>
                <a:lnTo>
                  <a:pt x="0" y="181690"/>
                </a:lnTo>
                <a:lnTo>
                  <a:pt x="0" y="211400"/>
                </a:lnTo>
                <a:lnTo>
                  <a:pt x="179279" y="229683"/>
                </a:lnTo>
                <a:lnTo>
                  <a:pt x="223338" y="194006"/>
                </a:lnTo>
                <a:lnTo>
                  <a:pt x="223338" y="0"/>
                </a:lnTo>
                <a:close/>
              </a:path>
            </a:pathLst>
          </a:custGeom>
          <a:solidFill>
            <a:schemeClr val="accent2"/>
          </a:solidFill>
          <a:ln w="12690" cap="flat">
            <a:noFill/>
            <a:prstDash val="solid"/>
            <a:miter/>
          </a:ln>
        </p:spPr>
        <p:txBody>
          <a:bodyPr anchor="ctr"/>
          <a:lstStyle/>
          <a:p>
            <a:pPr>
              <a:buNone/>
            </a:pPr>
            <a:endParaRPr/>
          </a:p>
        </p:txBody>
      </p:sp>
      <p:sp>
        <p:nvSpPr>
          <p:cNvPr id="71" name="Freeform: Shape 70">
            <a:extLst>
              <a:ext uri="{FF2B5EF4-FFF2-40B4-BE49-F238E27FC236}">
                <a16:creationId xmlns:a16="http://schemas.microsoft.com/office/drawing/2014/main" id="{93B0B500-5E50-446D-9425-D2FC54804D65}"/>
              </a:ext>
            </a:extLst>
          </p:cNvPr>
          <p:cNvSpPr>
            <a:spLocks noGrp="1"/>
          </p:cNvSpPr>
          <p:nvPr/>
        </p:nvSpPr>
        <p:spPr>
          <a:xfrm>
            <a:off x="7404156" y="746047"/>
            <a:ext cx="433850" cy="122396"/>
          </a:xfrm>
          <a:custGeom>
            <a:avLst/>
            <a:gdLst>
              <a:gd name="connsiteX0" fmla="*/ 433850 w 433850"/>
              <a:gd name="connsiteY0" fmla="*/ 98907 h 122396"/>
              <a:gd name="connsiteX1" fmla="*/ 0 w 433850"/>
              <a:gd name="connsiteY1" fmla="*/ 0 h 122396"/>
              <a:gd name="connsiteX2" fmla="*/ 404902 w 433850"/>
              <a:gd name="connsiteY2" fmla="*/ 122396 h 122396"/>
              <a:gd name="connsiteX3" fmla="*/ 433850 w 433850"/>
              <a:gd name="connsiteY3" fmla="*/ 98907 h 122396"/>
            </a:gdLst>
            <a:ahLst/>
            <a:cxnLst/>
            <a:rect l="l" t="t" r="r" b="b"/>
            <a:pathLst>
              <a:path w="433850" h="122396">
                <a:moveTo>
                  <a:pt x="433850" y="98907"/>
                </a:moveTo>
                <a:lnTo>
                  <a:pt x="0" y="0"/>
                </a:lnTo>
                <a:lnTo>
                  <a:pt x="404902" y="122396"/>
                </a:lnTo>
                <a:lnTo>
                  <a:pt x="433850" y="98907"/>
                </a:lnTo>
                <a:close/>
              </a:path>
            </a:pathLst>
          </a:custGeom>
          <a:solidFill>
            <a:srgbClr val="C5E3E3"/>
          </a:solidFill>
          <a:ln w="12690" cap="flat">
            <a:noFill/>
            <a:prstDash val="solid"/>
            <a:miter/>
          </a:ln>
        </p:spPr>
        <p:txBody>
          <a:bodyPr anchor="ctr"/>
          <a:lstStyle/>
          <a:p>
            <a:pPr>
              <a:buNone/>
            </a:pPr>
            <a:endParaRPr/>
          </a:p>
        </p:txBody>
      </p:sp>
      <p:sp>
        <p:nvSpPr>
          <p:cNvPr id="72" name="Freeform: Shape 71">
            <a:extLst>
              <a:ext uri="{FF2B5EF4-FFF2-40B4-BE49-F238E27FC236}">
                <a16:creationId xmlns:a16="http://schemas.microsoft.com/office/drawing/2014/main" id="{73DF05FA-63E1-425C-87D2-A0B475C37243}"/>
              </a:ext>
            </a:extLst>
          </p:cNvPr>
          <p:cNvSpPr>
            <a:spLocks noGrp="1"/>
          </p:cNvSpPr>
          <p:nvPr/>
        </p:nvSpPr>
        <p:spPr>
          <a:xfrm>
            <a:off x="7064261" y="715448"/>
            <a:ext cx="735526" cy="343572"/>
          </a:xfrm>
          <a:custGeom>
            <a:avLst/>
            <a:gdLst>
              <a:gd name="connsiteX0" fmla="*/ 735527 w 735526"/>
              <a:gd name="connsiteY0" fmla="*/ 160486 h 343572"/>
              <a:gd name="connsiteX1" fmla="*/ 204165 w 735526"/>
              <a:gd name="connsiteY1" fmla="*/ 0 h 343572"/>
              <a:gd name="connsiteX2" fmla="*/ 0 w 735526"/>
              <a:gd name="connsiteY2" fmla="*/ 210511 h 343572"/>
              <a:gd name="connsiteX3" fmla="*/ 510413 w 735526"/>
              <a:gd name="connsiteY3" fmla="*/ 343573 h 343572"/>
              <a:gd name="connsiteX4" fmla="*/ 735527 w 735526"/>
              <a:gd name="connsiteY4" fmla="*/ 160486 h 343572"/>
            </a:gdLst>
            <a:ahLst/>
            <a:cxnLst/>
            <a:rect l="l" t="t" r="r" b="b"/>
            <a:pathLst>
              <a:path w="735526" h="343572">
                <a:moveTo>
                  <a:pt x="735527" y="160486"/>
                </a:moveTo>
                <a:lnTo>
                  <a:pt x="204165" y="0"/>
                </a:lnTo>
                <a:lnTo>
                  <a:pt x="0" y="210511"/>
                </a:lnTo>
                <a:lnTo>
                  <a:pt x="510413" y="343573"/>
                </a:lnTo>
                <a:lnTo>
                  <a:pt x="735527" y="160486"/>
                </a:lnTo>
                <a:close/>
              </a:path>
            </a:pathLst>
          </a:custGeom>
          <a:solidFill>
            <a:schemeClr val="tx2">
              <a:lumMod val="10000"/>
              <a:lumOff val="90000"/>
            </a:schemeClr>
          </a:solidFill>
          <a:ln w="12690" cap="flat">
            <a:noFill/>
            <a:prstDash val="solid"/>
            <a:miter/>
          </a:ln>
        </p:spPr>
        <p:txBody>
          <a:bodyPr anchor="ctr"/>
          <a:lstStyle/>
          <a:p>
            <a:pPr>
              <a:buNone/>
            </a:pPr>
            <a:endParaRPr/>
          </a:p>
        </p:txBody>
      </p:sp>
      <p:sp>
        <p:nvSpPr>
          <p:cNvPr id="82" name="Freeform: Shape 81">
            <a:extLst>
              <a:ext uri="{FF2B5EF4-FFF2-40B4-BE49-F238E27FC236}">
                <a16:creationId xmlns:a16="http://schemas.microsoft.com/office/drawing/2014/main" id="{A6ECF1D3-AF31-425C-9895-683D6AF092EE}"/>
              </a:ext>
            </a:extLst>
          </p:cNvPr>
          <p:cNvSpPr>
            <a:spLocks noGrp="1"/>
          </p:cNvSpPr>
          <p:nvPr/>
        </p:nvSpPr>
        <p:spPr>
          <a:xfrm>
            <a:off x="8660760" y="1948171"/>
            <a:ext cx="86719" cy="160994"/>
          </a:xfrm>
          <a:custGeom>
            <a:avLst/>
            <a:gdLst>
              <a:gd name="connsiteX0" fmla="*/ 0 w 86719"/>
              <a:gd name="connsiteY0" fmla="*/ 70594 h 160994"/>
              <a:gd name="connsiteX1" fmla="*/ 0 w 86719"/>
              <a:gd name="connsiteY1" fmla="*/ 160994 h 160994"/>
              <a:gd name="connsiteX2" fmla="*/ 86720 w 86719"/>
              <a:gd name="connsiteY2" fmla="*/ 90274 h 160994"/>
              <a:gd name="connsiteX3" fmla="*/ 86720 w 86719"/>
              <a:gd name="connsiteY3" fmla="*/ 48882 h 160994"/>
              <a:gd name="connsiteX4" fmla="*/ 86720 w 86719"/>
              <a:gd name="connsiteY4" fmla="*/ 0 h 160994"/>
              <a:gd name="connsiteX5" fmla="*/ 0 w 86719"/>
              <a:gd name="connsiteY5" fmla="*/ 70594 h 160994"/>
            </a:gdLst>
            <a:ahLst/>
            <a:cxnLst/>
            <a:rect l="l" t="t" r="r" b="b"/>
            <a:pathLst>
              <a:path w="86719" h="160994">
                <a:moveTo>
                  <a:pt x="0" y="70594"/>
                </a:moveTo>
                <a:lnTo>
                  <a:pt x="0" y="160994"/>
                </a:lnTo>
                <a:lnTo>
                  <a:pt x="86720" y="90274"/>
                </a:lnTo>
                <a:lnTo>
                  <a:pt x="86720" y="48882"/>
                </a:lnTo>
                <a:lnTo>
                  <a:pt x="86720" y="0"/>
                </a:lnTo>
                <a:lnTo>
                  <a:pt x="0" y="70594"/>
                </a:lnTo>
                <a:close/>
              </a:path>
            </a:pathLst>
          </a:custGeom>
          <a:solidFill>
            <a:schemeClr val="accent5">
              <a:lumMod val="75000"/>
            </a:schemeClr>
          </a:solidFill>
          <a:ln w="12690" cap="flat">
            <a:noFill/>
            <a:prstDash val="solid"/>
            <a:miter/>
          </a:ln>
        </p:spPr>
        <p:txBody>
          <a:bodyPr anchor="ctr"/>
          <a:lstStyle/>
          <a:p>
            <a:pPr>
              <a:buNone/>
            </a:pPr>
            <a:endParaRPr/>
          </a:p>
        </p:txBody>
      </p:sp>
      <p:sp>
        <p:nvSpPr>
          <p:cNvPr id="83" name="Freeform: Shape 82">
            <a:extLst>
              <a:ext uri="{FF2B5EF4-FFF2-40B4-BE49-F238E27FC236}">
                <a16:creationId xmlns:a16="http://schemas.microsoft.com/office/drawing/2014/main" id="{47256726-B7C1-4AB8-805E-5FD1C8D16C19}"/>
              </a:ext>
            </a:extLst>
          </p:cNvPr>
          <p:cNvSpPr>
            <a:spLocks noGrp="1"/>
          </p:cNvSpPr>
          <p:nvPr/>
        </p:nvSpPr>
        <p:spPr>
          <a:xfrm>
            <a:off x="8264746" y="1925190"/>
            <a:ext cx="385094" cy="188546"/>
          </a:xfrm>
          <a:custGeom>
            <a:avLst/>
            <a:gdLst>
              <a:gd name="connsiteX0" fmla="*/ 0 w 385094"/>
              <a:gd name="connsiteY0" fmla="*/ 93067 h 188546"/>
              <a:gd name="connsiteX1" fmla="*/ 385095 w 385094"/>
              <a:gd name="connsiteY1" fmla="*/ 188546 h 188546"/>
              <a:gd name="connsiteX2" fmla="*/ 385095 w 385094"/>
              <a:gd name="connsiteY2" fmla="*/ 95098 h 188546"/>
              <a:gd name="connsiteX3" fmla="*/ 0 w 385094"/>
              <a:gd name="connsiteY3" fmla="*/ 0 h 188546"/>
              <a:gd name="connsiteX4" fmla="*/ 0 w 385094"/>
              <a:gd name="connsiteY4" fmla="*/ 93067 h 188546"/>
            </a:gdLst>
            <a:ahLst/>
            <a:cxnLst/>
            <a:rect l="l" t="t" r="r" b="b"/>
            <a:pathLst>
              <a:path w="385094" h="188546">
                <a:moveTo>
                  <a:pt x="0" y="93067"/>
                </a:moveTo>
                <a:lnTo>
                  <a:pt x="385095" y="188546"/>
                </a:lnTo>
                <a:lnTo>
                  <a:pt x="385095" y="95098"/>
                </a:lnTo>
                <a:lnTo>
                  <a:pt x="0" y="0"/>
                </a:lnTo>
                <a:lnTo>
                  <a:pt x="0" y="93067"/>
                </a:lnTo>
                <a:close/>
              </a:path>
            </a:pathLst>
          </a:custGeom>
          <a:solidFill>
            <a:schemeClr val="accent5"/>
          </a:solidFill>
          <a:ln w="12690" cap="flat">
            <a:noFill/>
            <a:prstDash val="solid"/>
            <a:miter/>
          </a:ln>
        </p:spPr>
        <p:txBody>
          <a:bodyPr anchor="ctr"/>
          <a:lstStyle/>
          <a:p>
            <a:pPr>
              <a:buNone/>
            </a:pPr>
            <a:endParaRPr/>
          </a:p>
        </p:txBody>
      </p:sp>
      <p:sp>
        <p:nvSpPr>
          <p:cNvPr id="84" name="Freeform: Shape 83">
            <a:extLst>
              <a:ext uri="{FF2B5EF4-FFF2-40B4-BE49-F238E27FC236}">
                <a16:creationId xmlns:a16="http://schemas.microsoft.com/office/drawing/2014/main" id="{1E731EA2-E8C0-4855-BD36-B2BD56975040}"/>
              </a:ext>
            </a:extLst>
          </p:cNvPr>
          <p:cNvSpPr>
            <a:spLocks noGrp="1"/>
          </p:cNvSpPr>
          <p:nvPr/>
        </p:nvSpPr>
        <p:spPr>
          <a:xfrm>
            <a:off x="8271476" y="1752133"/>
            <a:ext cx="470924" cy="261425"/>
          </a:xfrm>
          <a:custGeom>
            <a:avLst/>
            <a:gdLst>
              <a:gd name="connsiteX0" fmla="*/ 470925 w 470924"/>
              <a:gd name="connsiteY0" fmla="*/ 187023 h 261425"/>
              <a:gd name="connsiteX1" fmla="*/ 393474 w 470924"/>
              <a:gd name="connsiteY1" fmla="*/ 163407 h 261425"/>
              <a:gd name="connsiteX2" fmla="*/ 393474 w 470924"/>
              <a:gd name="connsiteY2" fmla="*/ 163407 h 261425"/>
              <a:gd name="connsiteX3" fmla="*/ 312850 w 470924"/>
              <a:gd name="connsiteY3" fmla="*/ 139283 h 261425"/>
              <a:gd name="connsiteX4" fmla="*/ 312850 w 470924"/>
              <a:gd name="connsiteY4" fmla="*/ 139283 h 261425"/>
              <a:gd name="connsiteX5" fmla="*/ 312088 w 470924"/>
              <a:gd name="connsiteY5" fmla="*/ 139283 h 261425"/>
              <a:gd name="connsiteX6" fmla="*/ 311072 w 470924"/>
              <a:gd name="connsiteY6" fmla="*/ 138648 h 261425"/>
              <a:gd name="connsiteX7" fmla="*/ 311072 w 470924"/>
              <a:gd name="connsiteY7" fmla="*/ 138648 h 261425"/>
              <a:gd name="connsiteX8" fmla="*/ 311072 w 470924"/>
              <a:gd name="connsiteY8" fmla="*/ 138648 h 261425"/>
              <a:gd name="connsiteX9" fmla="*/ 311072 w 470924"/>
              <a:gd name="connsiteY9" fmla="*/ 137759 h 261425"/>
              <a:gd name="connsiteX10" fmla="*/ 311072 w 470924"/>
              <a:gd name="connsiteY10" fmla="*/ 136870 h 261425"/>
              <a:gd name="connsiteX11" fmla="*/ 311072 w 470924"/>
              <a:gd name="connsiteY11" fmla="*/ 135982 h 261425"/>
              <a:gd name="connsiteX12" fmla="*/ 311072 w 470924"/>
              <a:gd name="connsiteY12" fmla="*/ 134966 h 261425"/>
              <a:gd name="connsiteX13" fmla="*/ 311072 w 470924"/>
              <a:gd name="connsiteY13" fmla="*/ 134966 h 261425"/>
              <a:gd name="connsiteX14" fmla="*/ 311072 w 470924"/>
              <a:gd name="connsiteY14" fmla="*/ 134966 h 261425"/>
              <a:gd name="connsiteX15" fmla="*/ 311072 w 470924"/>
              <a:gd name="connsiteY15" fmla="*/ 134204 h 261425"/>
              <a:gd name="connsiteX16" fmla="*/ 311707 w 470924"/>
              <a:gd name="connsiteY16" fmla="*/ 133442 h 261425"/>
              <a:gd name="connsiteX17" fmla="*/ 311707 w 470924"/>
              <a:gd name="connsiteY17" fmla="*/ 133442 h 261425"/>
              <a:gd name="connsiteX18" fmla="*/ 344465 w 470924"/>
              <a:gd name="connsiteY18" fmla="*/ 106526 h 261425"/>
              <a:gd name="connsiteX19" fmla="*/ 392078 w 470924"/>
              <a:gd name="connsiteY19" fmla="*/ 56628 h 261425"/>
              <a:gd name="connsiteX20" fmla="*/ 204800 w 470924"/>
              <a:gd name="connsiteY20" fmla="*/ 0 h 261425"/>
              <a:gd name="connsiteX21" fmla="*/ 0 w 470924"/>
              <a:gd name="connsiteY21" fmla="*/ 166708 h 261425"/>
              <a:gd name="connsiteX22" fmla="*/ 383571 w 470924"/>
              <a:gd name="connsiteY22" fmla="*/ 261425 h 261425"/>
            </a:gdLst>
            <a:ahLst/>
            <a:cxnLst/>
            <a:rect l="l" t="t" r="r" b="b"/>
            <a:pathLst>
              <a:path w="470924" h="261425">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chemeClr val="accent1">
              <a:lumMod val="60000"/>
              <a:lumOff val="40000"/>
            </a:schemeClr>
          </a:solidFill>
          <a:ln w="12690" cap="flat">
            <a:noFill/>
            <a:prstDash val="solid"/>
            <a:miter/>
          </a:ln>
        </p:spPr>
        <p:txBody>
          <a:bodyPr anchor="ctr"/>
          <a:lstStyle/>
          <a:p>
            <a:pPr>
              <a:buNone/>
            </a:pPr>
            <a:endParaRPr/>
          </a:p>
        </p:txBody>
      </p:sp>
      <p:sp>
        <p:nvSpPr>
          <p:cNvPr id="85" name="Freeform: Shape 84">
            <a:extLst>
              <a:ext uri="{FF2B5EF4-FFF2-40B4-BE49-F238E27FC236}">
                <a16:creationId xmlns:a16="http://schemas.microsoft.com/office/drawing/2014/main" id="{BBD158FE-6B1E-4BE1-9C49-933EADFAA8F5}"/>
              </a:ext>
            </a:extLst>
          </p:cNvPr>
          <p:cNvSpPr>
            <a:spLocks noGrp="1"/>
          </p:cNvSpPr>
          <p:nvPr/>
        </p:nvSpPr>
        <p:spPr>
          <a:xfrm>
            <a:off x="8596134" y="1831742"/>
            <a:ext cx="64753" cy="72370"/>
          </a:xfrm>
          <a:custGeom>
            <a:avLst/>
            <a:gdLst>
              <a:gd name="connsiteX0" fmla="*/ 64753 w 64753"/>
              <a:gd name="connsiteY0" fmla="*/ 72371 h 72370"/>
              <a:gd name="connsiteX1" fmla="*/ 64753 w 64753"/>
              <a:gd name="connsiteY1" fmla="*/ 0 h 72370"/>
              <a:gd name="connsiteX2" fmla="*/ 0 w 64753"/>
              <a:gd name="connsiteY2" fmla="*/ 53072 h 72370"/>
              <a:gd name="connsiteX3" fmla="*/ 64753 w 64753"/>
              <a:gd name="connsiteY3" fmla="*/ 72371 h 72370"/>
            </a:gdLst>
            <a:ahLst/>
            <a:cxnLst/>
            <a:rect l="l" t="t" r="r" b="b"/>
            <a:pathLst>
              <a:path w="64753" h="72370">
                <a:moveTo>
                  <a:pt x="64753" y="72371"/>
                </a:moveTo>
                <a:lnTo>
                  <a:pt x="64753" y="0"/>
                </a:lnTo>
                <a:lnTo>
                  <a:pt x="0" y="53072"/>
                </a:lnTo>
                <a:lnTo>
                  <a:pt x="64753" y="72371"/>
                </a:lnTo>
                <a:close/>
              </a:path>
            </a:pathLst>
          </a:custGeom>
          <a:solidFill>
            <a:srgbClr val="F39891"/>
          </a:solidFill>
          <a:ln w="12690" cap="flat">
            <a:noFill/>
            <a:prstDash val="solid"/>
            <a:miter/>
          </a:ln>
        </p:spPr>
        <p:txBody>
          <a:bodyPr anchor="ctr"/>
          <a:lstStyle/>
          <a:p>
            <a:pPr>
              <a:buNone/>
            </a:pPr>
            <a:endParaRPr/>
          </a:p>
        </p:txBody>
      </p:sp>
      <p:sp>
        <p:nvSpPr>
          <p:cNvPr id="88" name="Freeform: Shape 87">
            <a:extLst>
              <a:ext uri="{FF2B5EF4-FFF2-40B4-BE49-F238E27FC236}">
                <a16:creationId xmlns:a16="http://schemas.microsoft.com/office/drawing/2014/main" id="{DEB40538-96AA-498C-BFC8-4B42E6FDE105}"/>
              </a:ext>
            </a:extLst>
          </p:cNvPr>
          <p:cNvSpPr>
            <a:spLocks noGrp="1"/>
          </p:cNvSpPr>
          <p:nvPr/>
        </p:nvSpPr>
        <p:spPr>
          <a:xfrm>
            <a:off x="5870252" y="307756"/>
            <a:ext cx="242636" cy="686002"/>
          </a:xfrm>
          <a:custGeom>
            <a:avLst/>
            <a:gdLst>
              <a:gd name="connsiteX0" fmla="*/ 242636 w 242636"/>
              <a:gd name="connsiteY0" fmla="*/ 0 h 686002"/>
              <a:gd name="connsiteX1" fmla="*/ 0 w 242636"/>
              <a:gd name="connsiteY1" fmla="*/ 197434 h 686002"/>
              <a:gd name="connsiteX2" fmla="*/ 0 w 242636"/>
              <a:gd name="connsiteY2" fmla="*/ 686003 h 686002"/>
              <a:gd name="connsiteX3" fmla="*/ 31361 w 242636"/>
              <a:gd name="connsiteY3" fmla="*/ 619980 h 686002"/>
              <a:gd name="connsiteX4" fmla="*/ 31361 w 242636"/>
              <a:gd name="connsiteY4" fmla="*/ 619980 h 686002"/>
              <a:gd name="connsiteX5" fmla="*/ 31361 w 242636"/>
              <a:gd name="connsiteY5" fmla="*/ 619218 h 686002"/>
              <a:gd name="connsiteX6" fmla="*/ 32123 w 242636"/>
              <a:gd name="connsiteY6" fmla="*/ 618457 h 686002"/>
              <a:gd name="connsiteX7" fmla="*/ 32123 w 242636"/>
              <a:gd name="connsiteY7" fmla="*/ 618457 h 686002"/>
              <a:gd name="connsiteX8" fmla="*/ 33392 w 242636"/>
              <a:gd name="connsiteY8" fmla="*/ 617822 h 686002"/>
              <a:gd name="connsiteX9" fmla="*/ 35678 w 242636"/>
              <a:gd name="connsiteY9" fmla="*/ 617822 h 686002"/>
              <a:gd name="connsiteX10" fmla="*/ 208355 w 242636"/>
              <a:gd name="connsiteY10" fmla="*/ 635470 h 686002"/>
              <a:gd name="connsiteX11" fmla="*/ 241366 w 242636"/>
              <a:gd name="connsiteY11" fmla="*/ 608553 h 686002"/>
            </a:gdLst>
            <a:ahLst/>
            <a:cxnLst/>
            <a:rect l="l" t="t" r="r" b="b"/>
            <a:pathLst>
              <a:path w="242636" h="686002">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chemeClr val="tx2">
              <a:lumMod val="10000"/>
              <a:lumOff val="90000"/>
            </a:schemeClr>
          </a:solidFill>
          <a:ln w="12690" cap="flat">
            <a:noFill/>
            <a:prstDash val="solid"/>
            <a:miter/>
          </a:ln>
        </p:spPr>
        <p:txBody>
          <a:bodyPr anchor="ctr"/>
          <a:lstStyle/>
          <a:p>
            <a:pPr>
              <a:buNone/>
            </a:pPr>
            <a:endParaRPr/>
          </a:p>
        </p:txBody>
      </p:sp>
      <p:sp>
        <p:nvSpPr>
          <p:cNvPr id="89" name="Freeform: Shape 88">
            <a:extLst>
              <a:ext uri="{FF2B5EF4-FFF2-40B4-BE49-F238E27FC236}">
                <a16:creationId xmlns:a16="http://schemas.microsoft.com/office/drawing/2014/main" id="{B997AA30-9185-4BA8-B58F-F64514EB009A}"/>
              </a:ext>
            </a:extLst>
          </p:cNvPr>
          <p:cNvSpPr>
            <a:spLocks noGrp="1"/>
          </p:cNvSpPr>
          <p:nvPr/>
        </p:nvSpPr>
        <p:spPr>
          <a:xfrm>
            <a:off x="4280737" y="38713"/>
            <a:ext cx="1577961" cy="1069316"/>
          </a:xfrm>
          <a:custGeom>
            <a:avLst/>
            <a:gdLst>
              <a:gd name="connsiteX0" fmla="*/ 1547743 w 1577961"/>
              <a:gd name="connsiteY0" fmla="*/ 1043288 h 1069316"/>
              <a:gd name="connsiteX1" fmla="*/ 1547743 w 1577961"/>
              <a:gd name="connsiteY1" fmla="*/ 1042400 h 1069316"/>
              <a:gd name="connsiteX2" fmla="*/ 1547743 w 1577961"/>
              <a:gd name="connsiteY2" fmla="*/ 1042400 h 1069316"/>
              <a:gd name="connsiteX3" fmla="*/ 1547743 w 1577961"/>
              <a:gd name="connsiteY3" fmla="*/ 1042400 h 1069316"/>
              <a:gd name="connsiteX4" fmla="*/ 1577961 w 1577961"/>
              <a:gd name="connsiteY4" fmla="*/ 978916 h 1069316"/>
              <a:gd name="connsiteX5" fmla="*/ 1577961 w 1577961"/>
              <a:gd name="connsiteY5" fmla="*/ 467874 h 1069316"/>
              <a:gd name="connsiteX6" fmla="*/ 1019555 w 1577961"/>
              <a:gd name="connsiteY6" fmla="*/ 298627 h 1069316"/>
              <a:gd name="connsiteX7" fmla="*/ 0 w 1577961"/>
              <a:gd name="connsiteY7" fmla="*/ 0 h 1069316"/>
              <a:gd name="connsiteX8" fmla="*/ 0 w 1577961"/>
              <a:gd name="connsiteY8" fmla="*/ 601316 h 1069316"/>
              <a:gd name="connsiteX9" fmla="*/ 1547743 w 1577961"/>
              <a:gd name="connsiteY9" fmla="*/ 1069317 h 1069316"/>
              <a:gd name="connsiteX10" fmla="*/ 1547743 w 1577961"/>
              <a:gd name="connsiteY10" fmla="*/ 1043923 h 1069316"/>
            </a:gdLst>
            <a:ahLst/>
            <a:cxnLst/>
            <a:rect l="l" t="t" r="r" b="b"/>
            <a:pathLst>
              <a:path w="1577961" h="1069316">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w="12690" cap="flat">
            <a:noFill/>
            <a:prstDash val="solid"/>
            <a:miter/>
          </a:ln>
        </p:spPr>
        <p:txBody>
          <a:bodyPr anchor="ctr"/>
          <a:lstStyle/>
          <a:p>
            <a:pPr>
              <a:buNone/>
            </a:pPr>
            <a:endParaRPr/>
          </a:p>
        </p:txBody>
      </p:sp>
      <p:sp>
        <p:nvSpPr>
          <p:cNvPr id="797" name="Freeform 796">
            <a:extLst>
              <a:ext uri="{FF2B5EF4-FFF2-40B4-BE49-F238E27FC236}">
                <a16:creationId xmlns:a16="http://schemas.microsoft.com/office/drawing/2014/main" id="{28C8952C-5B46-D1EC-FECE-2E1A2E1C1C1C}"/>
              </a:ext>
            </a:extLst>
          </p:cNvPr>
          <p:cNvSpPr>
            <a:spLocks noGrp="1"/>
          </p:cNvSpPr>
          <p:nvPr/>
        </p:nvSpPr>
        <p:spPr>
          <a:xfrm>
            <a:off x="4281244" y="-12696"/>
            <a:ext cx="1826185" cy="510522"/>
          </a:xfrm>
          <a:custGeom>
            <a:avLst/>
            <a:gdLst>
              <a:gd name="connsiteX0" fmla="*/ 45999 w 1826185"/>
              <a:gd name="connsiteY0" fmla="*/ 0 h 510522"/>
              <a:gd name="connsiteX1" fmla="*/ 795429 w 1826185"/>
              <a:gd name="connsiteY1" fmla="*/ 0 h 510522"/>
              <a:gd name="connsiteX2" fmla="*/ 1826185 w 1826185"/>
              <a:gd name="connsiteY2" fmla="*/ 311945 h 510522"/>
              <a:gd name="connsiteX3" fmla="*/ 1583294 w 1826185"/>
              <a:gd name="connsiteY3" fmla="*/ 510522 h 510522"/>
              <a:gd name="connsiteX4" fmla="*/ 0 w 1826185"/>
              <a:gd name="connsiteY4" fmla="*/ 31856 h 510522"/>
              <a:gd name="connsiteX5" fmla="*/ 13332 w 1826185"/>
              <a:gd name="connsiteY5" fmla="*/ 21064 h 510522"/>
              <a:gd name="connsiteX6" fmla="*/ 14728 w 1826185"/>
              <a:gd name="connsiteY6" fmla="*/ 21952 h 510522"/>
              <a:gd name="connsiteX7" fmla="*/ 16887 w 1826185"/>
              <a:gd name="connsiteY7" fmla="*/ 21952 h 510522"/>
              <a:gd name="connsiteX8" fmla="*/ 18664 w 1826185"/>
              <a:gd name="connsiteY8" fmla="*/ 21952 h 510522"/>
              <a:gd name="connsiteX9" fmla="*/ 20188 w 1826185"/>
              <a:gd name="connsiteY9" fmla="*/ 21064 h 510522"/>
            </a:gdLst>
            <a:ahLst/>
            <a:cxnLst/>
            <a:rect l="l" t="t" r="r" b="b"/>
            <a:pathLst>
              <a:path w="1826185" h="510522">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w="12690" cap="flat">
            <a:noFill/>
            <a:prstDash val="solid"/>
            <a:miter/>
          </a:ln>
        </p:spPr>
        <p:txBody>
          <a:bodyPr wrap="square" anchor="ctr">
            <a:noAutofit/>
          </a:bodyPr>
          <a:lstStyle/>
          <a:p>
            <a:pPr>
              <a:buNone/>
            </a:pPr>
            <a:endParaRPr/>
          </a:p>
        </p:txBody>
      </p:sp>
      <p:sp>
        <p:nvSpPr>
          <p:cNvPr id="803" name="Freeform 802">
            <a:extLst>
              <a:ext uri="{FF2B5EF4-FFF2-40B4-BE49-F238E27FC236}">
                <a16:creationId xmlns:a16="http://schemas.microsoft.com/office/drawing/2014/main" id="{FA10EB6E-9C26-5CF2-4D48-9099D7D162DF}"/>
              </a:ext>
            </a:extLst>
          </p:cNvPr>
          <p:cNvSpPr>
            <a:spLocks noGrp="1"/>
          </p:cNvSpPr>
          <p:nvPr/>
        </p:nvSpPr>
        <p:spPr>
          <a:xfrm>
            <a:off x="3884723" y="-12695"/>
            <a:ext cx="242636" cy="547597"/>
          </a:xfrm>
          <a:custGeom>
            <a:avLst/>
            <a:gdLst>
              <a:gd name="connsiteX0" fmla="*/ 0 w 242636"/>
              <a:gd name="connsiteY0" fmla="*/ 0 h 547597"/>
              <a:gd name="connsiteX1" fmla="*/ 242636 w 242636"/>
              <a:gd name="connsiteY1" fmla="*/ 0 h 547597"/>
              <a:gd name="connsiteX2" fmla="*/ 242636 w 242636"/>
              <a:gd name="connsiteY2" fmla="*/ 61948 h 547597"/>
              <a:gd name="connsiteX3" fmla="*/ 242636 w 242636"/>
              <a:gd name="connsiteY3" fmla="*/ 165553 h 547597"/>
              <a:gd name="connsiteX4" fmla="*/ 242636 w 242636"/>
              <a:gd name="connsiteY4" fmla="*/ 350036 h 547597"/>
              <a:gd name="connsiteX5" fmla="*/ 0 w 242636"/>
              <a:gd name="connsiteY5" fmla="*/ 547597 h 547597"/>
            </a:gdLst>
            <a:ahLst/>
            <a:cxnLst/>
            <a:rect l="l" t="t" r="r" b="b"/>
            <a:pathLst>
              <a:path w="242636" h="547597">
                <a:moveTo>
                  <a:pt x="0" y="0"/>
                </a:moveTo>
                <a:lnTo>
                  <a:pt x="242636" y="0"/>
                </a:lnTo>
                <a:lnTo>
                  <a:pt x="242636" y="61948"/>
                </a:lnTo>
                <a:lnTo>
                  <a:pt x="242636" y="165553"/>
                </a:lnTo>
                <a:lnTo>
                  <a:pt x="242636" y="350036"/>
                </a:lnTo>
                <a:lnTo>
                  <a:pt x="0" y="547597"/>
                </a:lnTo>
                <a:close/>
              </a:path>
            </a:pathLst>
          </a:custGeom>
          <a:solidFill>
            <a:schemeClr val="tx2"/>
          </a:solidFill>
          <a:ln w="12690" cap="flat">
            <a:noFill/>
            <a:prstDash val="solid"/>
            <a:miter/>
          </a:ln>
        </p:spPr>
        <p:txBody>
          <a:bodyPr wrap="square" anchor="ctr">
            <a:noAutofit/>
          </a:bodyPr>
          <a:lstStyle/>
          <a:p>
            <a:pPr>
              <a:buNone/>
            </a:pPr>
            <a:endParaRPr/>
          </a:p>
        </p:txBody>
      </p:sp>
      <p:sp>
        <p:nvSpPr>
          <p:cNvPr id="801" name="Freeform 800">
            <a:extLst>
              <a:ext uri="{FF2B5EF4-FFF2-40B4-BE49-F238E27FC236}">
                <a16:creationId xmlns:a16="http://schemas.microsoft.com/office/drawing/2014/main" id="{5CD91505-58C6-46EC-09EA-BF96BB70EFC8}"/>
              </a:ext>
            </a:extLst>
          </p:cNvPr>
          <p:cNvSpPr>
            <a:spLocks noGrp="1"/>
          </p:cNvSpPr>
          <p:nvPr/>
        </p:nvSpPr>
        <p:spPr>
          <a:xfrm>
            <a:off x="2048998" y="-12696"/>
            <a:ext cx="1824932" cy="551786"/>
          </a:xfrm>
          <a:custGeom>
            <a:avLst/>
            <a:gdLst>
              <a:gd name="connsiteX0" fmla="*/ 0 w 1824932"/>
              <a:gd name="connsiteY0" fmla="*/ 0 h 551786"/>
              <a:gd name="connsiteX1" fmla="*/ 1824932 w 1824932"/>
              <a:gd name="connsiteY1" fmla="*/ 0 h 551786"/>
              <a:gd name="connsiteX2" fmla="*/ 1824932 w 1824932"/>
              <a:gd name="connsiteY2" fmla="*/ 551786 h 551786"/>
            </a:gdLst>
            <a:ahLst/>
            <a:cxnLst/>
            <a:rect l="l" t="t" r="r" b="b"/>
            <a:pathLst>
              <a:path w="1824932" h="551786">
                <a:moveTo>
                  <a:pt x="0" y="0"/>
                </a:moveTo>
                <a:lnTo>
                  <a:pt x="1824932" y="0"/>
                </a:lnTo>
                <a:lnTo>
                  <a:pt x="1824932" y="551786"/>
                </a:lnTo>
                <a:close/>
              </a:path>
            </a:pathLst>
          </a:custGeom>
          <a:solidFill>
            <a:schemeClr val="accent5"/>
          </a:solidFill>
          <a:ln w="12690" cap="flat">
            <a:noFill/>
            <a:prstDash val="solid"/>
            <a:miter/>
          </a:ln>
        </p:spPr>
        <p:txBody>
          <a:bodyPr wrap="square" anchor="ctr">
            <a:noAutofit/>
          </a:bodyPr>
          <a:lstStyle/>
          <a:p>
            <a:pPr>
              <a:buNone/>
            </a:pPr>
            <a:endParaRPr/>
          </a:p>
        </p:txBody>
      </p:sp>
      <p:sp>
        <p:nvSpPr>
          <p:cNvPr id="94" name="Freeform: Shape 93">
            <a:extLst>
              <a:ext uri="{FF2B5EF4-FFF2-40B4-BE49-F238E27FC236}">
                <a16:creationId xmlns:a16="http://schemas.microsoft.com/office/drawing/2014/main" id="{672DE4E8-6A11-4EFA-BA87-7412B18193E3}"/>
              </a:ext>
            </a:extLst>
          </p:cNvPr>
          <p:cNvSpPr>
            <a:spLocks noGrp="1"/>
          </p:cNvSpPr>
          <p:nvPr/>
        </p:nvSpPr>
        <p:spPr>
          <a:xfrm>
            <a:off x="7060071" y="934974"/>
            <a:ext cx="510666" cy="160232"/>
          </a:xfrm>
          <a:custGeom>
            <a:avLst/>
            <a:gdLst>
              <a:gd name="connsiteX0" fmla="*/ 0 w 510666"/>
              <a:gd name="connsiteY0" fmla="*/ 0 h 160232"/>
              <a:gd name="connsiteX1" fmla="*/ 0 w 510666"/>
              <a:gd name="connsiteY1" fmla="*/ 108049 h 160232"/>
              <a:gd name="connsiteX2" fmla="*/ 510667 w 510666"/>
              <a:gd name="connsiteY2" fmla="*/ 160232 h 160232"/>
              <a:gd name="connsiteX3" fmla="*/ 510667 w 510666"/>
              <a:gd name="connsiteY3" fmla="*/ 133188 h 160232"/>
              <a:gd name="connsiteX4" fmla="*/ 0 w 510666"/>
              <a:gd name="connsiteY4" fmla="*/ 0 h 160232"/>
            </a:gdLst>
            <a:ahLst/>
            <a:cxnLst/>
            <a:rect l="l" t="t" r="r" b="b"/>
            <a:pathLst>
              <a:path w="510666" h="160232">
                <a:moveTo>
                  <a:pt x="0" y="0"/>
                </a:moveTo>
                <a:lnTo>
                  <a:pt x="0" y="108049"/>
                </a:lnTo>
                <a:lnTo>
                  <a:pt x="510667" y="160232"/>
                </a:lnTo>
                <a:lnTo>
                  <a:pt x="510667" y="133188"/>
                </a:lnTo>
                <a:lnTo>
                  <a:pt x="0" y="0"/>
                </a:lnTo>
                <a:close/>
              </a:path>
            </a:pathLst>
          </a:custGeom>
          <a:solidFill>
            <a:schemeClr val="accent1">
              <a:lumMod val="75000"/>
            </a:schemeClr>
          </a:solidFill>
          <a:ln w="12690" cap="flat">
            <a:noFill/>
            <a:prstDash val="solid"/>
            <a:miter/>
          </a:ln>
        </p:spPr>
        <p:txBody>
          <a:bodyPr anchor="ctr"/>
          <a:lstStyle/>
          <a:p>
            <a:pPr>
              <a:buNone/>
            </a:pPr>
            <a:endParaRPr/>
          </a:p>
        </p:txBody>
      </p:sp>
      <p:sp>
        <p:nvSpPr>
          <p:cNvPr id="95" name="Freeform: Shape 94">
            <a:extLst>
              <a:ext uri="{FF2B5EF4-FFF2-40B4-BE49-F238E27FC236}">
                <a16:creationId xmlns:a16="http://schemas.microsoft.com/office/drawing/2014/main" id="{43293CA4-CE6D-4F7C-85CE-24836ED615F6}"/>
              </a:ext>
            </a:extLst>
          </p:cNvPr>
          <p:cNvSpPr>
            <a:spLocks noGrp="1"/>
          </p:cNvSpPr>
          <p:nvPr/>
        </p:nvSpPr>
        <p:spPr>
          <a:xfrm>
            <a:off x="8667235" y="1770925"/>
            <a:ext cx="1164933" cy="547100"/>
          </a:xfrm>
          <a:custGeom>
            <a:avLst/>
            <a:gdLst>
              <a:gd name="connsiteX0" fmla="*/ 4444 w 1164933"/>
              <a:gd name="connsiteY0" fmla="*/ 0 h 547100"/>
              <a:gd name="connsiteX1" fmla="*/ 4444 w 1164933"/>
              <a:gd name="connsiteY1" fmla="*/ 31361 h 547100"/>
              <a:gd name="connsiteX2" fmla="*/ 4444 w 1164933"/>
              <a:gd name="connsiteY2" fmla="*/ 32250 h 547100"/>
              <a:gd name="connsiteX3" fmla="*/ 4444 w 1164933"/>
              <a:gd name="connsiteY3" fmla="*/ 33012 h 547100"/>
              <a:gd name="connsiteX4" fmla="*/ 4444 w 1164933"/>
              <a:gd name="connsiteY4" fmla="*/ 33012 h 547100"/>
              <a:gd name="connsiteX5" fmla="*/ 2794 w 1164933"/>
              <a:gd name="connsiteY5" fmla="*/ 35170 h 547100"/>
              <a:gd name="connsiteX6" fmla="*/ 2794 w 1164933"/>
              <a:gd name="connsiteY6" fmla="*/ 35170 h 547100"/>
              <a:gd name="connsiteX7" fmla="*/ 0 w 1164933"/>
              <a:gd name="connsiteY7" fmla="*/ 35932 h 547100"/>
              <a:gd name="connsiteX8" fmla="*/ 0 w 1164933"/>
              <a:gd name="connsiteY8" fmla="*/ 44438 h 547100"/>
              <a:gd name="connsiteX9" fmla="*/ 0 w 1164933"/>
              <a:gd name="connsiteY9" fmla="*/ 44438 h 547100"/>
              <a:gd name="connsiteX10" fmla="*/ 1143 w 1164933"/>
              <a:gd name="connsiteY10" fmla="*/ 44438 h 547100"/>
              <a:gd name="connsiteX11" fmla="*/ 2032 w 1164933"/>
              <a:gd name="connsiteY11" fmla="*/ 44438 h 547100"/>
              <a:gd name="connsiteX12" fmla="*/ 2667 w 1164933"/>
              <a:gd name="connsiteY12" fmla="*/ 44438 h 547100"/>
              <a:gd name="connsiteX13" fmla="*/ 3682 w 1164933"/>
              <a:gd name="connsiteY13" fmla="*/ 45073 h 547100"/>
              <a:gd name="connsiteX14" fmla="*/ 3682 w 1164933"/>
              <a:gd name="connsiteY14" fmla="*/ 45073 h 547100"/>
              <a:gd name="connsiteX15" fmla="*/ 3682 w 1164933"/>
              <a:gd name="connsiteY15" fmla="*/ 45073 h 547100"/>
              <a:gd name="connsiteX16" fmla="*/ 3682 w 1164933"/>
              <a:gd name="connsiteY16" fmla="*/ 46089 h 547100"/>
              <a:gd name="connsiteX17" fmla="*/ 3682 w 1164933"/>
              <a:gd name="connsiteY17" fmla="*/ 47105 h 547100"/>
              <a:gd name="connsiteX18" fmla="*/ 3682 w 1164933"/>
              <a:gd name="connsiteY18" fmla="*/ 47866 h 547100"/>
              <a:gd name="connsiteX19" fmla="*/ 3682 w 1164933"/>
              <a:gd name="connsiteY19" fmla="*/ 134585 h 547100"/>
              <a:gd name="connsiteX20" fmla="*/ 86592 w 1164933"/>
              <a:gd name="connsiteY20" fmla="*/ 159979 h 547100"/>
              <a:gd name="connsiteX21" fmla="*/ 86592 w 1164933"/>
              <a:gd name="connsiteY21" fmla="*/ 159979 h 547100"/>
              <a:gd name="connsiteX22" fmla="*/ 87354 w 1164933"/>
              <a:gd name="connsiteY22" fmla="*/ 159979 h 547100"/>
              <a:gd name="connsiteX23" fmla="*/ 88116 w 1164933"/>
              <a:gd name="connsiteY23" fmla="*/ 159979 h 547100"/>
              <a:gd name="connsiteX24" fmla="*/ 88116 w 1164933"/>
              <a:gd name="connsiteY24" fmla="*/ 159979 h 547100"/>
              <a:gd name="connsiteX25" fmla="*/ 88116 w 1164933"/>
              <a:gd name="connsiteY25" fmla="*/ 159979 h 547100"/>
              <a:gd name="connsiteX26" fmla="*/ 88116 w 1164933"/>
              <a:gd name="connsiteY26" fmla="*/ 159979 h 547100"/>
              <a:gd name="connsiteX27" fmla="*/ 88116 w 1164933"/>
              <a:gd name="connsiteY27" fmla="*/ 160740 h 547100"/>
              <a:gd name="connsiteX28" fmla="*/ 88116 w 1164933"/>
              <a:gd name="connsiteY28" fmla="*/ 160740 h 547100"/>
              <a:gd name="connsiteX29" fmla="*/ 88116 w 1164933"/>
              <a:gd name="connsiteY29" fmla="*/ 161502 h 547100"/>
              <a:gd name="connsiteX30" fmla="*/ 88116 w 1164933"/>
              <a:gd name="connsiteY30" fmla="*/ 162264 h 547100"/>
              <a:gd name="connsiteX31" fmla="*/ 88116 w 1164933"/>
              <a:gd name="connsiteY31" fmla="*/ 218891 h 547100"/>
              <a:gd name="connsiteX32" fmla="*/ 1164934 w 1164933"/>
              <a:gd name="connsiteY32" fmla="*/ 547101 h 547100"/>
              <a:gd name="connsiteX33" fmla="*/ 1164934 w 1164933"/>
              <a:gd name="connsiteY33" fmla="*/ 350302 h 547100"/>
            </a:gdLst>
            <a:ahLst/>
            <a:cxnLst/>
            <a:rect l="l" t="t" r="r" b="b"/>
            <a:pathLst>
              <a:path w="1164933" h="547100">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chemeClr val="accent1">
              <a:lumMod val="75000"/>
            </a:schemeClr>
          </a:solidFill>
          <a:ln w="12690" cap="flat">
            <a:noFill/>
            <a:prstDash val="solid"/>
            <a:miter/>
          </a:ln>
        </p:spPr>
        <p:txBody>
          <a:bodyPr anchor="ctr"/>
          <a:lstStyle/>
          <a:p>
            <a:pPr>
              <a:buNone/>
            </a:pPr>
            <a:endParaRPr/>
          </a:p>
        </p:txBody>
      </p:sp>
      <p:sp>
        <p:nvSpPr>
          <p:cNvPr id="96" name="Freeform: Shape 95">
            <a:extLst>
              <a:ext uri="{FF2B5EF4-FFF2-40B4-BE49-F238E27FC236}">
                <a16:creationId xmlns:a16="http://schemas.microsoft.com/office/drawing/2014/main" id="{00F1CE69-AE4C-4B0B-BE72-60D73A336D54}"/>
              </a:ext>
            </a:extLst>
          </p:cNvPr>
          <p:cNvSpPr>
            <a:spLocks noGrp="1"/>
          </p:cNvSpPr>
          <p:nvPr/>
        </p:nvSpPr>
        <p:spPr>
          <a:xfrm>
            <a:off x="5839272" y="1087842"/>
            <a:ext cx="3068949" cy="638517"/>
          </a:xfrm>
          <a:custGeom>
            <a:avLst/>
            <a:gdLst>
              <a:gd name="connsiteX0" fmla="*/ 0 w 3068949"/>
              <a:gd name="connsiteY0" fmla="*/ 0 h 638517"/>
              <a:gd name="connsiteX1" fmla="*/ 0 w 3068949"/>
              <a:gd name="connsiteY1" fmla="*/ 27044 h 638517"/>
              <a:gd name="connsiteX2" fmla="*/ 0 w 3068949"/>
              <a:gd name="connsiteY2" fmla="*/ 197053 h 638517"/>
              <a:gd name="connsiteX3" fmla="*/ 2865292 w 3068949"/>
              <a:gd name="connsiteY3" fmla="*/ 638517 h 638517"/>
              <a:gd name="connsiteX4" fmla="*/ 3068949 w 3068949"/>
              <a:gd name="connsiteY4" fmla="*/ 473079 h 638517"/>
              <a:gd name="connsiteX5" fmla="*/ 0 w 3068949"/>
              <a:gd name="connsiteY5" fmla="*/ 0 h 638517"/>
            </a:gdLst>
            <a:ahLst/>
            <a:cxnLst/>
            <a:rect l="l" t="t" r="r" b="b"/>
            <a:pathLst>
              <a:path w="3068949" h="638517">
                <a:moveTo>
                  <a:pt x="0" y="0"/>
                </a:moveTo>
                <a:lnTo>
                  <a:pt x="0" y="27044"/>
                </a:lnTo>
                <a:lnTo>
                  <a:pt x="0" y="197053"/>
                </a:lnTo>
                <a:lnTo>
                  <a:pt x="2865292" y="638517"/>
                </a:lnTo>
                <a:lnTo>
                  <a:pt x="3068949" y="473079"/>
                </a:lnTo>
                <a:lnTo>
                  <a:pt x="0" y="0"/>
                </a:lnTo>
                <a:close/>
              </a:path>
            </a:pathLst>
          </a:custGeom>
          <a:solidFill>
            <a:schemeClr val="tx2">
              <a:lumMod val="10000"/>
              <a:lumOff val="90000"/>
            </a:schemeClr>
          </a:solidFill>
          <a:ln w="12690" cap="flat">
            <a:noFill/>
            <a:prstDash val="solid"/>
            <a:miter/>
          </a:ln>
        </p:spPr>
        <p:txBody>
          <a:bodyPr anchor="ctr"/>
          <a:lstStyle/>
          <a:p>
            <a:pPr>
              <a:buNone/>
            </a:pPr>
            <a:endParaRPr/>
          </a:p>
        </p:txBody>
      </p:sp>
      <p:sp>
        <p:nvSpPr>
          <p:cNvPr id="97" name="Freeform: Shape 96">
            <a:extLst>
              <a:ext uri="{FF2B5EF4-FFF2-40B4-BE49-F238E27FC236}">
                <a16:creationId xmlns:a16="http://schemas.microsoft.com/office/drawing/2014/main" id="{333F33F3-FFC2-4DDE-BE0A-527A573E8EA1}"/>
              </a:ext>
            </a:extLst>
          </p:cNvPr>
          <p:cNvSpPr>
            <a:spLocks noGrp="1"/>
          </p:cNvSpPr>
          <p:nvPr/>
        </p:nvSpPr>
        <p:spPr>
          <a:xfrm>
            <a:off x="10341185" y="2444231"/>
            <a:ext cx="758888" cy="229302"/>
          </a:xfrm>
          <a:custGeom>
            <a:avLst/>
            <a:gdLst>
              <a:gd name="connsiteX0" fmla="*/ 476511 w 758888"/>
              <a:gd name="connsiteY0" fmla="*/ 151852 h 229302"/>
              <a:gd name="connsiteX1" fmla="*/ 758889 w 758888"/>
              <a:gd name="connsiteY1" fmla="*/ 229302 h 229302"/>
              <a:gd name="connsiteX2" fmla="*/ 0 w 758888"/>
              <a:gd name="connsiteY2" fmla="*/ 0 h 229302"/>
              <a:gd name="connsiteX3" fmla="*/ 476511 w 758888"/>
              <a:gd name="connsiteY3" fmla="*/ 151852 h 229302"/>
            </a:gdLst>
            <a:ahLst/>
            <a:cxnLst/>
            <a:rect l="l" t="t" r="r" b="b"/>
            <a:pathLst>
              <a:path w="758888" h="229302">
                <a:moveTo>
                  <a:pt x="476511" y="151852"/>
                </a:moveTo>
                <a:lnTo>
                  <a:pt x="758889" y="229302"/>
                </a:lnTo>
                <a:lnTo>
                  <a:pt x="0" y="0"/>
                </a:lnTo>
                <a:lnTo>
                  <a:pt x="476511" y="151852"/>
                </a:lnTo>
                <a:close/>
              </a:path>
            </a:pathLst>
          </a:custGeom>
          <a:solidFill>
            <a:srgbClr val="F59994"/>
          </a:solidFill>
          <a:ln w="12690" cap="flat">
            <a:noFill/>
            <a:prstDash val="solid"/>
            <a:miter/>
          </a:ln>
        </p:spPr>
        <p:txBody>
          <a:bodyPr anchor="ctr"/>
          <a:lstStyle/>
          <a:p>
            <a:pPr>
              <a:buNone/>
            </a:pPr>
            <a:endParaRPr/>
          </a:p>
        </p:txBody>
      </p:sp>
      <p:sp>
        <p:nvSpPr>
          <p:cNvPr id="98" name="Freeform: Shape 97">
            <a:extLst>
              <a:ext uri="{FF2B5EF4-FFF2-40B4-BE49-F238E27FC236}">
                <a16:creationId xmlns:a16="http://schemas.microsoft.com/office/drawing/2014/main" id="{FC69BE9E-209A-44C9-A643-31AB33338516}"/>
              </a:ext>
            </a:extLst>
          </p:cNvPr>
          <p:cNvSpPr>
            <a:spLocks noGrp="1"/>
          </p:cNvSpPr>
          <p:nvPr/>
        </p:nvSpPr>
        <p:spPr>
          <a:xfrm>
            <a:off x="9841438" y="2122369"/>
            <a:ext cx="1764858" cy="708603"/>
          </a:xfrm>
          <a:custGeom>
            <a:avLst/>
            <a:gdLst>
              <a:gd name="connsiteX0" fmla="*/ 1524 w 1764858"/>
              <a:gd name="connsiteY0" fmla="*/ 199211 h 708603"/>
              <a:gd name="connsiteX1" fmla="*/ 23997 w 1764858"/>
              <a:gd name="connsiteY1" fmla="*/ 205687 h 708603"/>
              <a:gd name="connsiteX2" fmla="*/ 183342 w 1764858"/>
              <a:gd name="connsiteY2" fmla="*/ 222192 h 708603"/>
              <a:gd name="connsiteX3" fmla="*/ 183342 w 1764858"/>
              <a:gd name="connsiteY3" fmla="*/ 221177 h 708603"/>
              <a:gd name="connsiteX4" fmla="*/ 190199 w 1764858"/>
              <a:gd name="connsiteY4" fmla="*/ 218129 h 708603"/>
              <a:gd name="connsiteX5" fmla="*/ 1444391 w 1764858"/>
              <a:gd name="connsiteY5" fmla="*/ 596999 h 708603"/>
              <a:gd name="connsiteX6" fmla="*/ 1444391 w 1764858"/>
              <a:gd name="connsiteY6" fmla="*/ 596999 h 708603"/>
              <a:gd name="connsiteX7" fmla="*/ 1445407 w 1764858"/>
              <a:gd name="connsiteY7" fmla="*/ 596999 h 708603"/>
              <a:gd name="connsiteX8" fmla="*/ 1446169 w 1764858"/>
              <a:gd name="connsiteY8" fmla="*/ 596999 h 708603"/>
              <a:gd name="connsiteX9" fmla="*/ 1446169 w 1764858"/>
              <a:gd name="connsiteY9" fmla="*/ 596999 h 708603"/>
              <a:gd name="connsiteX10" fmla="*/ 1446169 w 1764858"/>
              <a:gd name="connsiteY10" fmla="*/ 596999 h 708603"/>
              <a:gd name="connsiteX11" fmla="*/ 1446169 w 1764858"/>
              <a:gd name="connsiteY11" fmla="*/ 597761 h 708603"/>
              <a:gd name="connsiteX12" fmla="*/ 1446169 w 1764858"/>
              <a:gd name="connsiteY12" fmla="*/ 598650 h 708603"/>
              <a:gd name="connsiteX13" fmla="*/ 1446169 w 1764858"/>
              <a:gd name="connsiteY13" fmla="*/ 599538 h 708603"/>
              <a:gd name="connsiteX14" fmla="*/ 1446169 w 1764858"/>
              <a:gd name="connsiteY14" fmla="*/ 600554 h 708603"/>
              <a:gd name="connsiteX15" fmla="*/ 1446169 w 1764858"/>
              <a:gd name="connsiteY15" fmla="*/ 601189 h 708603"/>
              <a:gd name="connsiteX16" fmla="*/ 1446169 w 1764858"/>
              <a:gd name="connsiteY16" fmla="*/ 601189 h 708603"/>
              <a:gd name="connsiteX17" fmla="*/ 1444772 w 1764858"/>
              <a:gd name="connsiteY17" fmla="*/ 603094 h 708603"/>
              <a:gd name="connsiteX18" fmla="*/ 1441217 w 1764858"/>
              <a:gd name="connsiteY18" fmla="*/ 606141 h 708603"/>
              <a:gd name="connsiteX19" fmla="*/ 1441217 w 1764858"/>
              <a:gd name="connsiteY19" fmla="*/ 615409 h 708603"/>
              <a:gd name="connsiteX20" fmla="*/ 1442867 w 1764858"/>
              <a:gd name="connsiteY20" fmla="*/ 615409 h 708603"/>
              <a:gd name="connsiteX21" fmla="*/ 1764859 w 1764858"/>
              <a:gd name="connsiteY21" fmla="*/ 708603 h 708603"/>
              <a:gd name="connsiteX22" fmla="*/ 1764859 w 1764858"/>
              <a:gd name="connsiteY22" fmla="*/ 511804 h 708603"/>
              <a:gd name="connsiteX23" fmla="*/ 0 w 1764858"/>
              <a:gd name="connsiteY23" fmla="*/ 0 h 708603"/>
            </a:gdLst>
            <a:ahLst/>
            <a:cxnLst/>
            <a:rect l="l" t="t" r="r" b="b"/>
            <a:pathLst>
              <a:path w="1764858" h="708603">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w="12690" cap="flat">
            <a:noFill/>
            <a:prstDash val="solid"/>
            <a:miter/>
          </a:ln>
        </p:spPr>
        <p:txBody>
          <a:bodyPr anchor="ctr"/>
          <a:lstStyle/>
          <a:p>
            <a:pPr>
              <a:buNone/>
            </a:pPr>
            <a:endParaRPr/>
          </a:p>
        </p:txBody>
      </p:sp>
      <p:sp>
        <p:nvSpPr>
          <p:cNvPr id="99" name="Freeform: Shape 98">
            <a:extLst>
              <a:ext uri="{FF2B5EF4-FFF2-40B4-BE49-F238E27FC236}">
                <a16:creationId xmlns:a16="http://schemas.microsoft.com/office/drawing/2014/main" id="{6FD68C00-9475-46D5-9199-D48BF24D2B87}"/>
              </a:ext>
            </a:extLst>
          </p:cNvPr>
          <p:cNvSpPr>
            <a:spLocks noGrp="1"/>
          </p:cNvSpPr>
          <p:nvPr/>
        </p:nvSpPr>
        <p:spPr>
          <a:xfrm>
            <a:off x="5841684" y="934974"/>
            <a:ext cx="4550795" cy="1177492"/>
          </a:xfrm>
          <a:custGeom>
            <a:avLst/>
            <a:gdLst>
              <a:gd name="connsiteX0" fmla="*/ 4550796 w 4550795"/>
              <a:gd name="connsiteY0" fmla="*/ 724601 h 1177492"/>
              <a:gd name="connsiteX1" fmla="*/ 3304984 w 4550795"/>
              <a:gd name="connsiteY1" fmla="*/ 348398 h 1177492"/>
              <a:gd name="connsiteX2" fmla="*/ 3304984 w 4550795"/>
              <a:gd name="connsiteY2" fmla="*/ 348398 h 1177492"/>
              <a:gd name="connsiteX3" fmla="*/ 3222073 w 4550795"/>
              <a:gd name="connsiteY3" fmla="*/ 323004 h 1177492"/>
              <a:gd name="connsiteX4" fmla="*/ 1920268 w 4550795"/>
              <a:gd name="connsiteY4" fmla="*/ 189562 h 1177492"/>
              <a:gd name="connsiteX5" fmla="*/ 1733878 w 4550795"/>
              <a:gd name="connsiteY5" fmla="*/ 170517 h 1177492"/>
              <a:gd name="connsiteX6" fmla="*/ 1212293 w 4550795"/>
              <a:gd name="connsiteY6" fmla="*/ 117191 h 1177492"/>
              <a:gd name="connsiteX7" fmla="*/ 238954 w 4550795"/>
              <a:gd name="connsiteY7" fmla="*/ 17394 h 1177492"/>
              <a:gd name="connsiteX8" fmla="*/ 68055 w 4550795"/>
              <a:gd name="connsiteY8" fmla="*/ 0 h 1177492"/>
              <a:gd name="connsiteX9" fmla="*/ 27933 w 4550795"/>
              <a:gd name="connsiteY9" fmla="*/ 84433 h 1177492"/>
              <a:gd name="connsiteX10" fmla="*/ 27933 w 4550795"/>
              <a:gd name="connsiteY10" fmla="*/ 84433 h 1177492"/>
              <a:gd name="connsiteX11" fmla="*/ 0 w 4550795"/>
              <a:gd name="connsiteY11" fmla="*/ 143219 h 1177492"/>
              <a:gd name="connsiteX12" fmla="*/ 3079488 w 4550795"/>
              <a:gd name="connsiteY12" fmla="*/ 617948 h 1177492"/>
              <a:gd name="connsiteX13" fmla="*/ 3080122 w 4550795"/>
              <a:gd name="connsiteY13" fmla="*/ 617948 h 1177492"/>
              <a:gd name="connsiteX14" fmla="*/ 3081138 w 4550795"/>
              <a:gd name="connsiteY14" fmla="*/ 617948 h 1177492"/>
              <a:gd name="connsiteX15" fmla="*/ 3082027 w 4550795"/>
              <a:gd name="connsiteY15" fmla="*/ 617948 h 1177492"/>
              <a:gd name="connsiteX16" fmla="*/ 3082027 w 4550795"/>
              <a:gd name="connsiteY16" fmla="*/ 617948 h 1177492"/>
              <a:gd name="connsiteX17" fmla="*/ 3082027 w 4550795"/>
              <a:gd name="connsiteY17" fmla="*/ 617948 h 1177492"/>
              <a:gd name="connsiteX18" fmla="*/ 3082027 w 4550795"/>
              <a:gd name="connsiteY18" fmla="*/ 618837 h 1177492"/>
              <a:gd name="connsiteX19" fmla="*/ 3082027 w 4550795"/>
              <a:gd name="connsiteY19" fmla="*/ 619726 h 1177492"/>
              <a:gd name="connsiteX20" fmla="*/ 3082027 w 4550795"/>
              <a:gd name="connsiteY20" fmla="*/ 620615 h 1177492"/>
              <a:gd name="connsiteX21" fmla="*/ 3082027 w 4550795"/>
              <a:gd name="connsiteY21" fmla="*/ 622139 h 1177492"/>
              <a:gd name="connsiteX22" fmla="*/ 3080377 w 4550795"/>
              <a:gd name="connsiteY22" fmla="*/ 624678 h 1177492"/>
              <a:gd name="connsiteX23" fmla="*/ 3080377 w 4550795"/>
              <a:gd name="connsiteY23" fmla="*/ 624678 h 1177492"/>
              <a:gd name="connsiteX24" fmla="*/ 2868086 w 4550795"/>
              <a:gd name="connsiteY24" fmla="*/ 800273 h 1177492"/>
              <a:gd name="connsiteX25" fmla="*/ 2835074 w 4550795"/>
              <a:gd name="connsiteY25" fmla="*/ 827190 h 1177492"/>
              <a:gd name="connsiteX26" fmla="*/ 3994675 w 4550795"/>
              <a:gd name="connsiteY26" fmla="*/ 1177492 h 1177492"/>
            </a:gdLst>
            <a:ahLst/>
            <a:cxnLst/>
            <a:rect l="l" t="t" r="r" b="b"/>
            <a:pathLst>
              <a:path w="4550795" h="1177492">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chemeClr val="accent5">
              <a:lumMod val="75000"/>
            </a:schemeClr>
          </a:solidFill>
          <a:ln w="12690" cap="flat">
            <a:noFill/>
            <a:prstDash val="solid"/>
            <a:miter/>
          </a:ln>
        </p:spPr>
        <p:txBody>
          <a:bodyPr anchor="ctr"/>
          <a:lstStyle/>
          <a:p>
            <a:pPr>
              <a:buNone/>
            </a:pPr>
            <a:endParaRPr/>
          </a:p>
        </p:txBody>
      </p:sp>
      <p:sp>
        <p:nvSpPr>
          <p:cNvPr id="100" name="Freeform: Shape 99">
            <a:extLst>
              <a:ext uri="{FF2B5EF4-FFF2-40B4-BE49-F238E27FC236}">
                <a16:creationId xmlns:a16="http://schemas.microsoft.com/office/drawing/2014/main" id="{34E4848C-69F7-4A89-957C-F518EB45FE72}"/>
              </a:ext>
            </a:extLst>
          </p:cNvPr>
          <p:cNvSpPr>
            <a:spLocks noGrp="1"/>
          </p:cNvSpPr>
          <p:nvPr/>
        </p:nvSpPr>
        <p:spPr>
          <a:xfrm>
            <a:off x="9241513" y="1301655"/>
            <a:ext cx="1286569" cy="350428"/>
          </a:xfrm>
          <a:custGeom>
            <a:avLst/>
            <a:gdLst>
              <a:gd name="connsiteX0" fmla="*/ 0 w 1286569"/>
              <a:gd name="connsiteY0" fmla="*/ 0 h 350428"/>
              <a:gd name="connsiteX1" fmla="*/ 1160236 w 1286569"/>
              <a:gd name="connsiteY1" fmla="*/ 350429 h 350428"/>
              <a:gd name="connsiteX2" fmla="*/ 1286570 w 1286569"/>
              <a:gd name="connsiteY2" fmla="*/ 247712 h 350428"/>
              <a:gd name="connsiteX3" fmla="*/ 400204 w 1286569"/>
              <a:gd name="connsiteY3" fmla="*/ 77069 h 350428"/>
              <a:gd name="connsiteX4" fmla="*/ 0 w 1286569"/>
              <a:gd name="connsiteY4" fmla="*/ 0 h 350428"/>
            </a:gdLst>
            <a:ahLst/>
            <a:cxnLst/>
            <a:rect l="l" t="t" r="r" b="b"/>
            <a:pathLst>
              <a:path w="1286569" h="350428">
                <a:moveTo>
                  <a:pt x="0" y="0"/>
                </a:moveTo>
                <a:lnTo>
                  <a:pt x="1160236" y="350429"/>
                </a:lnTo>
                <a:lnTo>
                  <a:pt x="1286570" y="247712"/>
                </a:lnTo>
                <a:lnTo>
                  <a:pt x="400204" y="77069"/>
                </a:lnTo>
                <a:lnTo>
                  <a:pt x="0" y="0"/>
                </a:lnTo>
                <a:close/>
              </a:path>
            </a:pathLst>
          </a:custGeom>
          <a:solidFill>
            <a:srgbClr val="C5E3E3"/>
          </a:solidFill>
          <a:ln w="12690" cap="flat">
            <a:noFill/>
            <a:prstDash val="solid"/>
            <a:miter/>
          </a:ln>
        </p:spPr>
        <p:txBody>
          <a:bodyPr anchor="ctr"/>
          <a:lstStyle/>
          <a:p>
            <a:pPr>
              <a:buNone/>
            </a:pPr>
            <a:endParaRPr/>
          </a:p>
        </p:txBody>
      </p:sp>
      <p:sp>
        <p:nvSpPr>
          <p:cNvPr id="101" name="Freeform: Shape 100">
            <a:extLst>
              <a:ext uri="{FF2B5EF4-FFF2-40B4-BE49-F238E27FC236}">
                <a16:creationId xmlns:a16="http://schemas.microsoft.com/office/drawing/2014/main" id="{B34B9893-DA6D-44A3-8276-2500C282F762}"/>
              </a:ext>
            </a:extLst>
          </p:cNvPr>
          <p:cNvSpPr>
            <a:spLocks noGrp="1"/>
          </p:cNvSpPr>
          <p:nvPr/>
        </p:nvSpPr>
        <p:spPr>
          <a:xfrm>
            <a:off x="10413557" y="1551906"/>
            <a:ext cx="1759399" cy="580239"/>
          </a:xfrm>
          <a:custGeom>
            <a:avLst/>
            <a:gdLst>
              <a:gd name="connsiteX0" fmla="*/ 640809 w 1759399"/>
              <a:gd name="connsiteY0" fmla="*/ 107541 h 580239"/>
              <a:gd name="connsiteX1" fmla="*/ 640809 w 1759399"/>
              <a:gd name="connsiteY1" fmla="*/ 107541 h 580239"/>
              <a:gd name="connsiteX2" fmla="*/ 222449 w 1759399"/>
              <a:gd name="connsiteY2" fmla="*/ 19807 h 580239"/>
              <a:gd name="connsiteX3" fmla="*/ 127604 w 1759399"/>
              <a:gd name="connsiteY3" fmla="*/ 0 h 580239"/>
              <a:gd name="connsiteX4" fmla="*/ 0 w 1759399"/>
              <a:gd name="connsiteY4" fmla="*/ 103732 h 580239"/>
              <a:gd name="connsiteX5" fmla="*/ 1576565 w 1759399"/>
              <a:gd name="connsiteY5" fmla="*/ 580239 h 580239"/>
              <a:gd name="connsiteX6" fmla="*/ 1759399 w 1759399"/>
              <a:gd name="connsiteY6" fmla="*/ 341795 h 580239"/>
              <a:gd name="connsiteX7" fmla="*/ 783394 w 1759399"/>
              <a:gd name="connsiteY7" fmla="*/ 137505 h 580239"/>
              <a:gd name="connsiteX8" fmla="*/ 783394 w 1759399"/>
              <a:gd name="connsiteY8" fmla="*/ 137505 h 580239"/>
              <a:gd name="connsiteX9" fmla="*/ 640809 w 1759399"/>
              <a:gd name="connsiteY9" fmla="*/ 107541 h 580239"/>
            </a:gdLst>
            <a:ahLst/>
            <a:cxnLst/>
            <a:rect l="l" t="t" r="r" b="b"/>
            <a:pathLst>
              <a:path w="1759399" h="58023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w="12690" cap="flat">
            <a:noFill/>
            <a:prstDash val="solid"/>
            <a:miter/>
          </a:ln>
        </p:spPr>
        <p:txBody>
          <a:bodyPr anchor="ctr"/>
          <a:lstStyle/>
          <a:p>
            <a:pPr>
              <a:buNone/>
            </a:pPr>
            <a:endParaRPr/>
          </a:p>
        </p:txBody>
      </p:sp>
      <p:sp>
        <p:nvSpPr>
          <p:cNvPr id="102" name="Freeform: Shape 101">
            <a:extLst>
              <a:ext uri="{FF2B5EF4-FFF2-40B4-BE49-F238E27FC236}">
                <a16:creationId xmlns:a16="http://schemas.microsoft.com/office/drawing/2014/main" id="{E56F51D7-1296-4479-8279-F59754D1D103}"/>
              </a:ext>
            </a:extLst>
          </p:cNvPr>
          <p:cNvSpPr>
            <a:spLocks noGrp="1"/>
          </p:cNvSpPr>
          <p:nvPr/>
        </p:nvSpPr>
        <p:spPr>
          <a:xfrm>
            <a:off x="9848167" y="1663130"/>
            <a:ext cx="2135606" cy="964060"/>
          </a:xfrm>
          <a:custGeom>
            <a:avLst/>
            <a:gdLst>
              <a:gd name="connsiteX0" fmla="*/ 0 w 2135606"/>
              <a:gd name="connsiteY0" fmla="*/ 452891 h 964060"/>
              <a:gd name="connsiteX1" fmla="*/ 1762954 w 2135606"/>
              <a:gd name="connsiteY1" fmla="*/ 964061 h 964060"/>
              <a:gd name="connsiteX2" fmla="*/ 2135606 w 2135606"/>
              <a:gd name="connsiteY2" fmla="*/ 477396 h 964060"/>
              <a:gd name="connsiteX3" fmla="*/ 556121 w 2135606"/>
              <a:gd name="connsiteY3" fmla="*/ 0 h 964060"/>
              <a:gd name="connsiteX4" fmla="*/ 0 w 2135606"/>
              <a:gd name="connsiteY4" fmla="*/ 452891 h 964060"/>
            </a:gdLst>
            <a:ahLst/>
            <a:cxnLst/>
            <a:rect l="l" t="t" r="r" b="b"/>
            <a:pathLst>
              <a:path w="2135606" h="964060">
                <a:moveTo>
                  <a:pt x="0" y="452891"/>
                </a:moveTo>
                <a:lnTo>
                  <a:pt x="1762954" y="964061"/>
                </a:lnTo>
                <a:lnTo>
                  <a:pt x="2135606" y="477396"/>
                </a:lnTo>
                <a:lnTo>
                  <a:pt x="556121" y="0"/>
                </a:lnTo>
                <a:lnTo>
                  <a:pt x="0" y="452891"/>
                </a:lnTo>
                <a:close/>
              </a:path>
            </a:pathLst>
          </a:custGeom>
          <a:solidFill>
            <a:schemeClr val="accent5"/>
          </a:solidFill>
          <a:ln w="12690" cap="flat">
            <a:noFill/>
            <a:prstDash val="solid"/>
            <a:miter/>
          </a:ln>
        </p:spPr>
        <p:txBody>
          <a:bodyPr anchor="ctr"/>
          <a:lstStyle/>
          <a:p>
            <a:pPr>
              <a:buNone/>
            </a:pPr>
            <a:endParaRPr/>
          </a:p>
        </p:txBody>
      </p:sp>
      <p:sp>
        <p:nvSpPr>
          <p:cNvPr id="103" name="Freeform: Shape 102">
            <a:extLst>
              <a:ext uri="{FF2B5EF4-FFF2-40B4-BE49-F238E27FC236}">
                <a16:creationId xmlns:a16="http://schemas.microsoft.com/office/drawing/2014/main" id="{82B7A8A8-7AB8-4765-95E4-10A2D73DE5CC}"/>
              </a:ext>
            </a:extLst>
          </p:cNvPr>
          <p:cNvSpPr>
            <a:spLocks noGrp="1"/>
          </p:cNvSpPr>
          <p:nvPr/>
        </p:nvSpPr>
        <p:spPr>
          <a:xfrm>
            <a:off x="11455839" y="853461"/>
            <a:ext cx="359954" cy="383186"/>
          </a:xfrm>
          <a:custGeom>
            <a:avLst/>
            <a:gdLst>
              <a:gd name="connsiteX0" fmla="*/ 62977 w 359954"/>
              <a:gd name="connsiteY0" fmla="*/ 319576 h 383186"/>
              <a:gd name="connsiteX1" fmla="*/ 62088 w 359954"/>
              <a:gd name="connsiteY1" fmla="*/ 319576 h 383186"/>
              <a:gd name="connsiteX2" fmla="*/ 61199 w 359954"/>
              <a:gd name="connsiteY2" fmla="*/ 319576 h 383186"/>
              <a:gd name="connsiteX3" fmla="*/ 61199 w 359954"/>
              <a:gd name="connsiteY3" fmla="*/ 319576 h 383186"/>
              <a:gd name="connsiteX4" fmla="*/ 61199 w 359954"/>
              <a:gd name="connsiteY4" fmla="*/ 319576 h 383186"/>
              <a:gd name="connsiteX5" fmla="*/ 60437 w 359954"/>
              <a:gd name="connsiteY5" fmla="*/ 318560 h 383186"/>
              <a:gd name="connsiteX6" fmla="*/ 60437 w 359954"/>
              <a:gd name="connsiteY6" fmla="*/ 317799 h 383186"/>
              <a:gd name="connsiteX7" fmla="*/ 60437 w 359954"/>
              <a:gd name="connsiteY7" fmla="*/ 316783 h 383186"/>
              <a:gd name="connsiteX8" fmla="*/ 60437 w 359954"/>
              <a:gd name="connsiteY8" fmla="*/ 315767 h 383186"/>
              <a:gd name="connsiteX9" fmla="*/ 60437 w 359954"/>
              <a:gd name="connsiteY9" fmla="*/ 315005 h 383186"/>
              <a:gd name="connsiteX10" fmla="*/ 60437 w 359954"/>
              <a:gd name="connsiteY10" fmla="*/ 315005 h 383186"/>
              <a:gd name="connsiteX11" fmla="*/ 60437 w 359954"/>
              <a:gd name="connsiteY11" fmla="*/ 314243 h 383186"/>
              <a:gd name="connsiteX12" fmla="*/ 60437 w 359954"/>
              <a:gd name="connsiteY12" fmla="*/ 313355 h 383186"/>
              <a:gd name="connsiteX13" fmla="*/ 60437 w 359954"/>
              <a:gd name="connsiteY13" fmla="*/ 313355 h 383186"/>
              <a:gd name="connsiteX14" fmla="*/ 359955 w 359954"/>
              <a:gd name="connsiteY14" fmla="*/ 46089 h 383186"/>
              <a:gd name="connsiteX15" fmla="*/ 359955 w 359954"/>
              <a:gd name="connsiteY15" fmla="*/ 0 h 383186"/>
              <a:gd name="connsiteX16" fmla="*/ 0 w 359954"/>
              <a:gd name="connsiteY16" fmla="*/ 292786 h 383186"/>
              <a:gd name="connsiteX17" fmla="*/ 0 w 359954"/>
              <a:gd name="connsiteY17" fmla="*/ 383186 h 383186"/>
              <a:gd name="connsiteX18" fmla="*/ 60691 w 359954"/>
              <a:gd name="connsiteY18" fmla="*/ 333543 h 383186"/>
              <a:gd name="connsiteX19" fmla="*/ 61326 w 359954"/>
              <a:gd name="connsiteY19" fmla="*/ 333543 h 383186"/>
              <a:gd name="connsiteX20" fmla="*/ 62341 w 359954"/>
              <a:gd name="connsiteY20" fmla="*/ 333543 h 383186"/>
              <a:gd name="connsiteX21" fmla="*/ 63357 w 359954"/>
              <a:gd name="connsiteY21" fmla="*/ 333543 h 383186"/>
              <a:gd name="connsiteX22" fmla="*/ 64246 w 359954"/>
              <a:gd name="connsiteY22" fmla="*/ 333543 h 383186"/>
              <a:gd name="connsiteX23" fmla="*/ 64246 w 359954"/>
              <a:gd name="connsiteY23" fmla="*/ 323258 h 383186"/>
              <a:gd name="connsiteX24" fmla="*/ 62468 w 359954"/>
              <a:gd name="connsiteY24" fmla="*/ 323258 h 383186"/>
            </a:gdLst>
            <a:ahLst/>
            <a:cxnLst/>
            <a:rect l="l" t="t" r="r" b="b"/>
            <a:pathLst>
              <a:path w="359954" h="383186">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chemeClr val="accent1">
              <a:lumMod val="75000"/>
            </a:schemeClr>
          </a:solidFill>
          <a:ln w="12690" cap="flat">
            <a:noFill/>
            <a:prstDash val="solid"/>
            <a:miter/>
          </a:ln>
        </p:spPr>
        <p:txBody>
          <a:bodyPr anchor="ctr"/>
          <a:lstStyle/>
          <a:p>
            <a:pPr>
              <a:buNone/>
            </a:pPr>
            <a:endParaRPr/>
          </a:p>
        </p:txBody>
      </p:sp>
      <p:sp>
        <p:nvSpPr>
          <p:cNvPr id="104" name="Freeform: Shape 103">
            <a:extLst>
              <a:ext uri="{FF2B5EF4-FFF2-40B4-BE49-F238E27FC236}">
                <a16:creationId xmlns:a16="http://schemas.microsoft.com/office/drawing/2014/main" id="{581FFEFC-08ED-441C-97A2-5D04FB2AE90A}"/>
              </a:ext>
            </a:extLst>
          </p:cNvPr>
          <p:cNvSpPr>
            <a:spLocks noGrp="1"/>
          </p:cNvSpPr>
          <p:nvPr/>
        </p:nvSpPr>
        <p:spPr>
          <a:xfrm>
            <a:off x="11314396" y="1105871"/>
            <a:ext cx="131285" cy="133188"/>
          </a:xfrm>
          <a:custGeom>
            <a:avLst/>
            <a:gdLst>
              <a:gd name="connsiteX0" fmla="*/ 0 w 131285"/>
              <a:gd name="connsiteY0" fmla="*/ 93194 h 133188"/>
              <a:gd name="connsiteX1" fmla="*/ 131286 w 131285"/>
              <a:gd name="connsiteY1" fmla="*/ 133188 h 133188"/>
              <a:gd name="connsiteX2" fmla="*/ 131286 w 131285"/>
              <a:gd name="connsiteY2" fmla="*/ 39995 h 133188"/>
              <a:gd name="connsiteX3" fmla="*/ 0 w 131285"/>
              <a:gd name="connsiteY3" fmla="*/ 0 h 133188"/>
              <a:gd name="connsiteX4" fmla="*/ 0 w 131285"/>
              <a:gd name="connsiteY4" fmla="*/ 93194 h 133188"/>
            </a:gdLst>
            <a:ahLst/>
            <a:cxnLst/>
            <a:rect l="l" t="t" r="r" b="b"/>
            <a:pathLst>
              <a:path w="131285" h="133188">
                <a:moveTo>
                  <a:pt x="0" y="93194"/>
                </a:moveTo>
                <a:lnTo>
                  <a:pt x="131286" y="133188"/>
                </a:lnTo>
                <a:lnTo>
                  <a:pt x="131286" y="39995"/>
                </a:lnTo>
                <a:lnTo>
                  <a:pt x="0" y="0"/>
                </a:lnTo>
                <a:lnTo>
                  <a:pt x="0" y="93194"/>
                </a:lnTo>
                <a:close/>
              </a:path>
            </a:pathLst>
          </a:custGeom>
          <a:solidFill>
            <a:schemeClr val="tx2">
              <a:lumMod val="10000"/>
              <a:lumOff val="90000"/>
            </a:schemeClr>
          </a:solidFill>
          <a:ln w="12690" cap="flat">
            <a:noFill/>
            <a:prstDash val="solid"/>
            <a:miter/>
          </a:ln>
        </p:spPr>
        <p:txBody>
          <a:bodyPr anchor="ctr"/>
          <a:lstStyle/>
          <a:p>
            <a:pPr>
              <a:buNone/>
            </a:pPr>
            <a:endParaRPr/>
          </a:p>
        </p:txBody>
      </p:sp>
      <p:sp>
        <p:nvSpPr>
          <p:cNvPr id="105" name="Freeform: Shape 104">
            <a:extLst>
              <a:ext uri="{FF2B5EF4-FFF2-40B4-BE49-F238E27FC236}">
                <a16:creationId xmlns:a16="http://schemas.microsoft.com/office/drawing/2014/main" id="{E2FD590C-CADB-44AF-8B9D-649C10D4B189}"/>
              </a:ext>
            </a:extLst>
          </p:cNvPr>
          <p:cNvSpPr>
            <a:spLocks noGrp="1"/>
          </p:cNvSpPr>
          <p:nvPr/>
        </p:nvSpPr>
        <p:spPr>
          <a:xfrm>
            <a:off x="11061095" y="984364"/>
            <a:ext cx="242509" cy="694890"/>
          </a:xfrm>
          <a:custGeom>
            <a:avLst/>
            <a:gdLst>
              <a:gd name="connsiteX0" fmla="*/ 242510 w 242509"/>
              <a:gd name="connsiteY0" fmla="*/ 40249 h 694890"/>
              <a:gd name="connsiteX1" fmla="*/ 242510 w 242509"/>
              <a:gd name="connsiteY1" fmla="*/ 0 h 694890"/>
              <a:gd name="connsiteX2" fmla="*/ 0 w 242509"/>
              <a:gd name="connsiteY2" fmla="*/ 197561 h 694890"/>
              <a:gd name="connsiteX3" fmla="*/ 0 w 242509"/>
              <a:gd name="connsiteY3" fmla="*/ 666450 h 694890"/>
              <a:gd name="connsiteX4" fmla="*/ 135476 w 242509"/>
              <a:gd name="connsiteY4" fmla="*/ 694891 h 694890"/>
              <a:gd name="connsiteX5" fmla="*/ 242510 w 242509"/>
              <a:gd name="connsiteY5" fmla="*/ 607791 h 694890"/>
              <a:gd name="connsiteX6" fmla="*/ 242510 w 242509"/>
              <a:gd name="connsiteY6" fmla="*/ 218256 h 694890"/>
              <a:gd name="connsiteX7" fmla="*/ 242510 w 242509"/>
              <a:gd name="connsiteY7" fmla="*/ 114651 h 694890"/>
              <a:gd name="connsiteX8" fmla="*/ 242510 w 242509"/>
              <a:gd name="connsiteY8" fmla="*/ 40249 h 694890"/>
            </a:gdLst>
            <a:ahLst/>
            <a:cxnLst/>
            <a:rect l="l" t="t" r="r" b="b"/>
            <a:pathLst>
              <a:path w="242509" h="694890">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w="12690" cap="flat">
            <a:noFill/>
            <a:prstDash val="solid"/>
            <a:miter/>
          </a:ln>
        </p:spPr>
        <p:txBody>
          <a:bodyPr anchor="ctr"/>
          <a:lstStyle/>
          <a:p>
            <a:pPr>
              <a:buNone/>
            </a:pPr>
            <a:endParaRPr/>
          </a:p>
        </p:txBody>
      </p:sp>
      <p:sp>
        <p:nvSpPr>
          <p:cNvPr id="106" name="Freeform: Shape 105">
            <a:extLst>
              <a:ext uri="{FF2B5EF4-FFF2-40B4-BE49-F238E27FC236}">
                <a16:creationId xmlns:a16="http://schemas.microsoft.com/office/drawing/2014/main" id="{72D10EC6-9A04-40FB-8C36-B169719F57C1}"/>
              </a:ext>
            </a:extLst>
          </p:cNvPr>
          <p:cNvSpPr>
            <a:spLocks noGrp="1"/>
          </p:cNvSpPr>
          <p:nvPr/>
        </p:nvSpPr>
        <p:spPr>
          <a:xfrm>
            <a:off x="11526179" y="1190431"/>
            <a:ext cx="665441" cy="395883"/>
          </a:xfrm>
          <a:custGeom>
            <a:avLst/>
            <a:gdLst>
              <a:gd name="connsiteX0" fmla="*/ 665441 w 665441"/>
              <a:gd name="connsiteY0" fmla="*/ 395883 h 395883"/>
              <a:gd name="connsiteX1" fmla="*/ 665441 w 665441"/>
              <a:gd name="connsiteY1" fmla="*/ 202131 h 395883"/>
              <a:gd name="connsiteX2" fmla="*/ 0 w 665441"/>
              <a:gd name="connsiteY2" fmla="*/ 0 h 395883"/>
              <a:gd name="connsiteX3" fmla="*/ 0 w 665441"/>
              <a:gd name="connsiteY3" fmla="*/ 181690 h 395883"/>
              <a:gd name="connsiteX4" fmla="*/ 665441 w 665441"/>
              <a:gd name="connsiteY4" fmla="*/ 395883 h 395883"/>
            </a:gdLst>
            <a:ahLst/>
            <a:cxnLst/>
            <a:rect l="l" t="t" r="r" b="b"/>
            <a:pathLst>
              <a:path w="665441" h="395883">
                <a:moveTo>
                  <a:pt x="665441" y="395883"/>
                </a:moveTo>
                <a:lnTo>
                  <a:pt x="665441" y="202131"/>
                </a:lnTo>
                <a:lnTo>
                  <a:pt x="0" y="0"/>
                </a:lnTo>
                <a:lnTo>
                  <a:pt x="0" y="181690"/>
                </a:lnTo>
                <a:lnTo>
                  <a:pt x="665441" y="395883"/>
                </a:lnTo>
                <a:close/>
              </a:path>
            </a:pathLst>
          </a:custGeom>
          <a:solidFill>
            <a:schemeClr val="accent4"/>
          </a:solidFill>
          <a:ln w="12690" cap="flat">
            <a:noFill/>
            <a:prstDash val="solid"/>
            <a:miter/>
          </a:ln>
        </p:spPr>
        <p:txBody>
          <a:bodyPr anchor="ctr"/>
          <a:lstStyle/>
          <a:p>
            <a:pPr>
              <a:buNone/>
            </a:pPr>
            <a:endParaRPr/>
          </a:p>
        </p:txBody>
      </p:sp>
      <p:sp>
        <p:nvSpPr>
          <p:cNvPr id="107" name="Freeform: Shape 106">
            <a:extLst>
              <a:ext uri="{FF2B5EF4-FFF2-40B4-BE49-F238E27FC236}">
                <a16:creationId xmlns:a16="http://schemas.microsoft.com/office/drawing/2014/main" id="{75B6FCDB-4041-434C-B4CF-3FEC71AAAF06}"/>
              </a:ext>
            </a:extLst>
          </p:cNvPr>
          <p:cNvSpPr>
            <a:spLocks noGrp="1"/>
          </p:cNvSpPr>
          <p:nvPr/>
        </p:nvSpPr>
        <p:spPr>
          <a:xfrm>
            <a:off x="11530751" y="653742"/>
            <a:ext cx="660869" cy="725489"/>
          </a:xfrm>
          <a:custGeom>
            <a:avLst/>
            <a:gdLst>
              <a:gd name="connsiteX0" fmla="*/ 294820 w 660869"/>
              <a:gd name="connsiteY0" fmla="*/ 249490 h 725489"/>
              <a:gd name="connsiteX1" fmla="*/ 294820 w 660869"/>
              <a:gd name="connsiteY1" fmla="*/ 249490 h 725489"/>
              <a:gd name="connsiteX2" fmla="*/ 0 w 660869"/>
              <a:gd name="connsiteY2" fmla="*/ 512693 h 725489"/>
              <a:gd name="connsiteX3" fmla="*/ 660870 w 660869"/>
              <a:gd name="connsiteY3" fmla="*/ 725490 h 725489"/>
              <a:gd name="connsiteX4" fmla="*/ 660870 w 660869"/>
              <a:gd name="connsiteY4" fmla="*/ 26282 h 725489"/>
              <a:gd name="connsiteX5" fmla="*/ 573896 w 660869"/>
              <a:gd name="connsiteY5" fmla="*/ 0 h 725489"/>
              <a:gd name="connsiteX6" fmla="*/ 294820 w 660869"/>
              <a:gd name="connsiteY6" fmla="*/ 249490 h 725489"/>
            </a:gdLst>
            <a:ahLst/>
            <a:cxnLst/>
            <a:rect l="l" t="t" r="r" b="b"/>
            <a:pathLst>
              <a:path w="660869" h="725489">
                <a:moveTo>
                  <a:pt x="294820" y="249490"/>
                </a:moveTo>
                <a:lnTo>
                  <a:pt x="294820" y="249490"/>
                </a:lnTo>
                <a:lnTo>
                  <a:pt x="0" y="512693"/>
                </a:lnTo>
                <a:lnTo>
                  <a:pt x="660870" y="725490"/>
                </a:lnTo>
                <a:lnTo>
                  <a:pt x="660870" y="26282"/>
                </a:lnTo>
                <a:lnTo>
                  <a:pt x="573896" y="0"/>
                </a:lnTo>
                <a:lnTo>
                  <a:pt x="294820" y="249490"/>
                </a:lnTo>
                <a:close/>
              </a:path>
            </a:pathLst>
          </a:custGeom>
          <a:solidFill>
            <a:schemeClr val="accent5">
              <a:lumMod val="75000"/>
            </a:schemeClr>
          </a:solidFill>
          <a:ln w="12690" cap="flat">
            <a:noFill/>
            <a:prstDash val="solid"/>
            <a:miter/>
          </a:ln>
        </p:spPr>
        <p:txBody>
          <a:bodyPr anchor="ctr"/>
          <a:lstStyle/>
          <a:p>
            <a:pPr>
              <a:buNone/>
            </a:pPr>
            <a:endParaRPr/>
          </a:p>
        </p:txBody>
      </p:sp>
      <p:sp>
        <p:nvSpPr>
          <p:cNvPr id="108" name="Freeform: Shape 107">
            <a:extLst>
              <a:ext uri="{FF2B5EF4-FFF2-40B4-BE49-F238E27FC236}">
                <a16:creationId xmlns:a16="http://schemas.microsoft.com/office/drawing/2014/main" id="{BBB9A4F2-7D89-47C9-ABC7-6B6A4A3411B4}"/>
              </a:ext>
            </a:extLst>
          </p:cNvPr>
          <p:cNvSpPr>
            <a:spLocks noGrp="1"/>
          </p:cNvSpPr>
          <p:nvPr/>
        </p:nvSpPr>
        <p:spPr>
          <a:xfrm>
            <a:off x="11997740" y="1906144"/>
            <a:ext cx="178898" cy="423308"/>
          </a:xfrm>
          <a:custGeom>
            <a:avLst/>
            <a:gdLst>
              <a:gd name="connsiteX0" fmla="*/ 0 w 178898"/>
              <a:gd name="connsiteY0" fmla="*/ 423308 h 423308"/>
              <a:gd name="connsiteX1" fmla="*/ 178899 w 178898"/>
              <a:gd name="connsiteY1" fmla="*/ 189943 h 423308"/>
              <a:gd name="connsiteX2" fmla="*/ 178899 w 178898"/>
              <a:gd name="connsiteY2" fmla="*/ 0 h 423308"/>
              <a:gd name="connsiteX3" fmla="*/ 0 w 178898"/>
              <a:gd name="connsiteY3" fmla="*/ 233366 h 423308"/>
              <a:gd name="connsiteX4" fmla="*/ 0 w 178898"/>
              <a:gd name="connsiteY4" fmla="*/ 423308 h 423308"/>
            </a:gdLst>
            <a:ahLst/>
            <a:cxnLst/>
            <a:rect l="l" t="t" r="r" b="b"/>
            <a:pathLst>
              <a:path w="178898" h="423308">
                <a:moveTo>
                  <a:pt x="0" y="423308"/>
                </a:moveTo>
                <a:lnTo>
                  <a:pt x="178899" y="189943"/>
                </a:lnTo>
                <a:lnTo>
                  <a:pt x="178899" y="0"/>
                </a:lnTo>
                <a:lnTo>
                  <a:pt x="0" y="233366"/>
                </a:lnTo>
                <a:lnTo>
                  <a:pt x="0" y="423308"/>
                </a:lnTo>
                <a:close/>
              </a:path>
            </a:pathLst>
          </a:custGeom>
          <a:solidFill>
            <a:schemeClr val="accent1"/>
          </a:solidFill>
          <a:ln w="12690" cap="flat">
            <a:noFill/>
            <a:prstDash val="solid"/>
            <a:miter/>
          </a:ln>
        </p:spPr>
        <p:txBody>
          <a:bodyPr anchor="ctr"/>
          <a:lstStyle/>
          <a:p>
            <a:pPr>
              <a:buNone/>
            </a:pPr>
            <a:endParaRPr/>
          </a:p>
        </p:txBody>
      </p:sp>
      <p:sp>
        <p:nvSpPr>
          <p:cNvPr id="109" name="Freeform: Shape 108">
            <a:extLst>
              <a:ext uri="{FF2B5EF4-FFF2-40B4-BE49-F238E27FC236}">
                <a16:creationId xmlns:a16="http://schemas.microsoft.com/office/drawing/2014/main" id="{1DC62CE4-3C17-49E5-BF01-327900A5B94E}"/>
              </a:ext>
            </a:extLst>
          </p:cNvPr>
          <p:cNvSpPr>
            <a:spLocks noGrp="1"/>
          </p:cNvSpPr>
          <p:nvPr/>
        </p:nvSpPr>
        <p:spPr>
          <a:xfrm>
            <a:off x="11618740" y="2153603"/>
            <a:ext cx="368080" cy="670767"/>
          </a:xfrm>
          <a:custGeom>
            <a:avLst/>
            <a:gdLst>
              <a:gd name="connsiteX0" fmla="*/ 0 w 368080"/>
              <a:gd name="connsiteY0" fmla="*/ 480825 h 670767"/>
              <a:gd name="connsiteX1" fmla="*/ 0 w 368080"/>
              <a:gd name="connsiteY1" fmla="*/ 670767 h 670767"/>
              <a:gd name="connsiteX2" fmla="*/ 368081 w 368080"/>
              <a:gd name="connsiteY2" fmla="*/ 189943 h 670767"/>
              <a:gd name="connsiteX3" fmla="*/ 368081 w 368080"/>
              <a:gd name="connsiteY3" fmla="*/ 0 h 670767"/>
              <a:gd name="connsiteX4" fmla="*/ 0 w 368080"/>
              <a:gd name="connsiteY4" fmla="*/ 480825 h 670767"/>
            </a:gdLst>
            <a:ahLst/>
            <a:cxnLst/>
            <a:rect l="l" t="t" r="r" b="b"/>
            <a:pathLst>
              <a:path w="368080" h="670767">
                <a:moveTo>
                  <a:pt x="0" y="480825"/>
                </a:moveTo>
                <a:lnTo>
                  <a:pt x="0" y="670767"/>
                </a:lnTo>
                <a:lnTo>
                  <a:pt x="368081" y="189943"/>
                </a:lnTo>
                <a:lnTo>
                  <a:pt x="368081" y="0"/>
                </a:lnTo>
                <a:lnTo>
                  <a:pt x="0" y="480825"/>
                </a:lnTo>
                <a:close/>
              </a:path>
            </a:pathLst>
          </a:custGeom>
          <a:solidFill>
            <a:schemeClr val="accent1">
              <a:lumMod val="75000"/>
            </a:schemeClr>
          </a:solidFill>
          <a:ln w="12690" cap="flat">
            <a:noFill/>
            <a:prstDash val="solid"/>
            <a:miter/>
          </a:ln>
        </p:spPr>
        <p:txBody>
          <a:bodyPr anchor="ctr"/>
          <a:lstStyle/>
          <a:p>
            <a:pPr>
              <a:buNone/>
            </a:pPr>
            <a:endParaRPr/>
          </a:p>
        </p:txBody>
      </p:sp>
      <p:sp>
        <p:nvSpPr>
          <p:cNvPr id="110" name="Freeform: Shape 109">
            <a:extLst>
              <a:ext uri="{FF2B5EF4-FFF2-40B4-BE49-F238E27FC236}">
                <a16:creationId xmlns:a16="http://schemas.microsoft.com/office/drawing/2014/main" id="{E480EC70-7403-49A0-A35B-1452169E40ED}"/>
              </a:ext>
            </a:extLst>
          </p:cNvPr>
          <p:cNvSpPr>
            <a:spLocks noGrp="1"/>
          </p:cNvSpPr>
          <p:nvPr/>
        </p:nvSpPr>
        <p:spPr>
          <a:xfrm>
            <a:off x="11114168" y="2732192"/>
            <a:ext cx="168740" cy="227525"/>
          </a:xfrm>
          <a:custGeom>
            <a:avLst/>
            <a:gdLst>
              <a:gd name="connsiteX0" fmla="*/ 0 w 168740"/>
              <a:gd name="connsiteY0" fmla="*/ 137125 h 227525"/>
              <a:gd name="connsiteX1" fmla="*/ 0 w 168740"/>
              <a:gd name="connsiteY1" fmla="*/ 227525 h 227525"/>
              <a:gd name="connsiteX2" fmla="*/ 165059 w 168740"/>
              <a:gd name="connsiteY2" fmla="*/ 93194 h 227525"/>
              <a:gd name="connsiteX3" fmla="*/ 165059 w 168740"/>
              <a:gd name="connsiteY3" fmla="*/ 12697 h 227525"/>
              <a:gd name="connsiteX4" fmla="*/ 165059 w 168740"/>
              <a:gd name="connsiteY4" fmla="*/ 11935 h 227525"/>
              <a:gd name="connsiteX5" fmla="*/ 165059 w 168740"/>
              <a:gd name="connsiteY5" fmla="*/ 10919 h 227525"/>
              <a:gd name="connsiteX6" fmla="*/ 165059 w 168740"/>
              <a:gd name="connsiteY6" fmla="*/ 10158 h 227525"/>
              <a:gd name="connsiteX7" fmla="*/ 165059 w 168740"/>
              <a:gd name="connsiteY7" fmla="*/ 9269 h 227525"/>
              <a:gd name="connsiteX8" fmla="*/ 165821 w 168740"/>
              <a:gd name="connsiteY8" fmla="*/ 9269 h 227525"/>
              <a:gd name="connsiteX9" fmla="*/ 166709 w 168740"/>
              <a:gd name="connsiteY9" fmla="*/ 9269 h 227525"/>
              <a:gd name="connsiteX10" fmla="*/ 167597 w 168740"/>
              <a:gd name="connsiteY10" fmla="*/ 9269 h 227525"/>
              <a:gd name="connsiteX11" fmla="*/ 168741 w 168740"/>
              <a:gd name="connsiteY11" fmla="*/ 9269 h 227525"/>
              <a:gd name="connsiteX12" fmla="*/ 168741 w 168740"/>
              <a:gd name="connsiteY12" fmla="*/ 9269 h 227525"/>
              <a:gd name="connsiteX13" fmla="*/ 168741 w 168740"/>
              <a:gd name="connsiteY13" fmla="*/ 0 h 227525"/>
            </a:gdLst>
            <a:ahLst/>
            <a:cxnLst/>
            <a:rect l="l" t="t" r="r" b="b"/>
            <a:pathLst>
              <a:path w="168740" h="227525">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chemeClr val="accent5">
              <a:lumMod val="75000"/>
            </a:schemeClr>
          </a:solidFill>
          <a:ln w="12690" cap="flat">
            <a:noFill/>
            <a:prstDash val="solid"/>
            <a:miter/>
          </a:ln>
        </p:spPr>
        <p:txBody>
          <a:bodyPr anchor="ctr"/>
          <a:lstStyle/>
          <a:p>
            <a:pPr>
              <a:buNone/>
            </a:pPr>
            <a:endParaRPr/>
          </a:p>
        </p:txBody>
      </p:sp>
      <p:sp>
        <p:nvSpPr>
          <p:cNvPr id="111" name="Freeform: Shape 110">
            <a:extLst>
              <a:ext uri="{FF2B5EF4-FFF2-40B4-BE49-F238E27FC236}">
                <a16:creationId xmlns:a16="http://schemas.microsoft.com/office/drawing/2014/main" id="{FB7E7588-F35A-41AF-B055-BCAE58CF1A61}"/>
              </a:ext>
            </a:extLst>
          </p:cNvPr>
          <p:cNvSpPr>
            <a:spLocks noGrp="1"/>
          </p:cNvSpPr>
          <p:nvPr/>
        </p:nvSpPr>
        <p:spPr>
          <a:xfrm>
            <a:off x="9840295" y="2510254"/>
            <a:ext cx="1263079" cy="453780"/>
          </a:xfrm>
          <a:custGeom>
            <a:avLst/>
            <a:gdLst>
              <a:gd name="connsiteX0" fmla="*/ 0 w 1263079"/>
              <a:gd name="connsiteY0" fmla="*/ 93320 h 453780"/>
              <a:gd name="connsiteX1" fmla="*/ 1263080 w 1263079"/>
              <a:gd name="connsiteY1" fmla="*/ 453780 h 453780"/>
              <a:gd name="connsiteX2" fmla="*/ 1263080 w 1263079"/>
              <a:gd name="connsiteY2" fmla="*/ 360459 h 453780"/>
              <a:gd name="connsiteX3" fmla="*/ 0 w 1263079"/>
              <a:gd name="connsiteY3" fmla="*/ 0 h 453780"/>
              <a:gd name="connsiteX4" fmla="*/ 0 w 1263079"/>
              <a:gd name="connsiteY4" fmla="*/ 93320 h 453780"/>
            </a:gdLst>
            <a:ahLst/>
            <a:cxnLst/>
            <a:rect l="l" t="t" r="r" b="b"/>
            <a:pathLst>
              <a:path w="1263079" h="453780">
                <a:moveTo>
                  <a:pt x="0" y="93320"/>
                </a:moveTo>
                <a:lnTo>
                  <a:pt x="1263080" y="453780"/>
                </a:lnTo>
                <a:lnTo>
                  <a:pt x="1263080" y="360459"/>
                </a:lnTo>
                <a:lnTo>
                  <a:pt x="0" y="0"/>
                </a:lnTo>
                <a:lnTo>
                  <a:pt x="0" y="93320"/>
                </a:lnTo>
                <a:close/>
              </a:path>
            </a:pathLst>
          </a:custGeom>
          <a:solidFill>
            <a:schemeClr val="accent3"/>
          </a:solidFill>
          <a:ln w="12690" cap="flat">
            <a:noFill/>
            <a:prstDash val="solid"/>
            <a:miter/>
          </a:ln>
        </p:spPr>
        <p:txBody>
          <a:bodyPr anchor="ctr"/>
          <a:lstStyle/>
          <a:p>
            <a:pPr>
              <a:buNone/>
            </a:pPr>
            <a:endParaRPr/>
          </a:p>
        </p:txBody>
      </p:sp>
      <p:sp>
        <p:nvSpPr>
          <p:cNvPr id="112" name="Freeform: Shape 111">
            <a:extLst>
              <a:ext uri="{FF2B5EF4-FFF2-40B4-BE49-F238E27FC236}">
                <a16:creationId xmlns:a16="http://schemas.microsoft.com/office/drawing/2014/main" id="{FD2DEDF1-49BF-4697-A190-1CD5CEAA9E1A}"/>
              </a:ext>
            </a:extLst>
          </p:cNvPr>
          <p:cNvSpPr>
            <a:spLocks noGrp="1"/>
          </p:cNvSpPr>
          <p:nvPr/>
        </p:nvSpPr>
        <p:spPr>
          <a:xfrm>
            <a:off x="9845628" y="2372748"/>
            <a:ext cx="1428138" cy="489076"/>
          </a:xfrm>
          <a:custGeom>
            <a:avLst/>
            <a:gdLst>
              <a:gd name="connsiteX0" fmla="*/ 1428139 w 1428138"/>
              <a:gd name="connsiteY0" fmla="*/ 353222 h 489076"/>
              <a:gd name="connsiteX1" fmla="*/ 1254446 w 1428138"/>
              <a:gd name="connsiteY1" fmla="*/ 300785 h 489076"/>
              <a:gd name="connsiteX2" fmla="*/ 972069 w 1428138"/>
              <a:gd name="connsiteY2" fmla="*/ 223335 h 489076"/>
              <a:gd name="connsiteX3" fmla="*/ 157060 w 1428138"/>
              <a:gd name="connsiteY3" fmla="*/ 0 h 489076"/>
              <a:gd name="connsiteX4" fmla="*/ 157060 w 1428138"/>
              <a:gd name="connsiteY4" fmla="*/ 0 h 489076"/>
              <a:gd name="connsiteX5" fmla="*/ 155663 w 1428138"/>
              <a:gd name="connsiteY5" fmla="*/ 2032 h 489076"/>
              <a:gd name="connsiteX6" fmla="*/ 0 w 1428138"/>
              <a:gd name="connsiteY6" fmla="*/ 128999 h 489076"/>
              <a:gd name="connsiteX7" fmla="*/ 1261938 w 1428138"/>
              <a:gd name="connsiteY7" fmla="*/ 489077 h 489076"/>
            </a:gdLst>
            <a:ahLst/>
            <a:cxnLst/>
            <a:rect l="l" t="t" r="r" b="b"/>
            <a:pathLst>
              <a:path w="1428138" h="489076">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chemeClr val="accent6">
              <a:lumMod val="60000"/>
              <a:lumOff val="40000"/>
            </a:schemeClr>
          </a:solidFill>
          <a:ln w="12690" cap="flat">
            <a:noFill/>
            <a:prstDash val="solid"/>
            <a:miter/>
          </a:ln>
        </p:spPr>
        <p:txBody>
          <a:bodyPr anchor="ctr"/>
          <a:lstStyle/>
          <a:p>
            <a:pPr>
              <a:buNone/>
            </a:pPr>
            <a:endParaRPr/>
          </a:p>
        </p:txBody>
      </p:sp>
      <p:sp>
        <p:nvSpPr>
          <p:cNvPr id="120" name="Freeform: Shape 119">
            <a:extLst>
              <a:ext uri="{FF2B5EF4-FFF2-40B4-BE49-F238E27FC236}">
                <a16:creationId xmlns:a16="http://schemas.microsoft.com/office/drawing/2014/main" id="{D45A4D78-8724-4633-B31D-D220615F534B}"/>
              </a:ext>
            </a:extLst>
          </p:cNvPr>
          <p:cNvSpPr>
            <a:spLocks noGrp="1"/>
          </p:cNvSpPr>
          <p:nvPr/>
        </p:nvSpPr>
        <p:spPr>
          <a:xfrm>
            <a:off x="6538994" y="1476234"/>
            <a:ext cx="45073" cy="157311"/>
          </a:xfrm>
          <a:custGeom>
            <a:avLst/>
            <a:gdLst>
              <a:gd name="connsiteX0" fmla="*/ 0 w 45073"/>
              <a:gd name="connsiteY0" fmla="*/ 157312 h 157311"/>
              <a:gd name="connsiteX1" fmla="*/ 45074 w 45073"/>
              <a:gd name="connsiteY1" fmla="*/ 83163 h 157311"/>
              <a:gd name="connsiteX2" fmla="*/ 45074 w 45073"/>
              <a:gd name="connsiteY2" fmla="*/ 0 h 157311"/>
              <a:gd name="connsiteX3" fmla="*/ 0 w 45073"/>
              <a:gd name="connsiteY3" fmla="*/ 74530 h 157311"/>
              <a:gd name="connsiteX4" fmla="*/ 0 w 45073"/>
              <a:gd name="connsiteY4" fmla="*/ 157312 h 157311"/>
            </a:gdLst>
            <a:ahLst/>
            <a:cxnLst/>
            <a:rect l="l" t="t" r="r" b="b"/>
            <a:pathLst>
              <a:path w="45073" h="157311">
                <a:moveTo>
                  <a:pt x="0" y="157312"/>
                </a:moveTo>
                <a:lnTo>
                  <a:pt x="45074" y="83163"/>
                </a:lnTo>
                <a:lnTo>
                  <a:pt x="45074" y="0"/>
                </a:lnTo>
                <a:lnTo>
                  <a:pt x="0" y="74530"/>
                </a:lnTo>
                <a:lnTo>
                  <a:pt x="0" y="157312"/>
                </a:lnTo>
                <a:close/>
              </a:path>
            </a:pathLst>
          </a:custGeom>
          <a:solidFill>
            <a:srgbClr val="0A4054"/>
          </a:solidFill>
          <a:ln w="12690" cap="flat">
            <a:noFill/>
            <a:prstDash val="solid"/>
            <a:miter/>
          </a:ln>
        </p:spPr>
        <p:txBody>
          <a:bodyPr anchor="ctr"/>
          <a:lstStyle/>
          <a:p>
            <a:pPr>
              <a:buNone/>
            </a:pPr>
            <a:endParaRPr/>
          </a:p>
        </p:txBody>
      </p:sp>
      <p:sp>
        <p:nvSpPr>
          <p:cNvPr id="121" name="Freeform: Shape 120">
            <a:extLst>
              <a:ext uri="{FF2B5EF4-FFF2-40B4-BE49-F238E27FC236}">
                <a16:creationId xmlns:a16="http://schemas.microsoft.com/office/drawing/2014/main" id="{2281381E-C89E-4016-A372-92B5B3D563E7}"/>
              </a:ext>
            </a:extLst>
          </p:cNvPr>
          <p:cNvSpPr>
            <a:spLocks noGrp="1"/>
          </p:cNvSpPr>
          <p:nvPr/>
        </p:nvSpPr>
        <p:spPr>
          <a:xfrm>
            <a:off x="5730587" y="1419734"/>
            <a:ext cx="797614" cy="227017"/>
          </a:xfrm>
          <a:custGeom>
            <a:avLst/>
            <a:gdLst>
              <a:gd name="connsiteX0" fmla="*/ 0 w 797614"/>
              <a:gd name="connsiteY0" fmla="*/ 93575 h 227017"/>
              <a:gd name="connsiteX1" fmla="*/ 797615 w 797614"/>
              <a:gd name="connsiteY1" fmla="*/ 227017 h 227017"/>
              <a:gd name="connsiteX2" fmla="*/ 797615 w 797614"/>
              <a:gd name="connsiteY2" fmla="*/ 133823 h 227017"/>
              <a:gd name="connsiteX3" fmla="*/ 0 w 797614"/>
              <a:gd name="connsiteY3" fmla="*/ 0 h 227017"/>
              <a:gd name="connsiteX4" fmla="*/ 0 w 797614"/>
              <a:gd name="connsiteY4" fmla="*/ 93575 h 227017"/>
            </a:gdLst>
            <a:ahLst/>
            <a:cxnLst/>
            <a:rect l="l" t="t" r="r" b="b"/>
            <a:pathLst>
              <a:path w="797614" h="227017">
                <a:moveTo>
                  <a:pt x="0" y="93575"/>
                </a:moveTo>
                <a:lnTo>
                  <a:pt x="797615" y="227017"/>
                </a:lnTo>
                <a:lnTo>
                  <a:pt x="797615" y="133823"/>
                </a:lnTo>
                <a:lnTo>
                  <a:pt x="0" y="0"/>
                </a:lnTo>
                <a:lnTo>
                  <a:pt x="0" y="93575"/>
                </a:lnTo>
                <a:close/>
              </a:path>
            </a:pathLst>
          </a:custGeom>
          <a:solidFill>
            <a:schemeClr val="tx2"/>
          </a:solidFill>
          <a:ln w="12690" cap="flat">
            <a:noFill/>
            <a:prstDash val="solid"/>
            <a:miter/>
          </a:ln>
        </p:spPr>
        <p:txBody>
          <a:bodyPr anchor="ctr"/>
          <a:lstStyle/>
          <a:p>
            <a:pPr>
              <a:buNone/>
            </a:pPr>
            <a:endParaRPr/>
          </a:p>
        </p:txBody>
      </p:sp>
      <p:sp>
        <p:nvSpPr>
          <p:cNvPr id="122" name="Freeform: Shape 121">
            <a:extLst>
              <a:ext uri="{FF2B5EF4-FFF2-40B4-BE49-F238E27FC236}">
                <a16:creationId xmlns:a16="http://schemas.microsoft.com/office/drawing/2014/main" id="{70387604-3597-4829-8336-217DCACEECD2}"/>
              </a:ext>
            </a:extLst>
          </p:cNvPr>
          <p:cNvSpPr>
            <a:spLocks noGrp="1"/>
          </p:cNvSpPr>
          <p:nvPr/>
        </p:nvSpPr>
        <p:spPr>
          <a:xfrm>
            <a:off x="5734015" y="1311177"/>
            <a:ext cx="847259" cy="232857"/>
          </a:xfrm>
          <a:custGeom>
            <a:avLst/>
            <a:gdLst>
              <a:gd name="connsiteX0" fmla="*/ 68944 w 847259"/>
              <a:gd name="connsiteY0" fmla="*/ 0 h 232857"/>
              <a:gd name="connsiteX1" fmla="*/ 0 w 847259"/>
              <a:gd name="connsiteY1" fmla="*/ 99161 h 232857"/>
              <a:gd name="connsiteX2" fmla="*/ 796725 w 847259"/>
              <a:gd name="connsiteY2" fmla="*/ 232858 h 232857"/>
              <a:gd name="connsiteX3" fmla="*/ 847259 w 847259"/>
              <a:gd name="connsiteY3" fmla="*/ 149440 h 232857"/>
              <a:gd name="connsiteX4" fmla="*/ 68944 w 847259"/>
              <a:gd name="connsiteY4" fmla="*/ 0 h 232857"/>
            </a:gdLst>
            <a:ahLst/>
            <a:cxnLst/>
            <a:rect l="l" t="t" r="r" b="b"/>
            <a:pathLst>
              <a:path w="847259" h="232857">
                <a:moveTo>
                  <a:pt x="68944" y="0"/>
                </a:moveTo>
                <a:lnTo>
                  <a:pt x="0" y="99161"/>
                </a:lnTo>
                <a:lnTo>
                  <a:pt x="796725" y="232858"/>
                </a:lnTo>
                <a:lnTo>
                  <a:pt x="847259" y="149440"/>
                </a:lnTo>
                <a:lnTo>
                  <a:pt x="68944" y="0"/>
                </a:lnTo>
                <a:close/>
              </a:path>
            </a:pathLst>
          </a:custGeom>
          <a:solidFill>
            <a:schemeClr val="accent5">
              <a:lumMod val="75000"/>
            </a:schemeClr>
          </a:solidFill>
          <a:ln w="12690" cap="flat">
            <a:noFill/>
            <a:prstDash val="solid"/>
            <a:miter/>
          </a:ln>
        </p:spPr>
        <p:txBody>
          <a:bodyPr anchor="ctr"/>
          <a:lstStyle/>
          <a:p>
            <a:pPr>
              <a:buNone/>
            </a:pPr>
            <a:endParaRPr/>
          </a:p>
        </p:txBody>
      </p:sp>
      <p:sp>
        <p:nvSpPr>
          <p:cNvPr id="123" name="Freeform: Shape 122">
            <a:extLst>
              <a:ext uri="{FF2B5EF4-FFF2-40B4-BE49-F238E27FC236}">
                <a16:creationId xmlns:a16="http://schemas.microsoft.com/office/drawing/2014/main" id="{6E09BF83-6658-45ED-93A4-A465AB69519D}"/>
              </a:ext>
            </a:extLst>
          </p:cNvPr>
          <p:cNvSpPr>
            <a:spLocks noGrp="1"/>
          </p:cNvSpPr>
          <p:nvPr/>
        </p:nvSpPr>
        <p:spPr>
          <a:xfrm>
            <a:off x="4085459" y="893328"/>
            <a:ext cx="165185" cy="224604"/>
          </a:xfrm>
          <a:custGeom>
            <a:avLst/>
            <a:gdLst>
              <a:gd name="connsiteX0" fmla="*/ 0 w 165185"/>
              <a:gd name="connsiteY0" fmla="*/ 224605 h 224604"/>
              <a:gd name="connsiteX1" fmla="*/ 165185 w 165185"/>
              <a:gd name="connsiteY1" fmla="*/ 90401 h 224604"/>
              <a:gd name="connsiteX2" fmla="*/ 165185 w 165185"/>
              <a:gd name="connsiteY2" fmla="*/ 0 h 224604"/>
              <a:gd name="connsiteX3" fmla="*/ 0 w 165185"/>
              <a:gd name="connsiteY3" fmla="*/ 134204 h 224604"/>
              <a:gd name="connsiteX4" fmla="*/ 0 w 165185"/>
              <a:gd name="connsiteY4" fmla="*/ 224605 h 224604"/>
            </a:gdLst>
            <a:ahLst/>
            <a:cxnLst/>
            <a:rect l="l" t="t" r="r" b="b"/>
            <a:pathLst>
              <a:path w="165185" h="224604">
                <a:moveTo>
                  <a:pt x="0" y="224605"/>
                </a:moveTo>
                <a:lnTo>
                  <a:pt x="165185" y="90401"/>
                </a:lnTo>
                <a:lnTo>
                  <a:pt x="165185" y="0"/>
                </a:lnTo>
                <a:lnTo>
                  <a:pt x="0" y="134204"/>
                </a:lnTo>
                <a:lnTo>
                  <a:pt x="0" y="224605"/>
                </a:lnTo>
                <a:close/>
              </a:path>
            </a:pathLst>
          </a:custGeom>
          <a:solidFill>
            <a:srgbClr val="0A4054"/>
          </a:solidFill>
          <a:ln w="12690" cap="flat">
            <a:noFill/>
            <a:prstDash val="solid"/>
            <a:miter/>
          </a:ln>
        </p:spPr>
        <p:txBody>
          <a:bodyPr anchor="ctr"/>
          <a:lstStyle/>
          <a:p>
            <a:pPr>
              <a:buNone/>
            </a:pPr>
            <a:endParaRPr/>
          </a:p>
        </p:txBody>
      </p:sp>
      <p:sp>
        <p:nvSpPr>
          <p:cNvPr id="124" name="Freeform: Shape 123">
            <a:extLst>
              <a:ext uri="{FF2B5EF4-FFF2-40B4-BE49-F238E27FC236}">
                <a16:creationId xmlns:a16="http://schemas.microsoft.com/office/drawing/2014/main" id="{EC3D3BFB-5CE0-4C28-BCB4-E8753DDDED1C}"/>
              </a:ext>
            </a:extLst>
          </p:cNvPr>
          <p:cNvSpPr>
            <a:spLocks noGrp="1"/>
          </p:cNvSpPr>
          <p:nvPr/>
        </p:nvSpPr>
        <p:spPr>
          <a:xfrm>
            <a:off x="5716" y="7225"/>
            <a:ext cx="4068951" cy="1115278"/>
          </a:xfrm>
          <a:custGeom>
            <a:avLst/>
            <a:gdLst>
              <a:gd name="connsiteX0" fmla="*/ 0 w 4068951"/>
              <a:gd name="connsiteY0" fmla="*/ 93321 h 1115278"/>
              <a:gd name="connsiteX1" fmla="*/ 4068952 w 4068951"/>
              <a:gd name="connsiteY1" fmla="*/ 1115279 h 1115278"/>
              <a:gd name="connsiteX2" fmla="*/ 4068952 w 4068951"/>
              <a:gd name="connsiteY2" fmla="*/ 1021958 h 1115278"/>
              <a:gd name="connsiteX3" fmla="*/ 0 w 4068951"/>
              <a:gd name="connsiteY3" fmla="*/ 0 h 1115278"/>
              <a:gd name="connsiteX4" fmla="*/ 0 w 4068951"/>
              <a:gd name="connsiteY4" fmla="*/ 93321 h 1115278"/>
            </a:gdLst>
            <a:ahLst/>
            <a:cxnLst/>
            <a:rect l="l" t="t" r="r" b="b"/>
            <a:pathLst>
              <a:path w="4068951" h="1115278">
                <a:moveTo>
                  <a:pt x="0" y="93321"/>
                </a:moveTo>
                <a:lnTo>
                  <a:pt x="4068952" y="1115279"/>
                </a:lnTo>
                <a:lnTo>
                  <a:pt x="4068952" y="1021958"/>
                </a:lnTo>
                <a:lnTo>
                  <a:pt x="0" y="0"/>
                </a:lnTo>
                <a:lnTo>
                  <a:pt x="0" y="93321"/>
                </a:lnTo>
                <a:close/>
              </a:path>
            </a:pathLst>
          </a:custGeom>
          <a:solidFill>
            <a:schemeClr val="accent5"/>
          </a:solidFill>
          <a:ln w="12690" cap="flat">
            <a:noFill/>
            <a:prstDash val="solid"/>
            <a:miter/>
          </a:ln>
        </p:spPr>
        <p:txBody>
          <a:bodyPr anchor="ctr"/>
          <a:lstStyle/>
          <a:p>
            <a:pPr>
              <a:buNone/>
            </a:pPr>
            <a:endParaRPr/>
          </a:p>
        </p:txBody>
      </p:sp>
      <p:sp>
        <p:nvSpPr>
          <p:cNvPr id="810" name="Freeform 809">
            <a:extLst>
              <a:ext uri="{FF2B5EF4-FFF2-40B4-BE49-F238E27FC236}">
                <a16:creationId xmlns:a16="http://schemas.microsoft.com/office/drawing/2014/main" id="{47B922FA-CDEA-A2D1-1DF9-A5354EB44AE0}"/>
              </a:ext>
            </a:extLst>
          </p:cNvPr>
          <p:cNvSpPr>
            <a:spLocks noGrp="1"/>
          </p:cNvSpPr>
          <p:nvPr/>
        </p:nvSpPr>
        <p:spPr>
          <a:xfrm>
            <a:off x="5716" y="-12696"/>
            <a:ext cx="4239343" cy="1032611"/>
          </a:xfrm>
          <a:custGeom>
            <a:avLst/>
            <a:gdLst>
              <a:gd name="connsiteX0" fmla="*/ 0 w 4239343"/>
              <a:gd name="connsiteY0" fmla="*/ 0 h 1032611"/>
              <a:gd name="connsiteX1" fmla="*/ 672711 w 4239343"/>
              <a:gd name="connsiteY1" fmla="*/ 0 h 1032611"/>
              <a:gd name="connsiteX2" fmla="*/ 4239343 w 4239343"/>
              <a:gd name="connsiteY2" fmla="*/ 897391 h 1032611"/>
              <a:gd name="connsiteX3" fmla="*/ 4073015 w 4239343"/>
              <a:gd name="connsiteY3" fmla="*/ 1032611 h 1032611"/>
              <a:gd name="connsiteX4" fmla="*/ 0 w 4239343"/>
              <a:gd name="connsiteY4" fmla="*/ 9764 h 1032611"/>
            </a:gdLst>
            <a:ahLst/>
            <a:cxnLst/>
            <a:rect l="l" t="t" r="r" b="b"/>
            <a:pathLst>
              <a:path w="4239343" h="1032611">
                <a:moveTo>
                  <a:pt x="0" y="0"/>
                </a:moveTo>
                <a:lnTo>
                  <a:pt x="672711" y="0"/>
                </a:lnTo>
                <a:lnTo>
                  <a:pt x="4239343" y="897391"/>
                </a:lnTo>
                <a:lnTo>
                  <a:pt x="4073015" y="1032611"/>
                </a:lnTo>
                <a:lnTo>
                  <a:pt x="0" y="9764"/>
                </a:lnTo>
                <a:close/>
              </a:path>
            </a:pathLst>
          </a:custGeom>
          <a:solidFill>
            <a:schemeClr val="tx2"/>
          </a:solidFill>
          <a:ln w="12690" cap="flat">
            <a:noFill/>
            <a:prstDash val="solid"/>
            <a:miter/>
          </a:ln>
        </p:spPr>
        <p:txBody>
          <a:bodyPr wrap="square" anchor="ctr">
            <a:noAutofit/>
          </a:bodyPr>
          <a:lstStyle/>
          <a:p>
            <a:pPr>
              <a:buNone/>
            </a:pPr>
            <a:endParaRPr/>
          </a:p>
        </p:txBody>
      </p:sp>
      <p:sp>
        <p:nvSpPr>
          <p:cNvPr id="126" name="Freeform: Shape 125">
            <a:extLst>
              <a:ext uri="{FF2B5EF4-FFF2-40B4-BE49-F238E27FC236}">
                <a16:creationId xmlns:a16="http://schemas.microsoft.com/office/drawing/2014/main" id="{34291ACA-4B81-420D-A9F6-ED589F9A7F8F}"/>
              </a:ext>
            </a:extLst>
          </p:cNvPr>
          <p:cNvSpPr>
            <a:spLocks noGrp="1"/>
          </p:cNvSpPr>
          <p:nvPr/>
        </p:nvSpPr>
        <p:spPr>
          <a:xfrm>
            <a:off x="5460272" y="1245789"/>
            <a:ext cx="83544" cy="195656"/>
          </a:xfrm>
          <a:custGeom>
            <a:avLst/>
            <a:gdLst>
              <a:gd name="connsiteX0" fmla="*/ 0 w 83544"/>
              <a:gd name="connsiteY0" fmla="*/ 195656 h 195656"/>
              <a:gd name="connsiteX1" fmla="*/ 83545 w 83544"/>
              <a:gd name="connsiteY1" fmla="*/ 86338 h 195656"/>
              <a:gd name="connsiteX2" fmla="*/ 83545 w 83544"/>
              <a:gd name="connsiteY2" fmla="*/ 0 h 195656"/>
              <a:gd name="connsiteX3" fmla="*/ 0 w 83544"/>
              <a:gd name="connsiteY3" fmla="*/ 109319 h 195656"/>
              <a:gd name="connsiteX4" fmla="*/ 0 w 83544"/>
              <a:gd name="connsiteY4" fmla="*/ 195656 h 195656"/>
            </a:gdLst>
            <a:ahLst/>
            <a:cxnLst/>
            <a:rect l="l" t="t" r="r" b="b"/>
            <a:pathLst>
              <a:path w="83544" h="195656">
                <a:moveTo>
                  <a:pt x="0" y="195656"/>
                </a:moveTo>
                <a:lnTo>
                  <a:pt x="83545" y="86338"/>
                </a:lnTo>
                <a:lnTo>
                  <a:pt x="83545" y="0"/>
                </a:lnTo>
                <a:lnTo>
                  <a:pt x="0" y="109319"/>
                </a:lnTo>
                <a:lnTo>
                  <a:pt x="0" y="195656"/>
                </a:lnTo>
                <a:close/>
              </a:path>
            </a:pathLst>
          </a:custGeom>
          <a:solidFill>
            <a:schemeClr val="accent5">
              <a:lumMod val="75000"/>
            </a:schemeClr>
          </a:solidFill>
          <a:ln w="12690" cap="flat">
            <a:noFill/>
            <a:prstDash val="solid"/>
            <a:miter/>
          </a:ln>
        </p:spPr>
        <p:txBody>
          <a:bodyPr anchor="ctr"/>
          <a:lstStyle/>
          <a:p>
            <a:pPr>
              <a:buNone/>
            </a:pPr>
            <a:endParaRPr/>
          </a:p>
        </p:txBody>
      </p:sp>
      <p:sp>
        <p:nvSpPr>
          <p:cNvPr id="127" name="Freeform: Shape 126">
            <a:extLst>
              <a:ext uri="{FF2B5EF4-FFF2-40B4-BE49-F238E27FC236}">
                <a16:creationId xmlns:a16="http://schemas.microsoft.com/office/drawing/2014/main" id="{12A9F120-74F2-4332-AB35-9A23478D7676}"/>
              </a:ext>
            </a:extLst>
          </p:cNvPr>
          <p:cNvSpPr>
            <a:spLocks noGrp="1"/>
          </p:cNvSpPr>
          <p:nvPr/>
        </p:nvSpPr>
        <p:spPr>
          <a:xfrm>
            <a:off x="4381041" y="1164022"/>
            <a:ext cx="1068437" cy="287072"/>
          </a:xfrm>
          <a:custGeom>
            <a:avLst/>
            <a:gdLst>
              <a:gd name="connsiteX0" fmla="*/ 0 w 1068437"/>
              <a:gd name="connsiteY0" fmla="*/ 93575 h 287072"/>
              <a:gd name="connsiteX1" fmla="*/ 1068438 w 1068437"/>
              <a:gd name="connsiteY1" fmla="*/ 287073 h 287072"/>
              <a:gd name="connsiteX2" fmla="*/ 1068438 w 1068437"/>
              <a:gd name="connsiteY2" fmla="*/ 193625 h 287072"/>
              <a:gd name="connsiteX3" fmla="*/ 0 w 1068437"/>
              <a:gd name="connsiteY3" fmla="*/ 0 h 287072"/>
              <a:gd name="connsiteX4" fmla="*/ 0 w 1068437"/>
              <a:gd name="connsiteY4" fmla="*/ 93575 h 287072"/>
            </a:gdLst>
            <a:ahLst/>
            <a:cxnLst/>
            <a:rect l="l" t="t" r="r" b="b"/>
            <a:pathLst>
              <a:path w="1068437" h="287072">
                <a:moveTo>
                  <a:pt x="0" y="93575"/>
                </a:moveTo>
                <a:lnTo>
                  <a:pt x="1068438" y="287073"/>
                </a:lnTo>
                <a:lnTo>
                  <a:pt x="1068438" y="193625"/>
                </a:lnTo>
                <a:lnTo>
                  <a:pt x="0" y="0"/>
                </a:lnTo>
                <a:lnTo>
                  <a:pt x="0" y="93575"/>
                </a:lnTo>
                <a:close/>
              </a:path>
            </a:pathLst>
          </a:custGeom>
          <a:solidFill>
            <a:srgbClr val="509498"/>
          </a:solidFill>
          <a:ln w="12690" cap="flat">
            <a:noFill/>
            <a:prstDash val="solid"/>
            <a:miter/>
          </a:ln>
        </p:spPr>
        <p:txBody>
          <a:bodyPr anchor="ctr"/>
          <a:lstStyle/>
          <a:p>
            <a:pPr>
              <a:buNone/>
            </a:pPr>
            <a:endParaRPr/>
          </a:p>
        </p:txBody>
      </p:sp>
      <p:sp>
        <p:nvSpPr>
          <p:cNvPr id="128" name="Freeform: Shape 127">
            <a:extLst>
              <a:ext uri="{FF2B5EF4-FFF2-40B4-BE49-F238E27FC236}">
                <a16:creationId xmlns:a16="http://schemas.microsoft.com/office/drawing/2014/main" id="{47A06EB5-C4AB-40D2-A860-AF6D5D122E5D}"/>
              </a:ext>
            </a:extLst>
          </p:cNvPr>
          <p:cNvSpPr>
            <a:spLocks noGrp="1"/>
          </p:cNvSpPr>
          <p:nvPr/>
        </p:nvSpPr>
        <p:spPr>
          <a:xfrm>
            <a:off x="4385358" y="1007980"/>
            <a:ext cx="1154903" cy="340144"/>
          </a:xfrm>
          <a:custGeom>
            <a:avLst/>
            <a:gdLst>
              <a:gd name="connsiteX0" fmla="*/ 126206 w 1154903"/>
              <a:gd name="connsiteY0" fmla="*/ 0 h 340144"/>
              <a:gd name="connsiteX1" fmla="*/ 0 w 1154903"/>
              <a:gd name="connsiteY1" fmla="*/ 146901 h 340144"/>
              <a:gd name="connsiteX2" fmla="*/ 1067041 w 1154903"/>
              <a:gd name="connsiteY2" fmla="*/ 340144 h 340144"/>
              <a:gd name="connsiteX3" fmla="*/ 1154903 w 1154903"/>
              <a:gd name="connsiteY3" fmla="*/ 225112 h 340144"/>
              <a:gd name="connsiteX4" fmla="*/ 126206 w 1154903"/>
              <a:gd name="connsiteY4" fmla="*/ 0 h 340144"/>
            </a:gdLst>
            <a:ahLst/>
            <a:cxnLst/>
            <a:rect l="l" t="t" r="r" b="b"/>
            <a:pathLst>
              <a:path w="1154903" h="340144">
                <a:moveTo>
                  <a:pt x="126206" y="0"/>
                </a:moveTo>
                <a:lnTo>
                  <a:pt x="0" y="146901"/>
                </a:lnTo>
                <a:lnTo>
                  <a:pt x="1067041" y="340144"/>
                </a:lnTo>
                <a:lnTo>
                  <a:pt x="1154903" y="225112"/>
                </a:lnTo>
                <a:lnTo>
                  <a:pt x="126206" y="0"/>
                </a:lnTo>
                <a:close/>
              </a:path>
            </a:pathLst>
          </a:custGeom>
          <a:solidFill>
            <a:schemeClr val="accent1">
              <a:lumMod val="75000"/>
            </a:schemeClr>
          </a:solidFill>
          <a:ln w="12690" cap="flat">
            <a:noFill/>
            <a:prstDash val="solid"/>
            <a:miter/>
          </a:ln>
        </p:spPr>
        <p:txBody>
          <a:bodyPr anchor="ctr"/>
          <a:lstStyle/>
          <a:p>
            <a:pPr>
              <a:buNone/>
            </a:pPr>
            <a:endParaRPr/>
          </a:p>
        </p:txBody>
      </p:sp>
      <p:sp>
        <p:nvSpPr>
          <p:cNvPr id="211" name="Freeform: Shape 210">
            <a:extLst>
              <a:ext uri="{FF2B5EF4-FFF2-40B4-BE49-F238E27FC236}">
                <a16:creationId xmlns:a16="http://schemas.microsoft.com/office/drawing/2014/main" id="{17E1560B-2CB4-47FC-902A-D244B564BCF8}"/>
              </a:ext>
            </a:extLst>
          </p:cNvPr>
          <p:cNvSpPr>
            <a:spLocks noGrp="1"/>
          </p:cNvSpPr>
          <p:nvPr/>
        </p:nvSpPr>
        <p:spPr>
          <a:xfrm>
            <a:off x="10108071" y="318802"/>
            <a:ext cx="1506478" cy="460636"/>
          </a:xfrm>
          <a:custGeom>
            <a:avLst/>
            <a:gdLst>
              <a:gd name="connsiteX0" fmla="*/ 2540 w 1506478"/>
              <a:gd name="connsiteY0" fmla="*/ 7364 h 460636"/>
              <a:gd name="connsiteX1" fmla="*/ 254 w 1506478"/>
              <a:gd name="connsiteY1" fmla="*/ 9269 h 460636"/>
              <a:gd name="connsiteX2" fmla="*/ 1494289 w 1506478"/>
              <a:gd name="connsiteY2" fmla="*/ 460637 h 460636"/>
              <a:gd name="connsiteX3" fmla="*/ 1501146 w 1506478"/>
              <a:gd name="connsiteY3" fmla="*/ 455050 h 460636"/>
              <a:gd name="connsiteX4" fmla="*/ 1501781 w 1506478"/>
              <a:gd name="connsiteY4" fmla="*/ 455050 h 460636"/>
              <a:gd name="connsiteX5" fmla="*/ 1502670 w 1506478"/>
              <a:gd name="connsiteY5" fmla="*/ 455050 h 460636"/>
              <a:gd name="connsiteX6" fmla="*/ 1503686 w 1506478"/>
              <a:gd name="connsiteY6" fmla="*/ 455050 h 460636"/>
              <a:gd name="connsiteX7" fmla="*/ 1506479 w 1506478"/>
              <a:gd name="connsiteY7" fmla="*/ 455050 h 460636"/>
              <a:gd name="connsiteX8" fmla="*/ 635 w 1506478"/>
              <a:gd name="connsiteY8" fmla="*/ 0 h 460636"/>
              <a:gd name="connsiteX9" fmla="*/ 0 w 1506478"/>
              <a:gd name="connsiteY9" fmla="*/ 0 h 460636"/>
              <a:gd name="connsiteX10" fmla="*/ 3048 w 1506478"/>
              <a:gd name="connsiteY10" fmla="*/ 1397 h 460636"/>
              <a:gd name="connsiteX11" fmla="*/ 2540 w 1506478"/>
              <a:gd name="connsiteY11" fmla="*/ 7364 h 460636"/>
            </a:gdLst>
            <a:ahLst/>
            <a:cxnLst/>
            <a:rect l="l" t="t" r="r" b="b"/>
            <a:pathLst>
              <a:path w="1506478" h="460636">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w="12690" cap="flat">
            <a:noFill/>
            <a:prstDash val="solid"/>
            <a:miter/>
          </a:ln>
        </p:spPr>
        <p:txBody>
          <a:bodyPr anchor="ctr"/>
          <a:lstStyle/>
          <a:p>
            <a:pPr>
              <a:buNone/>
            </a:pPr>
            <a:endParaRPr/>
          </a:p>
        </p:txBody>
      </p:sp>
      <p:sp>
        <p:nvSpPr>
          <p:cNvPr id="212" name="Freeform: Shape 211">
            <a:extLst>
              <a:ext uri="{FF2B5EF4-FFF2-40B4-BE49-F238E27FC236}">
                <a16:creationId xmlns:a16="http://schemas.microsoft.com/office/drawing/2014/main" id="{26F3B0DE-2D55-4F7C-A299-0F4CBDC61B1B}"/>
              </a:ext>
            </a:extLst>
          </p:cNvPr>
          <p:cNvSpPr>
            <a:spLocks noGrp="1"/>
          </p:cNvSpPr>
          <p:nvPr/>
        </p:nvSpPr>
        <p:spPr>
          <a:xfrm>
            <a:off x="11313889" y="773218"/>
            <a:ext cx="300280" cy="253553"/>
          </a:xfrm>
          <a:custGeom>
            <a:avLst/>
            <a:gdLst>
              <a:gd name="connsiteX0" fmla="*/ 508 w 300280"/>
              <a:gd name="connsiteY0" fmla="*/ 251395 h 253553"/>
              <a:gd name="connsiteX1" fmla="*/ 508 w 300280"/>
              <a:gd name="connsiteY1" fmla="*/ 253553 h 253553"/>
              <a:gd name="connsiteX2" fmla="*/ 300280 w 300280"/>
              <a:gd name="connsiteY2" fmla="*/ 9777 h 253553"/>
              <a:gd name="connsiteX3" fmla="*/ 296725 w 300280"/>
              <a:gd name="connsiteY3" fmla="*/ 8507 h 253553"/>
              <a:gd name="connsiteX4" fmla="*/ 293157 w 300280"/>
              <a:gd name="connsiteY4" fmla="*/ 2895 h 253553"/>
              <a:gd name="connsiteX5" fmla="*/ 293296 w 300280"/>
              <a:gd name="connsiteY5" fmla="*/ 2412 h 253553"/>
              <a:gd name="connsiteX6" fmla="*/ 295455 w 300280"/>
              <a:gd name="connsiteY6" fmla="*/ 0 h 253553"/>
              <a:gd name="connsiteX7" fmla="*/ 294820 w 300280"/>
              <a:gd name="connsiteY7" fmla="*/ 0 h 253553"/>
              <a:gd name="connsiteX8" fmla="*/ 287964 w 300280"/>
              <a:gd name="connsiteY8" fmla="*/ 5587 h 253553"/>
              <a:gd name="connsiteX9" fmla="*/ 0 w 300280"/>
              <a:gd name="connsiteY9" fmla="*/ 239714 h 253553"/>
            </a:gdLst>
            <a:ahLst/>
            <a:cxnLst/>
            <a:rect l="l" t="t" r="r" b="b"/>
            <a:pathLst>
              <a:path w="300280" h="253553">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w="12690" cap="flat">
            <a:noFill/>
            <a:prstDash val="solid"/>
            <a:miter/>
          </a:ln>
        </p:spPr>
        <p:txBody>
          <a:bodyPr anchor="ctr"/>
          <a:lstStyle/>
          <a:p>
            <a:pPr>
              <a:buNone/>
            </a:pPr>
            <a:endParaRPr/>
          </a:p>
        </p:txBody>
      </p:sp>
      <p:sp>
        <p:nvSpPr>
          <p:cNvPr id="260" name="Freeform: Shape 259">
            <a:extLst>
              <a:ext uri="{FF2B5EF4-FFF2-40B4-BE49-F238E27FC236}">
                <a16:creationId xmlns:a16="http://schemas.microsoft.com/office/drawing/2014/main" id="{F2D807D9-9071-4D26-AF35-C6711595B077}"/>
              </a:ext>
            </a:extLst>
          </p:cNvPr>
          <p:cNvSpPr>
            <a:spLocks noGrp="1"/>
          </p:cNvSpPr>
          <p:nvPr/>
        </p:nvSpPr>
        <p:spPr>
          <a:xfrm>
            <a:off x="9213453" y="1240964"/>
            <a:ext cx="430421" cy="128109"/>
          </a:xfrm>
          <a:custGeom>
            <a:avLst/>
            <a:gdLst>
              <a:gd name="connsiteX0" fmla="*/ 1778 w 430421"/>
              <a:gd name="connsiteY0" fmla="*/ 8507 h 128109"/>
              <a:gd name="connsiteX1" fmla="*/ 0 w 430421"/>
              <a:gd name="connsiteY1" fmla="*/ 8507 h 128109"/>
              <a:gd name="connsiteX2" fmla="*/ 0 w 430421"/>
              <a:gd name="connsiteY2" fmla="*/ 8507 h 128109"/>
              <a:gd name="connsiteX3" fmla="*/ 336593 w 430421"/>
              <a:gd name="connsiteY3" fmla="*/ 110080 h 128109"/>
              <a:gd name="connsiteX4" fmla="*/ 430422 w 430421"/>
              <a:gd name="connsiteY4" fmla="*/ 128110 h 128109"/>
              <a:gd name="connsiteX5" fmla="*/ 430422 w 430421"/>
              <a:gd name="connsiteY5" fmla="*/ 128110 h 128109"/>
              <a:gd name="connsiteX6" fmla="*/ 6983 w 430421"/>
              <a:gd name="connsiteY6" fmla="*/ 0 h 128109"/>
              <a:gd name="connsiteX7" fmla="*/ 6983 w 430421"/>
              <a:gd name="connsiteY7" fmla="*/ 3555 h 128109"/>
              <a:gd name="connsiteX8" fmla="*/ 1778 w 430421"/>
              <a:gd name="connsiteY8" fmla="*/ 8507 h 128109"/>
            </a:gdLst>
            <a:ahLst/>
            <a:cxnLst/>
            <a:rect l="l" t="t" r="r" b="b"/>
            <a:pathLst>
              <a:path w="430421" h="128109">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w="12690" cap="flat">
            <a:noFill/>
            <a:prstDash val="solid"/>
            <a:miter/>
          </a:ln>
        </p:spPr>
        <p:txBody>
          <a:bodyPr anchor="ctr"/>
          <a:lstStyle/>
          <a:p>
            <a:pPr>
              <a:buNone/>
            </a:pPr>
            <a:endParaRPr/>
          </a:p>
        </p:txBody>
      </p:sp>
      <p:sp>
        <p:nvSpPr>
          <p:cNvPr id="261" name="Freeform: Shape 260">
            <a:extLst>
              <a:ext uri="{FF2B5EF4-FFF2-40B4-BE49-F238E27FC236}">
                <a16:creationId xmlns:a16="http://schemas.microsoft.com/office/drawing/2014/main" id="{AA4CA55F-A7EB-4041-97C3-818EF502A127}"/>
              </a:ext>
            </a:extLst>
          </p:cNvPr>
          <p:cNvSpPr>
            <a:spLocks noGrp="1"/>
          </p:cNvSpPr>
          <p:nvPr/>
        </p:nvSpPr>
        <p:spPr>
          <a:xfrm>
            <a:off x="9211548" y="620095"/>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262" name="Freeform: Shape 261">
            <a:extLst>
              <a:ext uri="{FF2B5EF4-FFF2-40B4-BE49-F238E27FC236}">
                <a16:creationId xmlns:a16="http://schemas.microsoft.com/office/drawing/2014/main" id="{D0DA1F02-7551-46DF-8900-288EFC2868F9}"/>
              </a:ext>
            </a:extLst>
          </p:cNvPr>
          <p:cNvSpPr>
            <a:spLocks noGrp="1"/>
          </p:cNvSpPr>
          <p:nvPr/>
        </p:nvSpPr>
        <p:spPr>
          <a:xfrm>
            <a:off x="9210914" y="62161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263" name="Freeform: Shape 262">
            <a:extLst>
              <a:ext uri="{FF2B5EF4-FFF2-40B4-BE49-F238E27FC236}">
                <a16:creationId xmlns:a16="http://schemas.microsoft.com/office/drawing/2014/main" id="{AC4D6326-3E87-49CA-8338-209C060EAE0B}"/>
              </a:ext>
            </a:extLst>
          </p:cNvPr>
          <p:cNvSpPr>
            <a:spLocks noGrp="1"/>
          </p:cNvSpPr>
          <p:nvPr/>
        </p:nvSpPr>
        <p:spPr>
          <a:xfrm>
            <a:off x="9211511" y="624285"/>
            <a:ext cx="9179" cy="625065"/>
          </a:xfrm>
          <a:custGeom>
            <a:avLst/>
            <a:gdLst>
              <a:gd name="connsiteX0" fmla="*/ 1816 w 9179"/>
              <a:gd name="connsiteY0" fmla="*/ 3936 h 625065"/>
              <a:gd name="connsiteX1" fmla="*/ 1054 w 9179"/>
              <a:gd name="connsiteY1" fmla="*/ 3936 h 625065"/>
              <a:gd name="connsiteX2" fmla="*/ 38 w 9179"/>
              <a:gd name="connsiteY2" fmla="*/ 3301 h 625065"/>
              <a:gd name="connsiteX3" fmla="*/ 38 w 9179"/>
              <a:gd name="connsiteY3" fmla="*/ 3301 h 625065"/>
              <a:gd name="connsiteX4" fmla="*/ 38 w 9179"/>
              <a:gd name="connsiteY4" fmla="*/ 2666 h 625065"/>
              <a:gd name="connsiteX5" fmla="*/ 38 w 9179"/>
              <a:gd name="connsiteY5" fmla="*/ 1904 h 625065"/>
              <a:gd name="connsiteX6" fmla="*/ 38 w 9179"/>
              <a:gd name="connsiteY6" fmla="*/ 889 h 625065"/>
              <a:gd name="connsiteX7" fmla="*/ 38 w 9179"/>
              <a:gd name="connsiteY7" fmla="*/ 0 h 625065"/>
              <a:gd name="connsiteX8" fmla="*/ 38 w 9179"/>
              <a:gd name="connsiteY8" fmla="*/ 0 h 625065"/>
              <a:gd name="connsiteX9" fmla="*/ 38 w 9179"/>
              <a:gd name="connsiteY9" fmla="*/ 620996 h 625065"/>
              <a:gd name="connsiteX10" fmla="*/ 38 w 9179"/>
              <a:gd name="connsiteY10" fmla="*/ 620996 h 625065"/>
              <a:gd name="connsiteX11" fmla="*/ 38 w 9179"/>
              <a:gd name="connsiteY11" fmla="*/ 622011 h 625065"/>
              <a:gd name="connsiteX12" fmla="*/ 38 w 9179"/>
              <a:gd name="connsiteY12" fmla="*/ 622900 h 625065"/>
              <a:gd name="connsiteX13" fmla="*/ 38 w 9179"/>
              <a:gd name="connsiteY13" fmla="*/ 623662 h 625065"/>
              <a:gd name="connsiteX14" fmla="*/ 38 w 9179"/>
              <a:gd name="connsiteY14" fmla="*/ 624424 h 625065"/>
              <a:gd name="connsiteX15" fmla="*/ 800 w 9179"/>
              <a:gd name="connsiteY15" fmla="*/ 624424 h 625065"/>
              <a:gd name="connsiteX16" fmla="*/ 1943 w 9179"/>
              <a:gd name="connsiteY16" fmla="*/ 625059 h 625065"/>
              <a:gd name="connsiteX17" fmla="*/ 3720 w 9179"/>
              <a:gd name="connsiteY17" fmla="*/ 625059 h 625065"/>
              <a:gd name="connsiteX18" fmla="*/ 9180 w 9179"/>
              <a:gd name="connsiteY18" fmla="*/ 620234 h 625065"/>
              <a:gd name="connsiteX19" fmla="*/ 9180 w 9179"/>
              <a:gd name="connsiteY19" fmla="*/ 6094 h 625065"/>
              <a:gd name="connsiteX20" fmla="*/ 2070 w 9179"/>
              <a:gd name="connsiteY20" fmla="*/ 3936 h 625065"/>
            </a:gdLst>
            <a:ahLst/>
            <a:cxnLst/>
            <a:rect l="l" t="t" r="r" b="b"/>
            <a:pathLst>
              <a:path w="9179" h="625065">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w="12690" cap="flat">
            <a:noFill/>
            <a:prstDash val="solid"/>
            <a:miter/>
          </a:ln>
        </p:spPr>
        <p:txBody>
          <a:bodyPr anchor="ctr"/>
          <a:lstStyle/>
          <a:p>
            <a:pPr>
              <a:buNone/>
            </a:pPr>
            <a:endParaRPr/>
          </a:p>
        </p:txBody>
      </p:sp>
      <p:sp>
        <p:nvSpPr>
          <p:cNvPr id="264" name="Freeform: Shape 263">
            <a:extLst>
              <a:ext uri="{FF2B5EF4-FFF2-40B4-BE49-F238E27FC236}">
                <a16:creationId xmlns:a16="http://schemas.microsoft.com/office/drawing/2014/main" id="{0AF1B9DB-B28A-401F-AC75-0B893EE73E52}"/>
              </a:ext>
            </a:extLst>
          </p:cNvPr>
          <p:cNvSpPr>
            <a:spLocks noGrp="1"/>
          </p:cNvSpPr>
          <p:nvPr/>
        </p:nvSpPr>
        <p:spPr>
          <a:xfrm>
            <a:off x="10631815" y="1056862"/>
            <a:ext cx="10792" cy="506217"/>
          </a:xfrm>
          <a:custGeom>
            <a:avLst/>
            <a:gdLst>
              <a:gd name="connsiteX0" fmla="*/ 3683 w 10792"/>
              <a:gd name="connsiteY0" fmla="*/ 1016 h 506217"/>
              <a:gd name="connsiteX1" fmla="*/ 0 w 10792"/>
              <a:gd name="connsiteY1" fmla="*/ 0 h 506217"/>
              <a:gd name="connsiteX2" fmla="*/ 0 w 10792"/>
              <a:gd name="connsiteY2" fmla="*/ 503932 h 506217"/>
              <a:gd name="connsiteX3" fmla="*/ 6603 w 10792"/>
              <a:gd name="connsiteY3" fmla="*/ 505329 h 506217"/>
              <a:gd name="connsiteX4" fmla="*/ 10793 w 10792"/>
              <a:gd name="connsiteY4" fmla="*/ 506218 h 506217"/>
              <a:gd name="connsiteX5" fmla="*/ 10793 w 10792"/>
              <a:gd name="connsiteY5" fmla="*/ 3174 h 506217"/>
              <a:gd name="connsiteX6" fmla="*/ 3683 w 10792"/>
              <a:gd name="connsiteY6" fmla="*/ 1016 h 506217"/>
            </a:gdLst>
            <a:ahLst/>
            <a:cxnLst/>
            <a:rect l="l" t="t" r="r" b="b"/>
            <a:pathLst>
              <a:path w="10792" h="506217">
                <a:moveTo>
                  <a:pt x="3683" y="1016"/>
                </a:moveTo>
                <a:lnTo>
                  <a:pt x="0" y="0"/>
                </a:lnTo>
                <a:lnTo>
                  <a:pt x="0" y="503932"/>
                </a:lnTo>
                <a:lnTo>
                  <a:pt x="6603" y="505329"/>
                </a:lnTo>
                <a:lnTo>
                  <a:pt x="10793" y="506218"/>
                </a:lnTo>
                <a:lnTo>
                  <a:pt x="10793" y="3174"/>
                </a:lnTo>
                <a:lnTo>
                  <a:pt x="3683" y="1016"/>
                </a:lnTo>
                <a:close/>
              </a:path>
            </a:pathLst>
          </a:custGeom>
          <a:solidFill>
            <a:srgbClr val="000000"/>
          </a:solidFill>
          <a:ln w="12690" cap="flat">
            <a:noFill/>
            <a:prstDash val="solid"/>
            <a:miter/>
          </a:ln>
        </p:spPr>
        <p:txBody>
          <a:bodyPr anchor="ctr"/>
          <a:lstStyle/>
          <a:p>
            <a:pPr>
              <a:buNone/>
            </a:pPr>
            <a:endParaRPr/>
          </a:p>
        </p:txBody>
      </p:sp>
      <p:sp>
        <p:nvSpPr>
          <p:cNvPr id="265" name="Freeform: Shape 264">
            <a:extLst>
              <a:ext uri="{FF2B5EF4-FFF2-40B4-BE49-F238E27FC236}">
                <a16:creationId xmlns:a16="http://schemas.microsoft.com/office/drawing/2014/main" id="{DFC767E1-DF53-42EF-BC8A-AB07C207C0A7}"/>
              </a:ext>
            </a:extLst>
          </p:cNvPr>
          <p:cNvSpPr>
            <a:spLocks noGrp="1"/>
          </p:cNvSpPr>
          <p:nvPr/>
        </p:nvSpPr>
        <p:spPr>
          <a:xfrm>
            <a:off x="9210914" y="621111"/>
            <a:ext cx="12696" cy="761"/>
          </a:xfrm>
          <a:custGeom>
            <a:avLst/>
            <a:gdLst>
              <a:gd name="connsiteX0" fmla="*/ 0 w 12696"/>
              <a:gd name="connsiteY0" fmla="*/ 762 h 761"/>
              <a:gd name="connsiteX1" fmla="*/ 0 w 12696"/>
              <a:gd name="connsiteY1" fmla="*/ 762 h 761"/>
              <a:gd name="connsiteX2" fmla="*/ 0 w 12696"/>
              <a:gd name="connsiteY2" fmla="*/ 762 h 761"/>
              <a:gd name="connsiteX3" fmla="*/ 0 w 12696"/>
              <a:gd name="connsiteY3" fmla="*/ 0 h 761"/>
            </a:gdLst>
            <a:ahLst/>
            <a:cxnLst/>
            <a:rect l="l" t="t" r="r" b="b"/>
            <a:pathLst>
              <a:path w="12696" h="761">
                <a:moveTo>
                  <a:pt x="0" y="762"/>
                </a:moveTo>
                <a:lnTo>
                  <a:pt x="0" y="762"/>
                </a:lnTo>
                <a:cubicBezTo>
                  <a:pt x="0" y="762"/>
                  <a:pt x="0" y="762"/>
                  <a:pt x="0" y="762"/>
                </a:cubicBezTo>
                <a:cubicBezTo>
                  <a:pt x="0" y="762"/>
                  <a:pt x="0" y="762"/>
                  <a:pt x="0" y="0"/>
                </a:cubicBezTo>
                <a:close/>
              </a:path>
            </a:pathLst>
          </a:custGeom>
          <a:solidFill>
            <a:srgbClr val="000000"/>
          </a:solidFill>
          <a:ln w="12690" cap="flat">
            <a:noFill/>
            <a:prstDash val="solid"/>
            <a:miter/>
          </a:ln>
        </p:spPr>
        <p:txBody>
          <a:bodyPr anchor="ctr"/>
          <a:lstStyle/>
          <a:p>
            <a:pPr>
              <a:buNone/>
            </a:pPr>
            <a:endParaRPr/>
          </a:p>
        </p:txBody>
      </p:sp>
      <p:sp>
        <p:nvSpPr>
          <p:cNvPr id="266" name="Freeform: Shape 265">
            <a:extLst>
              <a:ext uri="{FF2B5EF4-FFF2-40B4-BE49-F238E27FC236}">
                <a16:creationId xmlns:a16="http://schemas.microsoft.com/office/drawing/2014/main" id="{BAA5ED17-ECFE-4B0A-80B4-055358CA7BC1}"/>
              </a:ext>
            </a:extLst>
          </p:cNvPr>
          <p:cNvSpPr>
            <a:spLocks noGrp="1"/>
          </p:cNvSpPr>
          <p:nvPr/>
        </p:nvSpPr>
        <p:spPr>
          <a:xfrm>
            <a:off x="9210914" y="620222"/>
            <a:ext cx="12696" cy="761"/>
          </a:xfrm>
          <a:custGeom>
            <a:avLst/>
            <a:gdLst>
              <a:gd name="connsiteX0" fmla="*/ 0 w 12696"/>
              <a:gd name="connsiteY0" fmla="*/ 0 h 761"/>
              <a:gd name="connsiteX1" fmla="*/ 0 w 12696"/>
              <a:gd name="connsiteY1" fmla="*/ 762 h 761"/>
              <a:gd name="connsiteX2" fmla="*/ 0 w 12696"/>
              <a:gd name="connsiteY2" fmla="*/ 0 h 761"/>
            </a:gdLst>
            <a:ahLst/>
            <a:cxnLst/>
            <a:rect l="l" t="t" r="r" b="b"/>
            <a:pathLst>
              <a:path w="12696" h="761">
                <a:moveTo>
                  <a:pt x="0" y="0"/>
                </a:moveTo>
                <a:lnTo>
                  <a:pt x="0" y="762"/>
                </a:lnTo>
                <a:lnTo>
                  <a:pt x="0" y="0"/>
                </a:lnTo>
                <a:close/>
              </a:path>
            </a:pathLst>
          </a:custGeom>
          <a:solidFill>
            <a:srgbClr val="000000"/>
          </a:solidFill>
          <a:ln w="12690" cap="flat">
            <a:noFill/>
            <a:prstDash val="solid"/>
            <a:miter/>
          </a:ln>
        </p:spPr>
        <p:txBody>
          <a:bodyPr anchor="ctr"/>
          <a:lstStyle/>
          <a:p>
            <a:pPr>
              <a:buNone/>
            </a:pPr>
            <a:endParaRPr/>
          </a:p>
        </p:txBody>
      </p:sp>
      <p:sp>
        <p:nvSpPr>
          <p:cNvPr id="267" name="Freeform: Shape 266">
            <a:extLst>
              <a:ext uri="{FF2B5EF4-FFF2-40B4-BE49-F238E27FC236}">
                <a16:creationId xmlns:a16="http://schemas.microsoft.com/office/drawing/2014/main" id="{6F513EB8-9659-470A-B003-9906FE36D3F4}"/>
              </a:ext>
            </a:extLst>
          </p:cNvPr>
          <p:cNvSpPr>
            <a:spLocks noGrp="1"/>
          </p:cNvSpPr>
          <p:nvPr/>
        </p:nvSpPr>
        <p:spPr>
          <a:xfrm>
            <a:off x="9213326" y="621619"/>
            <a:ext cx="1422679" cy="436512"/>
          </a:xfrm>
          <a:custGeom>
            <a:avLst/>
            <a:gdLst>
              <a:gd name="connsiteX0" fmla="*/ 1422679 w 1422679"/>
              <a:gd name="connsiteY0" fmla="*/ 426736 h 436512"/>
              <a:gd name="connsiteX1" fmla="*/ 12443 w 1422679"/>
              <a:gd name="connsiteY1" fmla="*/ 0 h 436512"/>
              <a:gd name="connsiteX2" fmla="*/ 5587 w 1422679"/>
              <a:gd name="connsiteY2" fmla="*/ 5587 h 436512"/>
              <a:gd name="connsiteX3" fmla="*/ 1905 w 1422679"/>
              <a:gd name="connsiteY3" fmla="*/ 6856 h 436512"/>
              <a:gd name="connsiteX4" fmla="*/ 0 w 1422679"/>
              <a:gd name="connsiteY4" fmla="*/ 6856 h 436512"/>
              <a:gd name="connsiteX5" fmla="*/ 0 w 1422679"/>
              <a:gd name="connsiteY5" fmla="*/ 6856 h 436512"/>
              <a:gd name="connsiteX6" fmla="*/ 7110 w 1422679"/>
              <a:gd name="connsiteY6" fmla="*/ 9015 h 436512"/>
              <a:gd name="connsiteX7" fmla="*/ 1418236 w 1422679"/>
              <a:gd name="connsiteY7" fmla="*/ 435497 h 436512"/>
              <a:gd name="connsiteX8" fmla="*/ 1421917 w 1422679"/>
              <a:gd name="connsiteY8" fmla="*/ 436513 h 436512"/>
              <a:gd name="connsiteX9" fmla="*/ 1421917 w 1422679"/>
              <a:gd name="connsiteY9" fmla="*/ 436513 h 436512"/>
              <a:gd name="connsiteX10" fmla="*/ 1421028 w 1422679"/>
              <a:gd name="connsiteY10" fmla="*/ 436513 h 436512"/>
              <a:gd name="connsiteX11" fmla="*/ 1420013 w 1422679"/>
              <a:gd name="connsiteY11" fmla="*/ 435878 h 436512"/>
              <a:gd name="connsiteX12" fmla="*/ 1420013 w 1422679"/>
              <a:gd name="connsiteY12" fmla="*/ 435878 h 436512"/>
              <a:gd name="connsiteX13" fmla="*/ 1420013 w 1422679"/>
              <a:gd name="connsiteY13" fmla="*/ 435243 h 436512"/>
              <a:gd name="connsiteX14" fmla="*/ 1420013 w 1422679"/>
              <a:gd name="connsiteY14" fmla="*/ 434481 h 436512"/>
              <a:gd name="connsiteX15" fmla="*/ 1420013 w 1422679"/>
              <a:gd name="connsiteY15" fmla="*/ 433466 h 436512"/>
              <a:gd name="connsiteX16" fmla="*/ 1420013 w 1422679"/>
              <a:gd name="connsiteY16" fmla="*/ 432577 h 436512"/>
              <a:gd name="connsiteX17" fmla="*/ 1420013 w 1422679"/>
              <a:gd name="connsiteY17" fmla="*/ 431561 h 436512"/>
              <a:gd name="connsiteX18" fmla="*/ 1420013 w 1422679"/>
              <a:gd name="connsiteY18" fmla="*/ 430799 h 436512"/>
              <a:gd name="connsiteX19" fmla="*/ 1420013 w 1422679"/>
              <a:gd name="connsiteY19" fmla="*/ 429910 h 436512"/>
              <a:gd name="connsiteX20" fmla="*/ 1420013 w 1422679"/>
              <a:gd name="connsiteY20" fmla="*/ 429022 h 436512"/>
              <a:gd name="connsiteX21" fmla="*/ 1420013 w 1422679"/>
              <a:gd name="connsiteY21" fmla="*/ 429022 h 436512"/>
            </a:gdLst>
            <a:ahLst/>
            <a:cxnLst/>
            <a:rect l="l" t="t" r="r" b="b"/>
            <a:pathLst>
              <a:path w="1422679" h="436512">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w="12690" cap="flat">
            <a:noFill/>
            <a:prstDash val="solid"/>
            <a:miter/>
          </a:ln>
        </p:spPr>
        <p:txBody>
          <a:bodyPr anchor="ctr"/>
          <a:lstStyle/>
          <a:p>
            <a:pPr>
              <a:buNone/>
            </a:pPr>
            <a:endParaRPr/>
          </a:p>
        </p:txBody>
      </p:sp>
      <p:sp>
        <p:nvSpPr>
          <p:cNvPr id="268" name="Freeform: Shape 267">
            <a:extLst>
              <a:ext uri="{FF2B5EF4-FFF2-40B4-BE49-F238E27FC236}">
                <a16:creationId xmlns:a16="http://schemas.microsoft.com/office/drawing/2014/main" id="{C5E3018B-5850-4B86-85F7-345B150DD13C}"/>
              </a:ext>
            </a:extLst>
          </p:cNvPr>
          <p:cNvSpPr>
            <a:spLocks noGrp="1"/>
          </p:cNvSpPr>
          <p:nvPr/>
        </p:nvSpPr>
        <p:spPr>
          <a:xfrm>
            <a:off x="10633593" y="848890"/>
            <a:ext cx="258888" cy="202258"/>
          </a:xfrm>
          <a:custGeom>
            <a:avLst/>
            <a:gdLst>
              <a:gd name="connsiteX0" fmla="*/ 0 w 258888"/>
              <a:gd name="connsiteY0" fmla="*/ 200735 h 202258"/>
              <a:gd name="connsiteX1" fmla="*/ 0 w 258888"/>
              <a:gd name="connsiteY1" fmla="*/ 200735 h 202258"/>
              <a:gd name="connsiteX2" fmla="*/ 5460 w 258888"/>
              <a:gd name="connsiteY2" fmla="*/ 199592 h 202258"/>
              <a:gd name="connsiteX3" fmla="*/ 14347 w 258888"/>
              <a:gd name="connsiteY3" fmla="*/ 202259 h 202258"/>
              <a:gd name="connsiteX4" fmla="*/ 258888 w 258888"/>
              <a:gd name="connsiteY4" fmla="*/ 3555 h 202258"/>
              <a:gd name="connsiteX5" fmla="*/ 255968 w 258888"/>
              <a:gd name="connsiteY5" fmla="*/ 2666 h 202258"/>
              <a:gd name="connsiteX6" fmla="*/ 247081 w 258888"/>
              <a:gd name="connsiteY6" fmla="*/ 0 h 202258"/>
              <a:gd name="connsiteX7" fmla="*/ 2412 w 258888"/>
              <a:gd name="connsiteY7" fmla="*/ 199465 h 202258"/>
            </a:gdLst>
            <a:ahLst/>
            <a:cxnLst/>
            <a:rect l="l" t="t" r="r" b="b"/>
            <a:pathLst>
              <a:path w="258888" h="20225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w="12690" cap="flat">
            <a:noFill/>
            <a:prstDash val="solid"/>
            <a:miter/>
          </a:ln>
        </p:spPr>
        <p:txBody>
          <a:bodyPr anchor="ctr"/>
          <a:lstStyle/>
          <a:p>
            <a:pPr>
              <a:buNone/>
            </a:pPr>
            <a:endParaRPr/>
          </a:p>
        </p:txBody>
      </p:sp>
      <p:sp>
        <p:nvSpPr>
          <p:cNvPr id="269" name="Freeform: Shape 268">
            <a:extLst>
              <a:ext uri="{FF2B5EF4-FFF2-40B4-BE49-F238E27FC236}">
                <a16:creationId xmlns:a16="http://schemas.microsoft.com/office/drawing/2014/main" id="{B90109BD-77D2-4EBB-9C49-DF3AFEA0E6C7}"/>
              </a:ext>
            </a:extLst>
          </p:cNvPr>
          <p:cNvSpPr>
            <a:spLocks noGrp="1"/>
          </p:cNvSpPr>
          <p:nvPr/>
        </p:nvSpPr>
        <p:spPr>
          <a:xfrm>
            <a:off x="10632958" y="1055973"/>
            <a:ext cx="12696" cy="761"/>
          </a:xfrm>
          <a:custGeom>
            <a:avLst/>
            <a:gdLst>
              <a:gd name="connsiteX0" fmla="*/ 0 w 12696"/>
              <a:gd name="connsiteY0" fmla="*/ 762 h 761"/>
              <a:gd name="connsiteX1" fmla="*/ 0 w 12696"/>
              <a:gd name="connsiteY1" fmla="*/ 0 h 761"/>
              <a:gd name="connsiteX2" fmla="*/ 0 w 12696"/>
              <a:gd name="connsiteY2" fmla="*/ 635 h 761"/>
            </a:gdLst>
            <a:ahLst/>
            <a:cxnLst/>
            <a:rect l="l" t="t" r="r" b="b"/>
            <a:pathLst>
              <a:path w="12696" h="761">
                <a:moveTo>
                  <a:pt x="0" y="762"/>
                </a:moveTo>
                <a:lnTo>
                  <a:pt x="0" y="0"/>
                </a:lnTo>
                <a:lnTo>
                  <a:pt x="0" y="635"/>
                </a:lnTo>
                <a:close/>
              </a:path>
            </a:pathLst>
          </a:custGeom>
          <a:solidFill>
            <a:srgbClr val="000000"/>
          </a:solidFill>
          <a:ln w="12690" cap="flat">
            <a:noFill/>
            <a:prstDash val="solid"/>
            <a:miter/>
          </a:ln>
        </p:spPr>
        <p:txBody>
          <a:bodyPr anchor="ctr"/>
          <a:lstStyle/>
          <a:p>
            <a:pPr>
              <a:buNone/>
            </a:pPr>
            <a:endParaRPr/>
          </a:p>
        </p:txBody>
      </p:sp>
      <p:sp>
        <p:nvSpPr>
          <p:cNvPr id="270" name="Freeform: Shape 269">
            <a:extLst>
              <a:ext uri="{FF2B5EF4-FFF2-40B4-BE49-F238E27FC236}">
                <a16:creationId xmlns:a16="http://schemas.microsoft.com/office/drawing/2014/main" id="{2351D74D-937E-4C87-A9C9-885A3A56338E}"/>
              </a:ext>
            </a:extLst>
          </p:cNvPr>
          <p:cNvSpPr>
            <a:spLocks noGrp="1"/>
          </p:cNvSpPr>
          <p:nvPr/>
        </p:nvSpPr>
        <p:spPr>
          <a:xfrm>
            <a:off x="8694787" y="855746"/>
            <a:ext cx="253936" cy="211400"/>
          </a:xfrm>
          <a:custGeom>
            <a:avLst/>
            <a:gdLst>
              <a:gd name="connsiteX0" fmla="*/ 244668 w 253936"/>
              <a:gd name="connsiteY0" fmla="*/ 2158 h 211400"/>
              <a:gd name="connsiteX1" fmla="*/ 244668 w 253936"/>
              <a:gd name="connsiteY1" fmla="*/ 0 h 211400"/>
              <a:gd name="connsiteX2" fmla="*/ 1651 w 253936"/>
              <a:gd name="connsiteY2" fmla="*/ 197561 h 211400"/>
              <a:gd name="connsiteX3" fmla="*/ 1651 w 253936"/>
              <a:gd name="connsiteY3" fmla="*/ 208480 h 211400"/>
              <a:gd name="connsiteX4" fmla="*/ 1651 w 253936"/>
              <a:gd name="connsiteY4" fmla="*/ 209369 h 211400"/>
              <a:gd name="connsiteX5" fmla="*/ 1651 w 253936"/>
              <a:gd name="connsiteY5" fmla="*/ 209369 h 211400"/>
              <a:gd name="connsiteX6" fmla="*/ 0 w 253936"/>
              <a:gd name="connsiteY6" fmla="*/ 211400 h 211400"/>
              <a:gd name="connsiteX7" fmla="*/ 0 w 253936"/>
              <a:gd name="connsiteY7" fmla="*/ 211400 h 211400"/>
              <a:gd name="connsiteX8" fmla="*/ 253937 w 253936"/>
              <a:gd name="connsiteY8" fmla="*/ 5079 h 211400"/>
              <a:gd name="connsiteX9" fmla="*/ 253937 w 253936"/>
              <a:gd name="connsiteY9" fmla="*/ 5079 h 211400"/>
              <a:gd name="connsiteX10" fmla="*/ 250255 w 253936"/>
              <a:gd name="connsiteY10" fmla="*/ 6475 h 211400"/>
              <a:gd name="connsiteX11" fmla="*/ 244668 w 253936"/>
              <a:gd name="connsiteY11" fmla="*/ 2158 h 211400"/>
            </a:gdLst>
            <a:ahLst/>
            <a:cxnLst/>
            <a:rect l="l" t="t" r="r" b="b"/>
            <a:pathLst>
              <a:path w="253936" h="211400">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w="12690" cap="flat">
            <a:noFill/>
            <a:prstDash val="solid"/>
            <a:miter/>
          </a:ln>
        </p:spPr>
        <p:txBody>
          <a:bodyPr anchor="ctr"/>
          <a:lstStyle/>
          <a:p>
            <a:pPr>
              <a:buNone/>
            </a:pPr>
            <a:endParaRPr/>
          </a:p>
        </p:txBody>
      </p:sp>
      <p:sp>
        <p:nvSpPr>
          <p:cNvPr id="271" name="Freeform: Shape 270">
            <a:extLst>
              <a:ext uri="{FF2B5EF4-FFF2-40B4-BE49-F238E27FC236}">
                <a16:creationId xmlns:a16="http://schemas.microsoft.com/office/drawing/2014/main" id="{EBD515AA-2FBE-44C8-8C7D-57A11894521D}"/>
              </a:ext>
            </a:extLst>
          </p:cNvPr>
          <p:cNvSpPr>
            <a:spLocks noGrp="1"/>
          </p:cNvSpPr>
          <p:nvPr/>
        </p:nvSpPr>
        <p:spPr>
          <a:xfrm>
            <a:off x="5051688" y="-39118"/>
            <a:ext cx="3638910" cy="1108170"/>
          </a:xfrm>
          <a:custGeom>
            <a:avLst/>
            <a:gdLst>
              <a:gd name="connsiteX0" fmla="*/ 1068184 w 3638910"/>
              <a:gd name="connsiteY0" fmla="*/ 331257 h 1108170"/>
              <a:gd name="connsiteX1" fmla="*/ 1068184 w 3638910"/>
              <a:gd name="connsiteY1" fmla="*/ 331257 h 1108170"/>
              <a:gd name="connsiteX2" fmla="*/ 3637260 w 3638910"/>
              <a:gd name="connsiteY2" fmla="*/ 1108168 h 1108170"/>
              <a:gd name="connsiteX3" fmla="*/ 3638910 w 3638910"/>
              <a:gd name="connsiteY3" fmla="*/ 1108168 h 1108170"/>
              <a:gd name="connsiteX4" fmla="*/ 3633577 w 3638910"/>
              <a:gd name="connsiteY4" fmla="*/ 1103217 h 1108170"/>
              <a:gd name="connsiteX5" fmla="*/ 3633577 w 3638910"/>
              <a:gd name="connsiteY5" fmla="*/ 1096487 h 1108170"/>
              <a:gd name="connsiteX6" fmla="*/ 7364 w 3638910"/>
              <a:gd name="connsiteY6" fmla="*/ 0 h 1108170"/>
              <a:gd name="connsiteX7" fmla="*/ 7364 w 3638910"/>
              <a:gd name="connsiteY7" fmla="*/ 3555 h 1108170"/>
              <a:gd name="connsiteX8" fmla="*/ 1904 w 3638910"/>
              <a:gd name="connsiteY8" fmla="*/ 8380 h 1108170"/>
              <a:gd name="connsiteX9" fmla="*/ 0 w 3638910"/>
              <a:gd name="connsiteY9" fmla="*/ 8380 h 1108170"/>
              <a:gd name="connsiteX10" fmla="*/ 0 w 3638910"/>
              <a:gd name="connsiteY10" fmla="*/ 8380 h 1108170"/>
              <a:gd name="connsiteX11" fmla="*/ 486034 w 3638910"/>
              <a:gd name="connsiteY11" fmla="*/ 155408 h 1108170"/>
              <a:gd name="connsiteX12" fmla="*/ 1068311 w 3638910"/>
              <a:gd name="connsiteY12" fmla="*/ 331384 h 1108170"/>
            </a:gdLst>
            <a:ahLst/>
            <a:cxnLst/>
            <a:rect l="l" t="t" r="r" b="b"/>
            <a:pathLst>
              <a:path w="3638910" h="110817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w="12690" cap="flat">
            <a:noFill/>
            <a:prstDash val="solid"/>
            <a:miter/>
          </a:ln>
        </p:spPr>
        <p:txBody>
          <a:bodyPr anchor="ctr"/>
          <a:lstStyle/>
          <a:p>
            <a:pPr>
              <a:buNone/>
            </a:pPr>
            <a:endParaRPr/>
          </a:p>
        </p:txBody>
      </p:sp>
      <p:sp>
        <p:nvSpPr>
          <p:cNvPr id="272" name="Freeform: Shape 271">
            <a:extLst>
              <a:ext uri="{FF2B5EF4-FFF2-40B4-BE49-F238E27FC236}">
                <a16:creationId xmlns:a16="http://schemas.microsoft.com/office/drawing/2014/main" id="{BD30C0F3-51A0-427E-A607-4F0809ADC9B5}"/>
              </a:ext>
            </a:extLst>
          </p:cNvPr>
          <p:cNvSpPr>
            <a:spLocks noGrp="1"/>
          </p:cNvSpPr>
          <p:nvPr/>
        </p:nvSpPr>
        <p:spPr>
          <a:xfrm>
            <a:off x="8696245" y="1065369"/>
            <a:ext cx="66" cy="761"/>
          </a:xfrm>
          <a:custGeom>
            <a:avLst/>
            <a:gdLst>
              <a:gd name="connsiteX0" fmla="*/ 66 w 66"/>
              <a:gd name="connsiteY0" fmla="*/ 0 h 761"/>
              <a:gd name="connsiteX1" fmla="*/ 66 w 66"/>
              <a:gd name="connsiteY1" fmla="*/ 762 h 761"/>
              <a:gd name="connsiteX2" fmla="*/ 66 w 66"/>
              <a:gd name="connsiteY2" fmla="*/ 762 h 761"/>
              <a:gd name="connsiteX3" fmla="*/ 66 w 66"/>
              <a:gd name="connsiteY3" fmla="*/ 0 h 761"/>
            </a:gdLst>
            <a:ahLst/>
            <a:cxnLst/>
            <a:rect l="l" t="t" r="r" b="b"/>
            <a:pathLst>
              <a:path w="66" h="761">
                <a:moveTo>
                  <a:pt x="66" y="0"/>
                </a:moveTo>
                <a:lnTo>
                  <a:pt x="66" y="762"/>
                </a:lnTo>
                <a:lnTo>
                  <a:pt x="66" y="762"/>
                </a:lnTo>
                <a:cubicBezTo>
                  <a:pt x="-22" y="521"/>
                  <a:pt x="-22" y="241"/>
                  <a:pt x="66" y="0"/>
                </a:cubicBezTo>
                <a:close/>
              </a:path>
            </a:pathLst>
          </a:custGeom>
          <a:solidFill>
            <a:srgbClr val="000000"/>
          </a:solidFill>
          <a:ln w="12690" cap="flat">
            <a:noFill/>
            <a:prstDash val="solid"/>
            <a:miter/>
          </a:ln>
        </p:spPr>
        <p:txBody>
          <a:bodyPr anchor="ctr"/>
          <a:lstStyle/>
          <a:p>
            <a:pPr>
              <a:buNone/>
            </a:pPr>
            <a:endParaRPr/>
          </a:p>
        </p:txBody>
      </p:sp>
      <p:sp>
        <p:nvSpPr>
          <p:cNvPr id="276" name="Freeform: Shape 275">
            <a:extLst>
              <a:ext uri="{FF2B5EF4-FFF2-40B4-BE49-F238E27FC236}">
                <a16:creationId xmlns:a16="http://schemas.microsoft.com/office/drawing/2014/main" id="{2BA7C2CC-4C5B-4C3E-A513-F96E7A47C1E0}"/>
              </a:ext>
            </a:extLst>
          </p:cNvPr>
          <p:cNvSpPr>
            <a:spLocks noGrp="1"/>
          </p:cNvSpPr>
          <p:nvPr/>
        </p:nvSpPr>
        <p:spPr>
          <a:xfrm>
            <a:off x="8685011" y="445262"/>
            <a:ext cx="10537" cy="624171"/>
          </a:xfrm>
          <a:custGeom>
            <a:avLst/>
            <a:gdLst>
              <a:gd name="connsiteX0" fmla="*/ 635 w 10537"/>
              <a:gd name="connsiteY0" fmla="*/ 619218 h 624171"/>
              <a:gd name="connsiteX1" fmla="*/ 5967 w 10537"/>
              <a:gd name="connsiteY1" fmla="*/ 624170 h 624171"/>
              <a:gd name="connsiteX2" fmla="*/ 8888 w 10537"/>
              <a:gd name="connsiteY2" fmla="*/ 623281 h 624171"/>
              <a:gd name="connsiteX3" fmla="*/ 8888 w 10537"/>
              <a:gd name="connsiteY3" fmla="*/ 623281 h 624171"/>
              <a:gd name="connsiteX4" fmla="*/ 8888 w 10537"/>
              <a:gd name="connsiteY4" fmla="*/ 623281 h 624171"/>
              <a:gd name="connsiteX5" fmla="*/ 10538 w 10537"/>
              <a:gd name="connsiteY5" fmla="*/ 621250 h 624171"/>
              <a:gd name="connsiteX6" fmla="*/ 10538 w 10537"/>
              <a:gd name="connsiteY6" fmla="*/ 620488 h 624171"/>
              <a:gd name="connsiteX7" fmla="*/ 10538 w 10537"/>
              <a:gd name="connsiteY7" fmla="*/ 619599 h 624171"/>
              <a:gd name="connsiteX8" fmla="*/ 10538 w 10537"/>
              <a:gd name="connsiteY8" fmla="*/ 0 h 624171"/>
              <a:gd name="connsiteX9" fmla="*/ 8761 w 10537"/>
              <a:gd name="connsiteY9" fmla="*/ 1524 h 624171"/>
              <a:gd name="connsiteX10" fmla="*/ 8761 w 10537"/>
              <a:gd name="connsiteY10" fmla="*/ 1524 h 624171"/>
              <a:gd name="connsiteX11" fmla="*/ 7110 w 10537"/>
              <a:gd name="connsiteY11" fmla="*/ 2285 h 624171"/>
              <a:gd name="connsiteX12" fmla="*/ 5332 w 10537"/>
              <a:gd name="connsiteY12" fmla="*/ 2285 h 624171"/>
              <a:gd name="connsiteX13" fmla="*/ 3682 w 10537"/>
              <a:gd name="connsiteY13" fmla="*/ 2285 h 624171"/>
              <a:gd name="connsiteX14" fmla="*/ 0 w 10537"/>
              <a:gd name="connsiteY14" fmla="*/ 1143 h 624171"/>
              <a:gd name="connsiteX15" fmla="*/ 0 w 10537"/>
              <a:gd name="connsiteY15" fmla="*/ 618964 h 624171"/>
            </a:gdLst>
            <a:ahLst/>
            <a:cxnLst/>
            <a:rect l="l" t="t" r="r" b="b"/>
            <a:pathLst>
              <a:path w="10537" h="624171">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w="12690" cap="flat">
            <a:noFill/>
            <a:prstDash val="solid"/>
            <a:miter/>
          </a:ln>
        </p:spPr>
        <p:txBody>
          <a:bodyPr anchor="ctr"/>
          <a:lstStyle/>
          <a:p>
            <a:pPr>
              <a:buNone/>
            </a:pPr>
            <a:endParaRPr/>
          </a:p>
        </p:txBody>
      </p:sp>
      <p:sp>
        <p:nvSpPr>
          <p:cNvPr id="791" name="Freeform 790">
            <a:extLst>
              <a:ext uri="{FF2B5EF4-FFF2-40B4-BE49-F238E27FC236}">
                <a16:creationId xmlns:a16="http://schemas.microsoft.com/office/drawing/2014/main" id="{676E1FD3-28A9-7EA4-4B57-B6D4974B61F1}"/>
              </a:ext>
            </a:extLst>
          </p:cNvPr>
          <p:cNvSpPr>
            <a:spLocks noGrp="1"/>
          </p:cNvSpPr>
          <p:nvPr/>
        </p:nvSpPr>
        <p:spPr>
          <a:xfrm>
            <a:off x="7164989" y="-12695"/>
            <a:ext cx="1525737" cy="460751"/>
          </a:xfrm>
          <a:custGeom>
            <a:avLst/>
            <a:gdLst>
              <a:gd name="connsiteX0" fmla="*/ 0 w 1525737"/>
              <a:gd name="connsiteY0" fmla="*/ 0 h 460751"/>
              <a:gd name="connsiteX1" fmla="*/ 34663 w 1525737"/>
              <a:gd name="connsiteY1" fmla="*/ 0 h 460751"/>
              <a:gd name="connsiteX2" fmla="*/ 1524087 w 1525737"/>
              <a:gd name="connsiteY2" fmla="*/ 450213 h 460751"/>
              <a:gd name="connsiteX3" fmla="*/ 1521801 w 1525737"/>
              <a:gd name="connsiteY3" fmla="*/ 452117 h 460751"/>
              <a:gd name="connsiteX4" fmla="*/ 1521458 w 1525737"/>
              <a:gd name="connsiteY4" fmla="*/ 452460 h 460751"/>
              <a:gd name="connsiteX5" fmla="*/ 1521801 w 1525737"/>
              <a:gd name="connsiteY5" fmla="*/ 459100 h 460751"/>
              <a:gd name="connsiteX6" fmla="*/ 1525737 w 1525737"/>
              <a:gd name="connsiteY6" fmla="*/ 460751 h 460751"/>
              <a:gd name="connsiteX7" fmla="*/ 1524087 w 1525737"/>
              <a:gd name="connsiteY7" fmla="*/ 460751 h 460751"/>
              <a:gd name="connsiteX8" fmla="*/ 1520404 w 1525737"/>
              <a:gd name="connsiteY8" fmla="*/ 459608 h 460751"/>
            </a:gdLst>
            <a:ahLst/>
            <a:cxnLst/>
            <a:rect l="l" t="t" r="r" b="b"/>
            <a:pathLst>
              <a:path w="1525737" h="460751">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w="12690" cap="flat">
            <a:noFill/>
            <a:prstDash val="solid"/>
            <a:miter/>
          </a:ln>
        </p:spPr>
        <p:txBody>
          <a:bodyPr wrap="square" anchor="ctr">
            <a:noAutofit/>
          </a:bodyPr>
          <a:lstStyle/>
          <a:p>
            <a:pPr>
              <a:buNone/>
            </a:pPr>
            <a:endParaRPr/>
          </a:p>
        </p:txBody>
      </p:sp>
      <p:sp>
        <p:nvSpPr>
          <p:cNvPr id="280" name="Freeform: Shape 279">
            <a:extLst>
              <a:ext uri="{FF2B5EF4-FFF2-40B4-BE49-F238E27FC236}">
                <a16:creationId xmlns:a16="http://schemas.microsoft.com/office/drawing/2014/main" id="{8F0BCCC5-0B68-482E-8C8A-A5B4323F0D43}"/>
              </a:ext>
            </a:extLst>
          </p:cNvPr>
          <p:cNvSpPr>
            <a:spLocks noGrp="1"/>
          </p:cNvSpPr>
          <p:nvPr/>
        </p:nvSpPr>
        <p:spPr>
          <a:xfrm>
            <a:off x="8948851" y="23348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281" name="Freeform: Shape 280">
            <a:extLst>
              <a:ext uri="{FF2B5EF4-FFF2-40B4-BE49-F238E27FC236}">
                <a16:creationId xmlns:a16="http://schemas.microsoft.com/office/drawing/2014/main" id="{FBA12E71-9095-4443-8098-86C05A391A99}"/>
              </a:ext>
            </a:extLst>
          </p:cNvPr>
          <p:cNvSpPr>
            <a:spLocks noGrp="1"/>
          </p:cNvSpPr>
          <p:nvPr/>
        </p:nvSpPr>
        <p:spPr>
          <a:xfrm>
            <a:off x="8949994" y="234877"/>
            <a:ext cx="12696" cy="888"/>
          </a:xfrm>
          <a:custGeom>
            <a:avLst/>
            <a:gdLst>
              <a:gd name="connsiteX0" fmla="*/ 0 w 12696"/>
              <a:gd name="connsiteY0" fmla="*/ 889 h 888"/>
              <a:gd name="connsiteX1" fmla="*/ 0 w 12696"/>
              <a:gd name="connsiteY1" fmla="*/ 889 h 888"/>
              <a:gd name="connsiteX2" fmla="*/ 0 w 12696"/>
              <a:gd name="connsiteY2" fmla="*/ 0 h 888"/>
            </a:gdLst>
            <a:ahLst/>
            <a:cxnLst/>
            <a:rect l="l" t="t" r="r" b="b"/>
            <a:pathLst>
              <a:path w="12696" h="888">
                <a:moveTo>
                  <a:pt x="0" y="889"/>
                </a:moveTo>
                <a:lnTo>
                  <a:pt x="0" y="889"/>
                </a:lnTo>
                <a:cubicBezTo>
                  <a:pt x="0" y="889"/>
                  <a:pt x="0" y="889"/>
                  <a:pt x="0" y="0"/>
                </a:cubicBezTo>
                <a:close/>
              </a:path>
            </a:pathLst>
          </a:custGeom>
          <a:solidFill>
            <a:srgbClr val="000000"/>
          </a:solidFill>
          <a:ln w="12690" cap="flat">
            <a:noFill/>
            <a:prstDash val="solid"/>
            <a:miter/>
          </a:ln>
        </p:spPr>
        <p:txBody>
          <a:bodyPr anchor="ctr"/>
          <a:lstStyle/>
          <a:p>
            <a:pPr>
              <a:buNone/>
            </a:pPr>
            <a:endParaRPr/>
          </a:p>
        </p:txBody>
      </p:sp>
      <p:sp>
        <p:nvSpPr>
          <p:cNvPr id="282" name="Freeform: Shape 281">
            <a:extLst>
              <a:ext uri="{FF2B5EF4-FFF2-40B4-BE49-F238E27FC236}">
                <a16:creationId xmlns:a16="http://schemas.microsoft.com/office/drawing/2014/main" id="{B8402502-70A7-45AA-AFA6-F33FCDEEBDC8}"/>
              </a:ext>
            </a:extLst>
          </p:cNvPr>
          <p:cNvSpPr>
            <a:spLocks noGrp="1"/>
          </p:cNvSpPr>
          <p:nvPr/>
        </p:nvSpPr>
        <p:spPr>
          <a:xfrm>
            <a:off x="8947073" y="232719"/>
            <a:ext cx="762" cy="12696"/>
          </a:xfrm>
          <a:custGeom>
            <a:avLst/>
            <a:gdLst>
              <a:gd name="connsiteX0" fmla="*/ 763 w 762"/>
              <a:gd name="connsiteY0" fmla="*/ 0 h 12696"/>
              <a:gd name="connsiteX1" fmla="*/ 763 w 762"/>
              <a:gd name="connsiteY1" fmla="*/ 0 h 12696"/>
              <a:gd name="connsiteX2" fmla="*/ 0 w 762"/>
              <a:gd name="connsiteY2" fmla="*/ 0 h 12696"/>
            </a:gdLst>
            <a:ahLst/>
            <a:cxnLst/>
            <a:rect l="l" t="t" r="r" b="b"/>
            <a:pathLst>
              <a:path w="762" h="12696">
                <a:moveTo>
                  <a:pt x="763" y="0"/>
                </a:moveTo>
                <a:lnTo>
                  <a:pt x="763" y="0"/>
                </a:lnTo>
                <a:lnTo>
                  <a:pt x="0" y="0"/>
                </a:lnTo>
                <a:close/>
              </a:path>
            </a:pathLst>
          </a:custGeom>
          <a:solidFill>
            <a:srgbClr val="000000"/>
          </a:solidFill>
          <a:ln w="12690" cap="flat">
            <a:noFill/>
            <a:prstDash val="solid"/>
            <a:miter/>
          </a:ln>
        </p:spPr>
        <p:txBody>
          <a:bodyPr anchor="ctr"/>
          <a:lstStyle/>
          <a:p>
            <a:pPr>
              <a:buNone/>
            </a:pPr>
            <a:endParaRPr/>
          </a:p>
        </p:txBody>
      </p:sp>
      <p:sp>
        <p:nvSpPr>
          <p:cNvPr id="283" name="Freeform: Shape 282">
            <a:extLst>
              <a:ext uri="{FF2B5EF4-FFF2-40B4-BE49-F238E27FC236}">
                <a16:creationId xmlns:a16="http://schemas.microsoft.com/office/drawing/2014/main" id="{626C61C4-91D8-4D1E-91F6-70E3BA8083A2}"/>
              </a:ext>
            </a:extLst>
          </p:cNvPr>
          <p:cNvSpPr>
            <a:spLocks noGrp="1"/>
          </p:cNvSpPr>
          <p:nvPr/>
        </p:nvSpPr>
        <p:spPr>
          <a:xfrm>
            <a:off x="8685923" y="239448"/>
            <a:ext cx="253532" cy="208702"/>
          </a:xfrm>
          <a:custGeom>
            <a:avLst/>
            <a:gdLst>
              <a:gd name="connsiteX0" fmla="*/ 1120 w 253532"/>
              <a:gd name="connsiteY0" fmla="*/ 206956 h 208702"/>
              <a:gd name="connsiteX1" fmla="*/ 5056 w 253532"/>
              <a:gd name="connsiteY1" fmla="*/ 208607 h 208702"/>
              <a:gd name="connsiteX2" fmla="*/ 6834 w 253532"/>
              <a:gd name="connsiteY2" fmla="*/ 208607 h 208702"/>
              <a:gd name="connsiteX3" fmla="*/ 8484 w 253532"/>
              <a:gd name="connsiteY3" fmla="*/ 207845 h 208702"/>
              <a:gd name="connsiteX4" fmla="*/ 8484 w 253532"/>
              <a:gd name="connsiteY4" fmla="*/ 207845 h 208702"/>
              <a:gd name="connsiteX5" fmla="*/ 10262 w 253532"/>
              <a:gd name="connsiteY5" fmla="*/ 206321 h 208702"/>
              <a:gd name="connsiteX6" fmla="*/ 253533 w 253532"/>
              <a:gd name="connsiteY6" fmla="*/ 9015 h 208702"/>
              <a:gd name="connsiteX7" fmla="*/ 253533 w 253532"/>
              <a:gd name="connsiteY7" fmla="*/ 1524 h 208702"/>
              <a:gd name="connsiteX8" fmla="*/ 248454 w 253532"/>
              <a:gd name="connsiteY8" fmla="*/ 0 h 208702"/>
              <a:gd name="connsiteX9" fmla="*/ 4421 w 253532"/>
              <a:gd name="connsiteY9" fmla="*/ 198069 h 208702"/>
              <a:gd name="connsiteX10" fmla="*/ 2136 w 253532"/>
              <a:gd name="connsiteY10" fmla="*/ 199973 h 208702"/>
              <a:gd name="connsiteX11" fmla="*/ 764 w 253532"/>
              <a:gd name="connsiteY11" fmla="*/ 206474 h 208702"/>
              <a:gd name="connsiteX12" fmla="*/ 1120 w 253532"/>
              <a:gd name="connsiteY12" fmla="*/ 206956 h 208702"/>
            </a:gdLst>
            <a:ahLst/>
            <a:cxnLst/>
            <a:rect l="l" t="t" r="r" b="b"/>
            <a:pathLst>
              <a:path w="253532" h="20870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w="12690" cap="flat">
            <a:noFill/>
            <a:prstDash val="solid"/>
            <a:miter/>
          </a:ln>
        </p:spPr>
        <p:txBody>
          <a:bodyPr anchor="ctr"/>
          <a:lstStyle/>
          <a:p>
            <a:pPr>
              <a:buNone/>
            </a:pPr>
            <a:endParaRPr/>
          </a:p>
        </p:txBody>
      </p:sp>
      <p:sp>
        <p:nvSpPr>
          <p:cNvPr id="297" name="Freeform: Shape 296">
            <a:extLst>
              <a:ext uri="{FF2B5EF4-FFF2-40B4-BE49-F238E27FC236}">
                <a16:creationId xmlns:a16="http://schemas.microsoft.com/office/drawing/2014/main" id="{12516173-86F5-44BF-891F-9EC604600F62}"/>
              </a:ext>
            </a:extLst>
          </p:cNvPr>
          <p:cNvSpPr>
            <a:spLocks noGrp="1"/>
          </p:cNvSpPr>
          <p:nvPr/>
        </p:nvSpPr>
        <p:spPr>
          <a:xfrm>
            <a:off x="8950375" y="397522"/>
            <a:ext cx="389665" cy="125316"/>
          </a:xfrm>
          <a:custGeom>
            <a:avLst/>
            <a:gdLst>
              <a:gd name="connsiteX0" fmla="*/ 0 w 389665"/>
              <a:gd name="connsiteY0" fmla="*/ 10411 h 125316"/>
              <a:gd name="connsiteX1" fmla="*/ 380397 w 389665"/>
              <a:gd name="connsiteY1" fmla="*/ 125316 h 125316"/>
              <a:gd name="connsiteX2" fmla="*/ 387380 w 389665"/>
              <a:gd name="connsiteY2" fmla="*/ 119730 h 125316"/>
              <a:gd name="connsiteX3" fmla="*/ 387380 w 389665"/>
              <a:gd name="connsiteY3" fmla="*/ 119730 h 125316"/>
              <a:gd name="connsiteX4" fmla="*/ 387380 w 389665"/>
              <a:gd name="connsiteY4" fmla="*/ 119730 h 125316"/>
              <a:gd name="connsiteX5" fmla="*/ 389666 w 389665"/>
              <a:gd name="connsiteY5" fmla="*/ 117825 h 125316"/>
              <a:gd name="connsiteX6" fmla="*/ 0 w 389665"/>
              <a:gd name="connsiteY6" fmla="*/ 0 h 125316"/>
              <a:gd name="connsiteX7" fmla="*/ 0 w 389665"/>
              <a:gd name="connsiteY7" fmla="*/ 3555 h 125316"/>
              <a:gd name="connsiteX8" fmla="*/ 0 w 389665"/>
              <a:gd name="connsiteY8" fmla="*/ 10411 h 125316"/>
            </a:gdLst>
            <a:ahLst/>
            <a:cxnLst/>
            <a:rect l="l" t="t" r="r" b="b"/>
            <a:pathLst>
              <a:path w="389665" h="125316">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w="12690" cap="flat">
            <a:noFill/>
            <a:prstDash val="solid"/>
            <a:miter/>
          </a:ln>
        </p:spPr>
        <p:txBody>
          <a:bodyPr anchor="ctr"/>
          <a:lstStyle/>
          <a:p>
            <a:pPr>
              <a:buNone/>
            </a:pPr>
            <a:endParaRPr/>
          </a:p>
        </p:txBody>
      </p:sp>
      <p:sp>
        <p:nvSpPr>
          <p:cNvPr id="300" name="Freeform: Shape 299">
            <a:extLst>
              <a:ext uri="{FF2B5EF4-FFF2-40B4-BE49-F238E27FC236}">
                <a16:creationId xmlns:a16="http://schemas.microsoft.com/office/drawing/2014/main" id="{B712C6C9-A458-48E4-9891-2088765C732B}"/>
              </a:ext>
            </a:extLst>
          </p:cNvPr>
          <p:cNvSpPr>
            <a:spLocks noGrp="1"/>
          </p:cNvSpPr>
          <p:nvPr/>
        </p:nvSpPr>
        <p:spPr>
          <a:xfrm>
            <a:off x="9725389" y="226244"/>
            <a:ext cx="10791" cy="266630"/>
          </a:xfrm>
          <a:custGeom>
            <a:avLst/>
            <a:gdLst>
              <a:gd name="connsiteX0" fmla="*/ 0 w 10791"/>
              <a:gd name="connsiteY0" fmla="*/ 1651 h 266630"/>
              <a:gd name="connsiteX1" fmla="*/ 0 w 10791"/>
              <a:gd name="connsiteY1" fmla="*/ 263457 h 266630"/>
              <a:gd name="connsiteX2" fmla="*/ 7110 w 10791"/>
              <a:gd name="connsiteY2" fmla="*/ 265615 h 266630"/>
              <a:gd name="connsiteX3" fmla="*/ 10792 w 10791"/>
              <a:gd name="connsiteY3" fmla="*/ 266631 h 266630"/>
              <a:gd name="connsiteX4" fmla="*/ 10792 w 10791"/>
              <a:gd name="connsiteY4" fmla="*/ 0 h 266630"/>
              <a:gd name="connsiteX5" fmla="*/ 9014 w 10791"/>
              <a:gd name="connsiteY5" fmla="*/ 1524 h 266630"/>
              <a:gd name="connsiteX6" fmla="*/ 9014 w 10791"/>
              <a:gd name="connsiteY6" fmla="*/ 1524 h 266630"/>
              <a:gd name="connsiteX7" fmla="*/ 5713 w 10791"/>
              <a:gd name="connsiteY7" fmla="*/ 2793 h 266630"/>
              <a:gd name="connsiteX8" fmla="*/ 3936 w 10791"/>
              <a:gd name="connsiteY8" fmla="*/ 2793 h 266630"/>
            </a:gdLst>
            <a:ahLst/>
            <a:cxnLst/>
            <a:rect l="l" t="t" r="r" b="b"/>
            <a:pathLst>
              <a:path w="10791" h="266630">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w="12690" cap="flat">
            <a:noFill/>
            <a:prstDash val="solid"/>
            <a:miter/>
          </a:ln>
        </p:spPr>
        <p:txBody>
          <a:bodyPr anchor="ctr"/>
          <a:lstStyle/>
          <a:p>
            <a:pPr>
              <a:buNone/>
            </a:pPr>
            <a:endParaRPr/>
          </a:p>
        </p:txBody>
      </p:sp>
      <p:sp>
        <p:nvSpPr>
          <p:cNvPr id="783" name="Freeform 782">
            <a:extLst>
              <a:ext uri="{FF2B5EF4-FFF2-40B4-BE49-F238E27FC236}">
                <a16:creationId xmlns:a16="http://schemas.microsoft.com/office/drawing/2014/main" id="{AC5F2025-A1DD-E6B5-9595-D6808C59AB5E}"/>
              </a:ext>
            </a:extLst>
          </p:cNvPr>
          <p:cNvSpPr>
            <a:spLocks noGrp="1"/>
          </p:cNvSpPr>
          <p:nvPr/>
        </p:nvSpPr>
        <p:spPr>
          <a:xfrm>
            <a:off x="8928349" y="-12696"/>
            <a:ext cx="802500" cy="241733"/>
          </a:xfrm>
          <a:custGeom>
            <a:avLst/>
            <a:gdLst>
              <a:gd name="connsiteX0" fmla="*/ 0 w 802500"/>
              <a:gd name="connsiteY0" fmla="*/ 0 h 241733"/>
              <a:gd name="connsiteX1" fmla="*/ 35612 w 802500"/>
              <a:gd name="connsiteY1" fmla="*/ 0 h 241733"/>
              <a:gd name="connsiteX2" fmla="*/ 800850 w 802500"/>
              <a:gd name="connsiteY2" fmla="*/ 231195 h 241733"/>
              <a:gd name="connsiteX3" fmla="*/ 798437 w 802500"/>
              <a:gd name="connsiteY3" fmla="*/ 233099 h 241733"/>
              <a:gd name="connsiteX4" fmla="*/ 798095 w 802500"/>
              <a:gd name="connsiteY4" fmla="*/ 233442 h 241733"/>
              <a:gd name="connsiteX5" fmla="*/ 798437 w 802500"/>
              <a:gd name="connsiteY5" fmla="*/ 240082 h 241733"/>
              <a:gd name="connsiteX6" fmla="*/ 802500 w 802500"/>
              <a:gd name="connsiteY6" fmla="*/ 241733 h 241733"/>
              <a:gd name="connsiteX7" fmla="*/ 800722 w 802500"/>
              <a:gd name="connsiteY7" fmla="*/ 241733 h 241733"/>
              <a:gd name="connsiteX8" fmla="*/ 797041 w 802500"/>
              <a:gd name="connsiteY8" fmla="*/ 240844 h 241733"/>
            </a:gdLst>
            <a:ahLst/>
            <a:cxnLst/>
            <a:rect l="l" t="t" r="r" b="b"/>
            <a:pathLst>
              <a:path w="802500" h="241733">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w="12690" cap="flat">
            <a:noFill/>
            <a:prstDash val="solid"/>
            <a:miter/>
          </a:ln>
        </p:spPr>
        <p:txBody>
          <a:bodyPr wrap="square" anchor="ctr">
            <a:noAutofit/>
          </a:bodyPr>
          <a:lstStyle/>
          <a:p>
            <a:pPr>
              <a:buNone/>
            </a:pPr>
            <a:endParaRPr/>
          </a:p>
        </p:txBody>
      </p:sp>
      <p:sp>
        <p:nvSpPr>
          <p:cNvPr id="304" name="Freeform: Shape 303">
            <a:extLst>
              <a:ext uri="{FF2B5EF4-FFF2-40B4-BE49-F238E27FC236}">
                <a16:creationId xmlns:a16="http://schemas.microsoft.com/office/drawing/2014/main" id="{73EEEBAD-87CA-4F1D-BF1F-614D3E51C6AD}"/>
              </a:ext>
            </a:extLst>
          </p:cNvPr>
          <p:cNvSpPr>
            <a:spLocks noGrp="1"/>
          </p:cNvSpPr>
          <p:nvPr/>
        </p:nvSpPr>
        <p:spPr>
          <a:xfrm>
            <a:off x="9731483" y="228021"/>
            <a:ext cx="3301" cy="1269"/>
          </a:xfrm>
          <a:custGeom>
            <a:avLst/>
            <a:gdLst>
              <a:gd name="connsiteX0" fmla="*/ 0 w 3301"/>
              <a:gd name="connsiteY0" fmla="*/ 1270 h 1269"/>
              <a:gd name="connsiteX1" fmla="*/ 3301 w 3301"/>
              <a:gd name="connsiteY1" fmla="*/ 0 h 1269"/>
              <a:gd name="connsiteX2" fmla="*/ 0 w 3301"/>
              <a:gd name="connsiteY2" fmla="*/ 1270 h 1269"/>
            </a:gdLst>
            <a:ahLst/>
            <a:cxnLst/>
            <a:rect l="l" t="t" r="r" b="b"/>
            <a:pathLst>
              <a:path w="3301" h="1269">
                <a:moveTo>
                  <a:pt x="0" y="1270"/>
                </a:moveTo>
                <a:cubicBezTo>
                  <a:pt x="1219" y="1257"/>
                  <a:pt x="2387" y="800"/>
                  <a:pt x="3301" y="0"/>
                </a:cubicBezTo>
                <a:cubicBezTo>
                  <a:pt x="2361" y="775"/>
                  <a:pt x="1206" y="1219"/>
                  <a:pt x="0" y="1270"/>
                </a:cubicBezTo>
                <a:close/>
              </a:path>
            </a:pathLst>
          </a:custGeom>
          <a:solidFill>
            <a:srgbClr val="000000"/>
          </a:solidFill>
          <a:ln w="12690" cap="flat">
            <a:noFill/>
            <a:prstDash val="solid"/>
            <a:miter/>
          </a:ln>
        </p:spPr>
        <p:txBody>
          <a:bodyPr anchor="ctr"/>
          <a:lstStyle/>
          <a:p>
            <a:pPr>
              <a:buNone/>
            </a:pPr>
            <a:endParaRPr/>
          </a:p>
        </p:txBody>
      </p:sp>
      <p:sp>
        <p:nvSpPr>
          <p:cNvPr id="310" name="Freeform: Shape 309">
            <a:extLst>
              <a:ext uri="{FF2B5EF4-FFF2-40B4-BE49-F238E27FC236}">
                <a16:creationId xmlns:a16="http://schemas.microsoft.com/office/drawing/2014/main" id="{4B49D84C-57FA-4245-847C-1A0B5E38F71C}"/>
              </a:ext>
            </a:extLst>
          </p:cNvPr>
          <p:cNvSpPr>
            <a:spLocks noGrp="1"/>
          </p:cNvSpPr>
          <p:nvPr/>
        </p:nvSpPr>
        <p:spPr>
          <a:xfrm>
            <a:off x="10057157" y="-45212"/>
            <a:ext cx="10792" cy="401723"/>
          </a:xfrm>
          <a:custGeom>
            <a:avLst/>
            <a:gdLst>
              <a:gd name="connsiteX0" fmla="*/ 9014 w 10792"/>
              <a:gd name="connsiteY0" fmla="*/ 3682 h 401723"/>
              <a:gd name="connsiteX1" fmla="*/ 0 w 10792"/>
              <a:gd name="connsiteY1" fmla="*/ 11046 h 401723"/>
              <a:gd name="connsiteX2" fmla="*/ 0 w 10792"/>
              <a:gd name="connsiteY2" fmla="*/ 401724 h 401723"/>
              <a:gd name="connsiteX3" fmla="*/ 1777 w 10792"/>
              <a:gd name="connsiteY3" fmla="*/ 400200 h 401723"/>
              <a:gd name="connsiteX4" fmla="*/ 10792 w 10792"/>
              <a:gd name="connsiteY4" fmla="*/ 392836 h 401723"/>
              <a:gd name="connsiteX5" fmla="*/ 10792 w 10792"/>
              <a:gd name="connsiteY5" fmla="*/ 0 h 401723"/>
              <a:gd name="connsiteX6" fmla="*/ 10792 w 10792"/>
              <a:gd name="connsiteY6" fmla="*/ 0 h 401723"/>
              <a:gd name="connsiteX7" fmla="*/ 10792 w 10792"/>
              <a:gd name="connsiteY7" fmla="*/ 0 h 401723"/>
              <a:gd name="connsiteX8" fmla="*/ 9014 w 10792"/>
              <a:gd name="connsiteY8" fmla="*/ 3682 h 401723"/>
            </a:gdLst>
            <a:ahLst/>
            <a:cxnLst/>
            <a:rect l="l" t="t" r="r" b="b"/>
            <a:pathLst>
              <a:path w="10792" h="401723">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w="12690" cap="flat">
            <a:noFill/>
            <a:prstDash val="solid"/>
            <a:miter/>
          </a:ln>
        </p:spPr>
        <p:txBody>
          <a:bodyPr anchor="ctr"/>
          <a:lstStyle/>
          <a:p>
            <a:pPr>
              <a:buNone/>
            </a:pPr>
            <a:endParaRPr/>
          </a:p>
        </p:txBody>
      </p:sp>
      <p:sp>
        <p:nvSpPr>
          <p:cNvPr id="315" name="Freeform: Shape 314">
            <a:extLst>
              <a:ext uri="{FF2B5EF4-FFF2-40B4-BE49-F238E27FC236}">
                <a16:creationId xmlns:a16="http://schemas.microsoft.com/office/drawing/2014/main" id="{3534BE47-284C-4D8C-BFF9-59339010B7B4}"/>
              </a:ext>
            </a:extLst>
          </p:cNvPr>
          <p:cNvSpPr>
            <a:spLocks noGrp="1"/>
          </p:cNvSpPr>
          <p:nvPr/>
        </p:nvSpPr>
        <p:spPr>
          <a:xfrm>
            <a:off x="9725613" y="-50037"/>
            <a:ext cx="342397" cy="278819"/>
          </a:xfrm>
          <a:custGeom>
            <a:avLst/>
            <a:gdLst>
              <a:gd name="connsiteX0" fmla="*/ 337131 w 342397"/>
              <a:gd name="connsiteY0" fmla="*/ 0 h 278819"/>
              <a:gd name="connsiteX1" fmla="*/ 335099 w 342397"/>
              <a:gd name="connsiteY1" fmla="*/ 0 h 278819"/>
              <a:gd name="connsiteX2" fmla="*/ 333957 w 342397"/>
              <a:gd name="connsiteY2" fmla="*/ 635 h 278819"/>
              <a:gd name="connsiteX3" fmla="*/ 333322 w 342397"/>
              <a:gd name="connsiteY3" fmla="*/ 635 h 278819"/>
              <a:gd name="connsiteX4" fmla="*/ 326466 w 342397"/>
              <a:gd name="connsiteY4" fmla="*/ 6348 h 278819"/>
              <a:gd name="connsiteX5" fmla="*/ 3966 w 342397"/>
              <a:gd name="connsiteY5" fmla="*/ 268281 h 278819"/>
              <a:gd name="connsiteX6" fmla="*/ 1554 w 342397"/>
              <a:gd name="connsiteY6" fmla="*/ 270186 h 278819"/>
              <a:gd name="connsiteX7" fmla="*/ 1211 w 342397"/>
              <a:gd name="connsiteY7" fmla="*/ 276826 h 278819"/>
              <a:gd name="connsiteX8" fmla="*/ 1554 w 342397"/>
              <a:gd name="connsiteY8" fmla="*/ 277169 h 278819"/>
              <a:gd name="connsiteX9" fmla="*/ 5617 w 342397"/>
              <a:gd name="connsiteY9" fmla="*/ 278820 h 278819"/>
              <a:gd name="connsiteX10" fmla="*/ 8918 w 342397"/>
              <a:gd name="connsiteY10" fmla="*/ 277550 h 278819"/>
              <a:gd name="connsiteX11" fmla="*/ 8918 w 342397"/>
              <a:gd name="connsiteY11" fmla="*/ 277550 h 278819"/>
              <a:gd name="connsiteX12" fmla="*/ 10696 w 342397"/>
              <a:gd name="connsiteY12" fmla="*/ 276026 h 278819"/>
              <a:gd name="connsiteX13" fmla="*/ 331671 w 342397"/>
              <a:gd name="connsiteY13" fmla="*/ 15363 h 278819"/>
              <a:gd name="connsiteX14" fmla="*/ 340686 w 342397"/>
              <a:gd name="connsiteY14" fmla="*/ 7999 h 278819"/>
              <a:gd name="connsiteX15" fmla="*/ 342337 w 342397"/>
              <a:gd name="connsiteY15" fmla="*/ 3682 h 278819"/>
              <a:gd name="connsiteX16" fmla="*/ 342337 w 342397"/>
              <a:gd name="connsiteY16" fmla="*/ 3682 h 278819"/>
              <a:gd name="connsiteX17" fmla="*/ 342337 w 342397"/>
              <a:gd name="connsiteY17" fmla="*/ 2793 h 278819"/>
              <a:gd name="connsiteX18" fmla="*/ 342337 w 342397"/>
              <a:gd name="connsiteY18" fmla="*/ 1904 h 278819"/>
              <a:gd name="connsiteX19" fmla="*/ 342337 w 342397"/>
              <a:gd name="connsiteY19" fmla="*/ 1904 h 278819"/>
              <a:gd name="connsiteX20" fmla="*/ 342337 w 342397"/>
              <a:gd name="connsiteY20" fmla="*/ 1904 h 278819"/>
              <a:gd name="connsiteX21" fmla="*/ 341194 w 342397"/>
              <a:gd name="connsiteY21" fmla="*/ 1143 h 278819"/>
              <a:gd name="connsiteX22" fmla="*/ 341194 w 342397"/>
              <a:gd name="connsiteY22" fmla="*/ 1143 h 278819"/>
              <a:gd name="connsiteX23" fmla="*/ 340178 w 342397"/>
              <a:gd name="connsiteY23" fmla="*/ 1143 h 278819"/>
            </a:gdLst>
            <a:ahLst/>
            <a:cxnLst/>
            <a:rect l="l" t="t" r="r" b="b"/>
            <a:pathLst>
              <a:path w="342397" h="278819">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w="12690" cap="flat">
            <a:noFill/>
            <a:prstDash val="solid"/>
            <a:miter/>
          </a:ln>
        </p:spPr>
        <p:txBody>
          <a:bodyPr anchor="ctr"/>
          <a:lstStyle/>
          <a:p>
            <a:pPr>
              <a:buNone/>
            </a:pPr>
            <a:endParaRPr/>
          </a:p>
        </p:txBody>
      </p:sp>
      <p:sp>
        <p:nvSpPr>
          <p:cNvPr id="773" name="Freeform 772">
            <a:extLst>
              <a:ext uri="{FF2B5EF4-FFF2-40B4-BE49-F238E27FC236}">
                <a16:creationId xmlns:a16="http://schemas.microsoft.com/office/drawing/2014/main" id="{933BA95F-42B0-929B-69A1-690B15D71E8F}"/>
              </a:ext>
            </a:extLst>
          </p:cNvPr>
          <p:cNvSpPr>
            <a:spLocks noGrp="1"/>
          </p:cNvSpPr>
          <p:nvPr/>
        </p:nvSpPr>
        <p:spPr>
          <a:xfrm>
            <a:off x="10803222" y="89626"/>
            <a:ext cx="1276793" cy="415944"/>
          </a:xfrm>
          <a:custGeom>
            <a:avLst/>
            <a:gdLst>
              <a:gd name="connsiteX0" fmla="*/ 7364 w 1276793"/>
              <a:gd name="connsiteY0" fmla="*/ 0 h 415944"/>
              <a:gd name="connsiteX1" fmla="*/ 1273238 w 1276793"/>
              <a:gd name="connsiteY1" fmla="*/ 404136 h 415944"/>
              <a:gd name="connsiteX2" fmla="*/ 1273238 w 1276793"/>
              <a:gd name="connsiteY2" fmla="*/ 411119 h 415944"/>
              <a:gd name="connsiteX3" fmla="*/ 1273238 w 1276793"/>
              <a:gd name="connsiteY3" fmla="*/ 412135 h 415944"/>
              <a:gd name="connsiteX4" fmla="*/ 1273238 w 1276793"/>
              <a:gd name="connsiteY4" fmla="*/ 413024 h 415944"/>
              <a:gd name="connsiteX5" fmla="*/ 1273873 w 1276793"/>
              <a:gd name="connsiteY5" fmla="*/ 413786 h 415944"/>
              <a:gd name="connsiteX6" fmla="*/ 1273873 w 1276793"/>
              <a:gd name="connsiteY6" fmla="*/ 414547 h 415944"/>
              <a:gd name="connsiteX7" fmla="*/ 1274635 w 1276793"/>
              <a:gd name="connsiteY7" fmla="*/ 414547 h 415944"/>
              <a:gd name="connsiteX8" fmla="*/ 1276793 w 1276793"/>
              <a:gd name="connsiteY8" fmla="*/ 415944 h 415944"/>
              <a:gd name="connsiteX9" fmla="*/ 0 w 1276793"/>
              <a:gd name="connsiteY9" fmla="*/ 8380 h 415944"/>
              <a:gd name="connsiteX10" fmla="*/ 2032 w 1276793"/>
              <a:gd name="connsiteY10" fmla="*/ 8380 h 415944"/>
              <a:gd name="connsiteX11" fmla="*/ 2044 w 1276793"/>
              <a:gd name="connsiteY11" fmla="*/ 8380 h 415944"/>
              <a:gd name="connsiteX12" fmla="*/ 7364 w 1276793"/>
              <a:gd name="connsiteY12" fmla="*/ 3555 h 415944"/>
            </a:gdLst>
            <a:ahLst/>
            <a:cxnLst/>
            <a:rect l="l" t="t" r="r" b="b"/>
            <a:pathLst>
              <a:path w="1276793" h="415944">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w="12690" cap="flat">
            <a:noFill/>
            <a:prstDash val="solid"/>
            <a:miter/>
          </a:ln>
        </p:spPr>
        <p:txBody>
          <a:bodyPr wrap="square" anchor="ctr">
            <a:noAutofit/>
          </a:bodyPr>
          <a:lstStyle/>
          <a:p>
            <a:pPr>
              <a:buNone/>
            </a:pPr>
            <a:endParaRPr/>
          </a:p>
        </p:txBody>
      </p:sp>
      <p:sp>
        <p:nvSpPr>
          <p:cNvPr id="317" name="Freeform: Shape 316">
            <a:extLst>
              <a:ext uri="{FF2B5EF4-FFF2-40B4-BE49-F238E27FC236}">
                <a16:creationId xmlns:a16="http://schemas.microsoft.com/office/drawing/2014/main" id="{79342ABF-5E76-4AF9-BF9D-C6FF8124BA6C}"/>
              </a:ext>
            </a:extLst>
          </p:cNvPr>
          <p:cNvSpPr>
            <a:spLocks noGrp="1"/>
          </p:cNvSpPr>
          <p:nvPr/>
        </p:nvSpPr>
        <p:spPr>
          <a:xfrm>
            <a:off x="12075222" y="89754"/>
            <a:ext cx="10633" cy="410357"/>
          </a:xfrm>
          <a:custGeom>
            <a:avLst/>
            <a:gdLst>
              <a:gd name="connsiteX0" fmla="*/ 95 w 10633"/>
              <a:gd name="connsiteY0" fmla="*/ 0 h 410357"/>
              <a:gd name="connsiteX1" fmla="*/ 95 w 10633"/>
              <a:gd name="connsiteY1" fmla="*/ 410358 h 410357"/>
              <a:gd name="connsiteX2" fmla="*/ 95 w 10633"/>
              <a:gd name="connsiteY2" fmla="*/ 410358 h 410357"/>
              <a:gd name="connsiteX3" fmla="*/ 95 w 10633"/>
              <a:gd name="connsiteY3" fmla="*/ 408707 h 410357"/>
              <a:gd name="connsiteX4" fmla="*/ 6952 w 10633"/>
              <a:gd name="connsiteY4" fmla="*/ 405533 h 410357"/>
              <a:gd name="connsiteX5" fmla="*/ 10633 w 10633"/>
              <a:gd name="connsiteY5" fmla="*/ 406675 h 410357"/>
              <a:gd name="connsiteX6" fmla="*/ 10633 w 10633"/>
              <a:gd name="connsiteY6" fmla="*/ 3301 h 410357"/>
              <a:gd name="connsiteX7" fmla="*/ 3523 w 10633"/>
              <a:gd name="connsiteY7" fmla="*/ 1143 h 410357"/>
              <a:gd name="connsiteX8" fmla="*/ 3523 w 10633"/>
              <a:gd name="connsiteY8" fmla="*/ 1143 h 410357"/>
            </a:gdLst>
            <a:ahLst/>
            <a:cxnLst/>
            <a:rect l="l" t="t" r="r" b="b"/>
            <a:pathLst>
              <a:path w="10633" h="410357">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w="12690" cap="flat">
            <a:noFill/>
            <a:prstDash val="solid"/>
            <a:miter/>
          </a:ln>
        </p:spPr>
        <p:txBody>
          <a:bodyPr anchor="ctr"/>
          <a:lstStyle/>
          <a:p>
            <a:pPr>
              <a:buNone/>
            </a:pPr>
            <a:endParaRPr/>
          </a:p>
        </p:txBody>
      </p:sp>
      <p:sp>
        <p:nvSpPr>
          <p:cNvPr id="322" name="Freeform: Shape 321">
            <a:extLst>
              <a:ext uri="{FF2B5EF4-FFF2-40B4-BE49-F238E27FC236}">
                <a16:creationId xmlns:a16="http://schemas.microsoft.com/office/drawing/2014/main" id="{15197C0B-4257-4D1B-BE3C-1D0B53EFBF74}"/>
              </a:ext>
            </a:extLst>
          </p:cNvPr>
          <p:cNvSpPr>
            <a:spLocks noGrp="1"/>
          </p:cNvSpPr>
          <p:nvPr/>
        </p:nvSpPr>
        <p:spPr>
          <a:xfrm>
            <a:off x="12076333" y="88992"/>
            <a:ext cx="634" cy="634"/>
          </a:xfrm>
          <a:custGeom>
            <a:avLst/>
            <a:gdLst>
              <a:gd name="connsiteX0" fmla="*/ 635 w 634"/>
              <a:gd name="connsiteY0" fmla="*/ 635 h 634"/>
              <a:gd name="connsiteX1" fmla="*/ 0 w 634"/>
              <a:gd name="connsiteY1" fmla="*/ 0 h 634"/>
              <a:gd name="connsiteX2" fmla="*/ 0 w 634"/>
              <a:gd name="connsiteY2" fmla="*/ 0 h 634"/>
            </a:gdLst>
            <a:ahLst/>
            <a:cxnLst/>
            <a:rect l="l" t="t" r="r" b="b"/>
            <a:pathLst>
              <a:path w="634" h="634">
                <a:moveTo>
                  <a:pt x="635" y="635"/>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323" name="Freeform: Shape 322">
            <a:extLst>
              <a:ext uri="{FF2B5EF4-FFF2-40B4-BE49-F238E27FC236}">
                <a16:creationId xmlns:a16="http://schemas.microsoft.com/office/drawing/2014/main" id="{EC588397-BC65-4188-8DA3-61D6BBA5FCE6}"/>
              </a:ext>
            </a:extLst>
          </p:cNvPr>
          <p:cNvSpPr>
            <a:spLocks noGrp="1"/>
          </p:cNvSpPr>
          <p:nvPr/>
        </p:nvSpPr>
        <p:spPr>
          <a:xfrm>
            <a:off x="12077095" y="-10169"/>
            <a:ext cx="114652" cy="94336"/>
          </a:xfrm>
          <a:custGeom>
            <a:avLst/>
            <a:gdLst>
              <a:gd name="connsiteX0" fmla="*/ 0 w 114652"/>
              <a:gd name="connsiteY0" fmla="*/ 92813 h 94336"/>
              <a:gd name="connsiteX1" fmla="*/ 0 w 114652"/>
              <a:gd name="connsiteY1" fmla="*/ 92813 h 94336"/>
              <a:gd name="connsiteX2" fmla="*/ 5460 w 114652"/>
              <a:gd name="connsiteY2" fmla="*/ 91670 h 94336"/>
              <a:gd name="connsiteX3" fmla="*/ 14347 w 114652"/>
              <a:gd name="connsiteY3" fmla="*/ 94336 h 94336"/>
              <a:gd name="connsiteX4" fmla="*/ 114653 w 114652"/>
              <a:gd name="connsiteY4" fmla="*/ 12697 h 94336"/>
              <a:gd name="connsiteX5" fmla="*/ 114653 w 114652"/>
              <a:gd name="connsiteY5" fmla="*/ 0 h 94336"/>
              <a:gd name="connsiteX6" fmla="*/ 2540 w 114652"/>
              <a:gd name="connsiteY6" fmla="*/ 91162 h 94336"/>
            </a:gdLst>
            <a:ahLst/>
            <a:cxnLst/>
            <a:rect l="l" t="t" r="r" b="b"/>
            <a:pathLst>
              <a:path w="114652" h="94336">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w="12690" cap="flat">
            <a:noFill/>
            <a:prstDash val="solid"/>
            <a:miter/>
          </a:ln>
        </p:spPr>
        <p:txBody>
          <a:bodyPr anchor="ctr"/>
          <a:lstStyle/>
          <a:p>
            <a:pPr>
              <a:buNone/>
            </a:pPr>
            <a:endParaRPr/>
          </a:p>
        </p:txBody>
      </p:sp>
      <p:sp>
        <p:nvSpPr>
          <p:cNvPr id="325" name="Freeform: Shape 324">
            <a:extLst>
              <a:ext uri="{FF2B5EF4-FFF2-40B4-BE49-F238E27FC236}">
                <a16:creationId xmlns:a16="http://schemas.microsoft.com/office/drawing/2014/main" id="{DB75E3DD-30C8-489A-92E1-4E4D6037A89F}"/>
              </a:ext>
            </a:extLst>
          </p:cNvPr>
          <p:cNvSpPr>
            <a:spLocks noGrp="1"/>
          </p:cNvSpPr>
          <p:nvPr/>
        </p:nvSpPr>
        <p:spPr>
          <a:xfrm>
            <a:off x="10472343" y="-445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326" name="Freeform: Shape 325">
            <a:extLst>
              <a:ext uri="{FF2B5EF4-FFF2-40B4-BE49-F238E27FC236}">
                <a16:creationId xmlns:a16="http://schemas.microsoft.com/office/drawing/2014/main" id="{39A42858-2D8D-4392-A05F-6BE5DA802594}"/>
              </a:ext>
            </a:extLst>
          </p:cNvPr>
          <p:cNvSpPr>
            <a:spLocks noGrp="1"/>
          </p:cNvSpPr>
          <p:nvPr/>
        </p:nvSpPr>
        <p:spPr>
          <a:xfrm>
            <a:off x="10474619" y="-7757"/>
            <a:ext cx="56" cy="888"/>
          </a:xfrm>
          <a:custGeom>
            <a:avLst/>
            <a:gdLst>
              <a:gd name="connsiteX0" fmla="*/ 10 w 56"/>
              <a:gd name="connsiteY0" fmla="*/ 762 h 888"/>
              <a:gd name="connsiteX1" fmla="*/ 10 w 56"/>
              <a:gd name="connsiteY1" fmla="*/ 0 h 888"/>
              <a:gd name="connsiteX2" fmla="*/ 10 w 56"/>
              <a:gd name="connsiteY2" fmla="*/ 889 h 888"/>
            </a:gdLst>
            <a:ahLst/>
            <a:cxnLst/>
            <a:rect l="l" t="t" r="r" b="b"/>
            <a:pathLst>
              <a:path w="56" h="888">
                <a:moveTo>
                  <a:pt x="10" y="762"/>
                </a:moveTo>
                <a:cubicBezTo>
                  <a:pt x="73" y="508"/>
                  <a:pt x="73" y="254"/>
                  <a:pt x="10" y="0"/>
                </a:cubicBezTo>
                <a:cubicBezTo>
                  <a:pt x="-3" y="292"/>
                  <a:pt x="-3" y="597"/>
                  <a:pt x="10" y="889"/>
                </a:cubicBezTo>
                <a:close/>
              </a:path>
            </a:pathLst>
          </a:custGeom>
          <a:solidFill>
            <a:srgbClr val="000000"/>
          </a:solidFill>
          <a:ln w="12690" cap="flat">
            <a:noFill/>
            <a:prstDash val="solid"/>
            <a:miter/>
          </a:ln>
        </p:spPr>
        <p:txBody>
          <a:bodyPr anchor="ctr"/>
          <a:lstStyle/>
          <a:p>
            <a:pPr>
              <a:buNone/>
            </a:pPr>
            <a:endParaRPr/>
          </a:p>
        </p:txBody>
      </p:sp>
      <p:sp>
        <p:nvSpPr>
          <p:cNvPr id="339" name="Freeform: Shape 338">
            <a:extLst>
              <a:ext uri="{FF2B5EF4-FFF2-40B4-BE49-F238E27FC236}">
                <a16:creationId xmlns:a16="http://schemas.microsoft.com/office/drawing/2014/main" id="{9AB417E0-36F9-4194-9971-242CD227510B}"/>
              </a:ext>
            </a:extLst>
          </p:cNvPr>
          <p:cNvSpPr>
            <a:spLocks noGrp="1"/>
          </p:cNvSpPr>
          <p:nvPr/>
        </p:nvSpPr>
        <p:spPr>
          <a:xfrm>
            <a:off x="7815659" y="1046958"/>
            <a:ext cx="38979" cy="36947"/>
          </a:xfrm>
          <a:custGeom>
            <a:avLst/>
            <a:gdLst>
              <a:gd name="connsiteX0" fmla="*/ 28187 w 38979"/>
              <a:gd name="connsiteY0" fmla="*/ 2158 h 36947"/>
              <a:gd name="connsiteX1" fmla="*/ 28187 w 38979"/>
              <a:gd name="connsiteY1" fmla="*/ 0 h 36947"/>
              <a:gd name="connsiteX2" fmla="*/ 0 w 38979"/>
              <a:gd name="connsiteY2" fmla="*/ 23108 h 36947"/>
              <a:gd name="connsiteX3" fmla="*/ 0 w 38979"/>
              <a:gd name="connsiteY3" fmla="*/ 34154 h 36947"/>
              <a:gd name="connsiteX4" fmla="*/ 0 w 38979"/>
              <a:gd name="connsiteY4" fmla="*/ 34154 h 36947"/>
              <a:gd name="connsiteX5" fmla="*/ 0 w 38979"/>
              <a:gd name="connsiteY5" fmla="*/ 35297 h 36947"/>
              <a:gd name="connsiteX6" fmla="*/ 0 w 38979"/>
              <a:gd name="connsiteY6" fmla="*/ 36059 h 36947"/>
              <a:gd name="connsiteX7" fmla="*/ 0 w 38979"/>
              <a:gd name="connsiteY7" fmla="*/ 36059 h 36947"/>
              <a:gd name="connsiteX8" fmla="*/ 0 w 38979"/>
              <a:gd name="connsiteY8" fmla="*/ 36947 h 36947"/>
              <a:gd name="connsiteX9" fmla="*/ 0 w 38979"/>
              <a:gd name="connsiteY9" fmla="*/ 36947 h 36947"/>
              <a:gd name="connsiteX10" fmla="*/ 38979 w 38979"/>
              <a:gd name="connsiteY10" fmla="*/ 4952 h 36947"/>
              <a:gd name="connsiteX11" fmla="*/ 38979 w 38979"/>
              <a:gd name="connsiteY11" fmla="*/ 4952 h 36947"/>
              <a:gd name="connsiteX12" fmla="*/ 35170 w 38979"/>
              <a:gd name="connsiteY12" fmla="*/ 6348 h 36947"/>
              <a:gd name="connsiteX13" fmla="*/ 28466 w 38979"/>
              <a:gd name="connsiteY13" fmla="*/ 3301 h 36947"/>
              <a:gd name="connsiteX14" fmla="*/ 28187 w 38979"/>
              <a:gd name="connsiteY14" fmla="*/ 2158 h 36947"/>
            </a:gdLst>
            <a:ahLst/>
            <a:cxnLst/>
            <a:rect l="l" t="t" r="r" b="b"/>
            <a:pathLst>
              <a:path w="38979" h="36947">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w="12690" cap="flat">
            <a:noFill/>
            <a:prstDash val="solid"/>
            <a:miter/>
          </a:ln>
        </p:spPr>
        <p:txBody>
          <a:bodyPr anchor="ctr"/>
          <a:lstStyle/>
          <a:p>
            <a:pPr>
              <a:buNone/>
            </a:pPr>
            <a:endParaRPr/>
          </a:p>
        </p:txBody>
      </p:sp>
      <p:sp>
        <p:nvSpPr>
          <p:cNvPr id="340" name="Freeform: Shape 339">
            <a:extLst>
              <a:ext uri="{FF2B5EF4-FFF2-40B4-BE49-F238E27FC236}">
                <a16:creationId xmlns:a16="http://schemas.microsoft.com/office/drawing/2014/main" id="{D864E9CC-7C36-4D94-B0E8-06FB80DBA12E}"/>
              </a:ext>
            </a:extLst>
          </p:cNvPr>
          <p:cNvSpPr>
            <a:spLocks noGrp="1"/>
          </p:cNvSpPr>
          <p:nvPr/>
        </p:nvSpPr>
        <p:spPr>
          <a:xfrm>
            <a:off x="7804867" y="876188"/>
            <a:ext cx="10792" cy="204670"/>
          </a:xfrm>
          <a:custGeom>
            <a:avLst/>
            <a:gdLst>
              <a:gd name="connsiteX0" fmla="*/ 10792 w 10792"/>
              <a:gd name="connsiteY0" fmla="*/ 193879 h 204670"/>
              <a:gd name="connsiteX1" fmla="*/ 10792 w 10792"/>
              <a:gd name="connsiteY1" fmla="*/ 0 h 204670"/>
              <a:gd name="connsiteX2" fmla="*/ 9014 w 10792"/>
              <a:gd name="connsiteY2" fmla="*/ 1524 h 204670"/>
              <a:gd name="connsiteX3" fmla="*/ 9014 w 10792"/>
              <a:gd name="connsiteY3" fmla="*/ 1524 h 204670"/>
              <a:gd name="connsiteX4" fmla="*/ 0 w 10792"/>
              <a:gd name="connsiteY4" fmla="*/ 8761 h 204670"/>
              <a:gd name="connsiteX5" fmla="*/ 0 w 10792"/>
              <a:gd name="connsiteY5" fmla="*/ 202766 h 204670"/>
              <a:gd name="connsiteX6" fmla="*/ 1778 w 10792"/>
              <a:gd name="connsiteY6" fmla="*/ 201243 h 204670"/>
              <a:gd name="connsiteX7" fmla="*/ 9396 w 10792"/>
              <a:gd name="connsiteY7" fmla="*/ 201243 h 204670"/>
              <a:gd name="connsiteX8" fmla="*/ 10792 w 10792"/>
              <a:gd name="connsiteY8" fmla="*/ 204671 h 204670"/>
              <a:gd name="connsiteX9" fmla="*/ 10792 w 10792"/>
              <a:gd name="connsiteY9" fmla="*/ 204671 h 204670"/>
            </a:gdLst>
            <a:ahLst/>
            <a:cxnLst/>
            <a:rect l="l" t="t" r="r" b="b"/>
            <a:pathLst>
              <a:path w="10792" h="204670">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w="12690" cap="flat">
            <a:noFill/>
            <a:prstDash val="solid"/>
            <a:miter/>
          </a:ln>
        </p:spPr>
        <p:txBody>
          <a:bodyPr anchor="ctr"/>
          <a:lstStyle/>
          <a:p>
            <a:pPr>
              <a:buNone/>
            </a:pPr>
            <a:endParaRPr/>
          </a:p>
        </p:txBody>
      </p:sp>
      <p:sp>
        <p:nvSpPr>
          <p:cNvPr id="341" name="Freeform: Shape 340">
            <a:extLst>
              <a:ext uri="{FF2B5EF4-FFF2-40B4-BE49-F238E27FC236}">
                <a16:creationId xmlns:a16="http://schemas.microsoft.com/office/drawing/2014/main" id="{CD0E1F7F-5617-4E8E-9263-81E3D4C398F5}"/>
              </a:ext>
            </a:extLst>
          </p:cNvPr>
          <p:cNvSpPr>
            <a:spLocks noGrp="1"/>
          </p:cNvSpPr>
          <p:nvPr/>
        </p:nvSpPr>
        <p:spPr>
          <a:xfrm>
            <a:off x="7263347" y="705544"/>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342" name="Freeform: Shape 341">
            <a:extLst>
              <a:ext uri="{FF2B5EF4-FFF2-40B4-BE49-F238E27FC236}">
                <a16:creationId xmlns:a16="http://schemas.microsoft.com/office/drawing/2014/main" id="{630AFBC3-3C7E-4A49-838A-CA7A05B28094}"/>
              </a:ext>
            </a:extLst>
          </p:cNvPr>
          <p:cNvSpPr>
            <a:spLocks noGrp="1"/>
          </p:cNvSpPr>
          <p:nvPr/>
        </p:nvSpPr>
        <p:spPr>
          <a:xfrm>
            <a:off x="7266395" y="704782"/>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343" name="Freeform: Shape 342">
            <a:extLst>
              <a:ext uri="{FF2B5EF4-FFF2-40B4-BE49-F238E27FC236}">
                <a16:creationId xmlns:a16="http://schemas.microsoft.com/office/drawing/2014/main" id="{38DA3CAA-EAB8-4FE6-A8E7-359E8028CF60}"/>
              </a:ext>
            </a:extLst>
          </p:cNvPr>
          <p:cNvSpPr>
            <a:spLocks noGrp="1"/>
          </p:cNvSpPr>
          <p:nvPr/>
        </p:nvSpPr>
        <p:spPr>
          <a:xfrm>
            <a:off x="7264363" y="705544"/>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344" name="Freeform: Shape 343">
            <a:extLst>
              <a:ext uri="{FF2B5EF4-FFF2-40B4-BE49-F238E27FC236}">
                <a16:creationId xmlns:a16="http://schemas.microsoft.com/office/drawing/2014/main" id="{B8636621-3DC0-4FDF-BA4C-B840BE806AB7}"/>
              </a:ext>
            </a:extLst>
          </p:cNvPr>
          <p:cNvSpPr>
            <a:spLocks noGrp="1"/>
          </p:cNvSpPr>
          <p:nvPr/>
        </p:nvSpPr>
        <p:spPr>
          <a:xfrm>
            <a:off x="7268426" y="715194"/>
            <a:ext cx="540631" cy="160740"/>
          </a:xfrm>
          <a:custGeom>
            <a:avLst/>
            <a:gdLst>
              <a:gd name="connsiteX0" fmla="*/ 538219 w 540631"/>
              <a:gd name="connsiteY0" fmla="*/ 155154 h 160740"/>
              <a:gd name="connsiteX1" fmla="*/ 538219 w 540631"/>
              <a:gd name="connsiteY1" fmla="*/ 155154 h 160740"/>
              <a:gd name="connsiteX2" fmla="*/ 540631 w 540631"/>
              <a:gd name="connsiteY2" fmla="*/ 153249 h 160740"/>
              <a:gd name="connsiteX3" fmla="*/ 135729 w 540631"/>
              <a:gd name="connsiteY3" fmla="*/ 30853 h 160740"/>
              <a:gd name="connsiteX4" fmla="*/ 254 w 540631"/>
              <a:gd name="connsiteY4" fmla="*/ 0 h 160740"/>
              <a:gd name="connsiteX5" fmla="*/ 0 w 540631"/>
              <a:gd name="connsiteY5" fmla="*/ 254 h 160740"/>
              <a:gd name="connsiteX6" fmla="*/ 531362 w 540631"/>
              <a:gd name="connsiteY6" fmla="*/ 160740 h 160740"/>
              <a:gd name="connsiteX7" fmla="*/ 538219 w 540631"/>
              <a:gd name="connsiteY7" fmla="*/ 155154 h 160740"/>
            </a:gdLst>
            <a:ahLst/>
            <a:cxnLst/>
            <a:rect l="l" t="t" r="r" b="b"/>
            <a:pathLst>
              <a:path w="540631" h="160740">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w="12690" cap="flat">
            <a:noFill/>
            <a:prstDash val="solid"/>
            <a:miter/>
          </a:ln>
        </p:spPr>
        <p:txBody>
          <a:bodyPr anchor="ctr"/>
          <a:lstStyle/>
          <a:p>
            <a:pPr>
              <a:buNone/>
            </a:pPr>
            <a:endParaRPr/>
          </a:p>
        </p:txBody>
      </p:sp>
      <p:sp>
        <p:nvSpPr>
          <p:cNvPr id="345" name="Freeform: Shape 344">
            <a:extLst>
              <a:ext uri="{FF2B5EF4-FFF2-40B4-BE49-F238E27FC236}">
                <a16:creationId xmlns:a16="http://schemas.microsoft.com/office/drawing/2014/main" id="{68808E0E-5A1D-4678-8784-DBEBFBCCE2CF}"/>
              </a:ext>
            </a:extLst>
          </p:cNvPr>
          <p:cNvSpPr>
            <a:spLocks noGrp="1"/>
          </p:cNvSpPr>
          <p:nvPr/>
        </p:nvSpPr>
        <p:spPr>
          <a:xfrm>
            <a:off x="7854004" y="84012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346" name="Freeform: Shape 345">
            <a:extLst>
              <a:ext uri="{FF2B5EF4-FFF2-40B4-BE49-F238E27FC236}">
                <a16:creationId xmlns:a16="http://schemas.microsoft.com/office/drawing/2014/main" id="{E75102D8-4A58-4E3C-875A-33470C15E0F9}"/>
              </a:ext>
            </a:extLst>
          </p:cNvPr>
          <p:cNvSpPr>
            <a:spLocks noGrp="1"/>
          </p:cNvSpPr>
          <p:nvPr/>
        </p:nvSpPr>
        <p:spPr>
          <a:xfrm>
            <a:off x="7854512" y="841272"/>
            <a:ext cx="47" cy="761"/>
          </a:xfrm>
          <a:custGeom>
            <a:avLst/>
            <a:gdLst>
              <a:gd name="connsiteX0" fmla="*/ 0 w 47"/>
              <a:gd name="connsiteY0" fmla="*/ 762 h 761"/>
              <a:gd name="connsiteX1" fmla="*/ 0 w 47"/>
              <a:gd name="connsiteY1" fmla="*/ 0 h 761"/>
              <a:gd name="connsiteX2" fmla="*/ 0 w 47"/>
              <a:gd name="connsiteY2" fmla="*/ 0 h 761"/>
            </a:gdLst>
            <a:ahLst/>
            <a:cxnLst/>
            <a:rect l="l" t="t" r="r" b="b"/>
            <a:pathLst>
              <a:path w="47" h="761">
                <a:moveTo>
                  <a:pt x="0" y="762"/>
                </a:moveTo>
                <a:cubicBezTo>
                  <a:pt x="64" y="508"/>
                  <a:pt x="64" y="254"/>
                  <a:pt x="0" y="0"/>
                </a:cubicBezTo>
                <a:lnTo>
                  <a:pt x="0" y="0"/>
                </a:lnTo>
                <a:close/>
              </a:path>
            </a:pathLst>
          </a:custGeom>
          <a:solidFill>
            <a:srgbClr val="000000"/>
          </a:solidFill>
          <a:ln w="12690" cap="flat">
            <a:noFill/>
            <a:prstDash val="solid"/>
            <a:miter/>
          </a:ln>
        </p:spPr>
        <p:txBody>
          <a:bodyPr anchor="ctr"/>
          <a:lstStyle/>
          <a:p>
            <a:pPr>
              <a:buNone/>
            </a:pPr>
            <a:endParaRPr/>
          </a:p>
        </p:txBody>
      </p:sp>
      <p:sp>
        <p:nvSpPr>
          <p:cNvPr id="347" name="Freeform: Shape 346">
            <a:extLst>
              <a:ext uri="{FF2B5EF4-FFF2-40B4-BE49-F238E27FC236}">
                <a16:creationId xmlns:a16="http://schemas.microsoft.com/office/drawing/2014/main" id="{BDDF714E-9C32-4E0B-A768-20473D25B9DF}"/>
              </a:ext>
            </a:extLst>
          </p:cNvPr>
          <p:cNvSpPr>
            <a:spLocks noGrp="1"/>
          </p:cNvSpPr>
          <p:nvPr/>
        </p:nvSpPr>
        <p:spPr>
          <a:xfrm>
            <a:off x="7851592" y="838733"/>
            <a:ext cx="761" cy="12696"/>
          </a:xfrm>
          <a:custGeom>
            <a:avLst/>
            <a:gdLst>
              <a:gd name="connsiteX0" fmla="*/ 762 w 761"/>
              <a:gd name="connsiteY0" fmla="*/ 0 h 12696"/>
              <a:gd name="connsiteX1" fmla="*/ 0 w 761"/>
              <a:gd name="connsiteY1" fmla="*/ 0 h 12696"/>
              <a:gd name="connsiteX2" fmla="*/ 0 w 761"/>
              <a:gd name="connsiteY2" fmla="*/ 0 h 12696"/>
            </a:gdLst>
            <a:ahLst/>
            <a:cxnLst/>
            <a:rect l="l" t="t" r="r" b="b"/>
            <a:pathLst>
              <a:path w="761" h="12696">
                <a:moveTo>
                  <a:pt x="762"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348" name="Freeform: Shape 347">
            <a:extLst>
              <a:ext uri="{FF2B5EF4-FFF2-40B4-BE49-F238E27FC236}">
                <a16:creationId xmlns:a16="http://schemas.microsoft.com/office/drawing/2014/main" id="{88DA82DC-EE57-47BB-A007-0950FEF02AD2}"/>
              </a:ext>
            </a:extLst>
          </p:cNvPr>
          <p:cNvSpPr>
            <a:spLocks noGrp="1"/>
          </p:cNvSpPr>
          <p:nvPr/>
        </p:nvSpPr>
        <p:spPr>
          <a:xfrm>
            <a:off x="7263347" y="705496"/>
            <a:ext cx="888" cy="47"/>
          </a:xfrm>
          <a:custGeom>
            <a:avLst/>
            <a:gdLst>
              <a:gd name="connsiteX0" fmla="*/ 889 w 888"/>
              <a:gd name="connsiteY0" fmla="*/ 48 h 47"/>
              <a:gd name="connsiteX1" fmla="*/ 889 w 888"/>
              <a:gd name="connsiteY1" fmla="*/ 48 h 47"/>
              <a:gd name="connsiteX2" fmla="*/ 0 w 888"/>
              <a:gd name="connsiteY2" fmla="*/ 48 h 47"/>
              <a:gd name="connsiteX3" fmla="*/ 0 w 888"/>
              <a:gd name="connsiteY3" fmla="*/ 48 h 47"/>
              <a:gd name="connsiteX4" fmla="*/ 889 w 888"/>
              <a:gd name="connsiteY4" fmla="*/ 48 h 47"/>
            </a:gdLst>
            <a:ahLst/>
            <a:cxnLst/>
            <a:rect l="l" t="t" r="r" b="b"/>
            <a:pathLst>
              <a:path w="888" h="47">
                <a:moveTo>
                  <a:pt x="889" y="48"/>
                </a:moveTo>
                <a:lnTo>
                  <a:pt x="889" y="48"/>
                </a:lnTo>
                <a:cubicBezTo>
                  <a:pt x="597" y="-16"/>
                  <a:pt x="292" y="-16"/>
                  <a:pt x="0" y="48"/>
                </a:cubicBezTo>
                <a:lnTo>
                  <a:pt x="0" y="48"/>
                </a:lnTo>
                <a:cubicBezTo>
                  <a:pt x="292" y="-3"/>
                  <a:pt x="597" y="-3"/>
                  <a:pt x="889" y="48"/>
                </a:cubicBezTo>
                <a:close/>
              </a:path>
            </a:pathLst>
          </a:custGeom>
          <a:solidFill>
            <a:srgbClr val="000000"/>
          </a:solidFill>
          <a:ln w="12690" cap="flat">
            <a:noFill/>
            <a:prstDash val="solid"/>
            <a:miter/>
          </a:ln>
        </p:spPr>
        <p:txBody>
          <a:bodyPr anchor="ctr"/>
          <a:lstStyle/>
          <a:p>
            <a:pPr>
              <a:buNone/>
            </a:pPr>
            <a:endParaRPr/>
          </a:p>
        </p:txBody>
      </p:sp>
      <p:sp>
        <p:nvSpPr>
          <p:cNvPr id="349" name="Freeform: Shape 348">
            <a:extLst>
              <a:ext uri="{FF2B5EF4-FFF2-40B4-BE49-F238E27FC236}">
                <a16:creationId xmlns:a16="http://schemas.microsoft.com/office/drawing/2014/main" id="{CF0C5E89-C948-4AF2-9B6E-CD96E04638EB}"/>
              </a:ext>
            </a:extLst>
          </p:cNvPr>
          <p:cNvSpPr>
            <a:spLocks noGrp="1"/>
          </p:cNvSpPr>
          <p:nvPr/>
        </p:nvSpPr>
        <p:spPr>
          <a:xfrm>
            <a:off x="7265125" y="705544"/>
            <a:ext cx="1143" cy="12696"/>
          </a:xfrm>
          <a:custGeom>
            <a:avLst/>
            <a:gdLst>
              <a:gd name="connsiteX0" fmla="*/ 1016 w 1143"/>
              <a:gd name="connsiteY0" fmla="*/ 0 h 12696"/>
              <a:gd name="connsiteX1" fmla="*/ 0 w 1143"/>
              <a:gd name="connsiteY1" fmla="*/ 0 h 12696"/>
              <a:gd name="connsiteX2" fmla="*/ 1143 w 1143"/>
              <a:gd name="connsiteY2" fmla="*/ 0 h 12696"/>
            </a:gdLst>
            <a:ahLst/>
            <a:cxnLst/>
            <a:rect l="l" t="t" r="r" b="b"/>
            <a:pathLst>
              <a:path w="1143" h="12696">
                <a:moveTo>
                  <a:pt x="1016" y="0"/>
                </a:moveTo>
                <a:lnTo>
                  <a:pt x="0" y="0"/>
                </a:lnTo>
                <a:lnTo>
                  <a:pt x="1143" y="0"/>
                </a:lnTo>
                <a:close/>
              </a:path>
            </a:pathLst>
          </a:custGeom>
          <a:solidFill>
            <a:srgbClr val="000000"/>
          </a:solidFill>
          <a:ln w="12690" cap="flat">
            <a:noFill/>
            <a:prstDash val="solid"/>
            <a:miter/>
          </a:ln>
        </p:spPr>
        <p:txBody>
          <a:bodyPr anchor="ctr"/>
          <a:lstStyle/>
          <a:p>
            <a:pPr>
              <a:buNone/>
            </a:pPr>
            <a:endParaRPr/>
          </a:p>
        </p:txBody>
      </p:sp>
      <p:sp>
        <p:nvSpPr>
          <p:cNvPr id="350" name="Freeform: Shape 349">
            <a:extLst>
              <a:ext uri="{FF2B5EF4-FFF2-40B4-BE49-F238E27FC236}">
                <a16:creationId xmlns:a16="http://schemas.microsoft.com/office/drawing/2014/main" id="{E351C802-1F3E-48B5-AEE4-A4B7D9BAA949}"/>
              </a:ext>
            </a:extLst>
          </p:cNvPr>
          <p:cNvSpPr>
            <a:spLocks noGrp="1"/>
          </p:cNvSpPr>
          <p:nvPr/>
        </p:nvSpPr>
        <p:spPr>
          <a:xfrm>
            <a:off x="7267538" y="705544"/>
            <a:ext cx="583037" cy="139663"/>
          </a:xfrm>
          <a:custGeom>
            <a:avLst/>
            <a:gdLst>
              <a:gd name="connsiteX0" fmla="*/ 3301 w 583037"/>
              <a:gd name="connsiteY0" fmla="*/ 7364 h 139663"/>
              <a:gd name="connsiteX1" fmla="*/ 1143 w 583037"/>
              <a:gd name="connsiteY1" fmla="*/ 9649 h 139663"/>
              <a:gd name="connsiteX2" fmla="*/ 136618 w 583037"/>
              <a:gd name="connsiteY2" fmla="*/ 40503 h 139663"/>
              <a:gd name="connsiteX3" fmla="*/ 570468 w 583037"/>
              <a:gd name="connsiteY3" fmla="*/ 139664 h 139663"/>
              <a:gd name="connsiteX4" fmla="*/ 578086 w 583037"/>
              <a:gd name="connsiteY4" fmla="*/ 133442 h 139663"/>
              <a:gd name="connsiteX5" fmla="*/ 578849 w 583037"/>
              <a:gd name="connsiteY5" fmla="*/ 133442 h 139663"/>
              <a:gd name="connsiteX6" fmla="*/ 579737 w 583037"/>
              <a:gd name="connsiteY6" fmla="*/ 133442 h 139663"/>
              <a:gd name="connsiteX7" fmla="*/ 580880 w 583037"/>
              <a:gd name="connsiteY7" fmla="*/ 133442 h 139663"/>
              <a:gd name="connsiteX8" fmla="*/ 581769 w 583037"/>
              <a:gd name="connsiteY8" fmla="*/ 133442 h 139663"/>
              <a:gd name="connsiteX9" fmla="*/ 583038 w 583037"/>
              <a:gd name="connsiteY9" fmla="*/ 133442 h 139663"/>
              <a:gd name="connsiteX10" fmla="*/ 583038 w 583037"/>
              <a:gd name="connsiteY10" fmla="*/ 133442 h 139663"/>
              <a:gd name="connsiteX11" fmla="*/ 583038 w 583037"/>
              <a:gd name="connsiteY11" fmla="*/ 133442 h 139663"/>
              <a:gd name="connsiteX12" fmla="*/ 762 w 583037"/>
              <a:gd name="connsiteY12" fmla="*/ 0 h 139663"/>
              <a:gd name="connsiteX13" fmla="*/ 0 w 583037"/>
              <a:gd name="connsiteY13" fmla="*/ 0 h 139663"/>
              <a:gd name="connsiteX14" fmla="*/ 3047 w 583037"/>
              <a:gd name="connsiteY14" fmla="*/ 1143 h 139663"/>
              <a:gd name="connsiteX15" fmla="*/ 3301 w 583037"/>
              <a:gd name="connsiteY15" fmla="*/ 7364 h 139663"/>
            </a:gdLst>
            <a:ahLst/>
            <a:cxnLst/>
            <a:rect l="l" t="t" r="r" b="b"/>
            <a:pathLst>
              <a:path w="583037" h="139663">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w="12690" cap="flat">
            <a:noFill/>
            <a:prstDash val="solid"/>
            <a:miter/>
          </a:ln>
        </p:spPr>
        <p:txBody>
          <a:bodyPr anchor="ctr"/>
          <a:lstStyle/>
          <a:p>
            <a:pPr>
              <a:buNone/>
            </a:pPr>
            <a:endParaRPr/>
          </a:p>
        </p:txBody>
      </p:sp>
      <p:sp>
        <p:nvSpPr>
          <p:cNvPr id="351" name="Freeform: Shape 350">
            <a:extLst>
              <a:ext uri="{FF2B5EF4-FFF2-40B4-BE49-F238E27FC236}">
                <a16:creationId xmlns:a16="http://schemas.microsoft.com/office/drawing/2014/main" id="{B6BCE900-1B91-4B47-BF75-1CD0C5D6A8F7}"/>
              </a:ext>
            </a:extLst>
          </p:cNvPr>
          <p:cNvSpPr>
            <a:spLocks noGrp="1"/>
          </p:cNvSpPr>
          <p:nvPr/>
        </p:nvSpPr>
        <p:spPr>
          <a:xfrm>
            <a:off x="7849179" y="837463"/>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352" name="Freeform: Shape 351">
            <a:extLst>
              <a:ext uri="{FF2B5EF4-FFF2-40B4-BE49-F238E27FC236}">
                <a16:creationId xmlns:a16="http://schemas.microsoft.com/office/drawing/2014/main" id="{35AF1395-875A-4FB8-A576-A4D92BE66EB3}"/>
              </a:ext>
            </a:extLst>
          </p:cNvPr>
          <p:cNvSpPr>
            <a:spLocks noGrp="1"/>
          </p:cNvSpPr>
          <p:nvPr/>
        </p:nvSpPr>
        <p:spPr>
          <a:xfrm>
            <a:off x="7850576" y="837971"/>
            <a:ext cx="888" cy="12696"/>
          </a:xfrm>
          <a:custGeom>
            <a:avLst/>
            <a:gdLst>
              <a:gd name="connsiteX0" fmla="*/ 889 w 888"/>
              <a:gd name="connsiteY0" fmla="*/ 0 h 12696"/>
              <a:gd name="connsiteX1" fmla="*/ 0 w 888"/>
              <a:gd name="connsiteY1" fmla="*/ 0 h 12696"/>
            </a:gdLst>
            <a:ahLst/>
            <a:cxnLst/>
            <a:rect l="l" t="t" r="r" b="b"/>
            <a:pathLst>
              <a:path w="888" h="12696">
                <a:moveTo>
                  <a:pt x="889" y="0"/>
                </a:moveTo>
                <a:lnTo>
                  <a:pt x="0" y="0"/>
                </a:lnTo>
                <a:close/>
              </a:path>
            </a:pathLst>
          </a:custGeom>
          <a:solidFill>
            <a:srgbClr val="000000"/>
          </a:solidFill>
          <a:ln w="12690" cap="flat">
            <a:noFill/>
            <a:prstDash val="solid"/>
            <a:miter/>
          </a:ln>
        </p:spPr>
        <p:txBody>
          <a:bodyPr anchor="ctr"/>
          <a:lstStyle/>
          <a:p>
            <a:pPr>
              <a:buNone/>
            </a:pPr>
            <a:endParaRPr/>
          </a:p>
        </p:txBody>
      </p:sp>
      <p:sp>
        <p:nvSpPr>
          <p:cNvPr id="353" name="Freeform: Shape 352">
            <a:extLst>
              <a:ext uri="{FF2B5EF4-FFF2-40B4-BE49-F238E27FC236}">
                <a16:creationId xmlns:a16="http://schemas.microsoft.com/office/drawing/2014/main" id="{1C2246CC-50E1-4B07-B593-8A0B7E3A32BA}"/>
              </a:ext>
            </a:extLst>
          </p:cNvPr>
          <p:cNvSpPr>
            <a:spLocks noGrp="1"/>
          </p:cNvSpPr>
          <p:nvPr/>
        </p:nvSpPr>
        <p:spPr>
          <a:xfrm>
            <a:off x="7843338" y="841653"/>
            <a:ext cx="10030" cy="212417"/>
          </a:xfrm>
          <a:custGeom>
            <a:avLst/>
            <a:gdLst>
              <a:gd name="connsiteX0" fmla="*/ 9015 w 10030"/>
              <a:gd name="connsiteY0" fmla="*/ 4444 h 212417"/>
              <a:gd name="connsiteX1" fmla="*/ 0 w 10030"/>
              <a:gd name="connsiteY1" fmla="*/ 11681 h 212417"/>
              <a:gd name="connsiteX2" fmla="*/ 0 w 10030"/>
              <a:gd name="connsiteY2" fmla="*/ 207464 h 212417"/>
              <a:gd name="connsiteX3" fmla="*/ 5333 w 10030"/>
              <a:gd name="connsiteY3" fmla="*/ 212416 h 212417"/>
              <a:gd name="connsiteX4" fmla="*/ 9142 w 10030"/>
              <a:gd name="connsiteY4" fmla="*/ 211019 h 212417"/>
              <a:gd name="connsiteX5" fmla="*/ 9777 w 10030"/>
              <a:gd name="connsiteY5" fmla="*/ 210131 h 212417"/>
              <a:gd name="connsiteX6" fmla="*/ 9777 w 10030"/>
              <a:gd name="connsiteY6" fmla="*/ 209496 h 212417"/>
              <a:gd name="connsiteX7" fmla="*/ 9777 w 10030"/>
              <a:gd name="connsiteY7" fmla="*/ 208734 h 212417"/>
              <a:gd name="connsiteX8" fmla="*/ 9777 w 10030"/>
              <a:gd name="connsiteY8" fmla="*/ 207591 h 212417"/>
              <a:gd name="connsiteX9" fmla="*/ 9777 w 10030"/>
              <a:gd name="connsiteY9" fmla="*/ 207591 h 212417"/>
              <a:gd name="connsiteX10" fmla="*/ 9777 w 10030"/>
              <a:gd name="connsiteY10" fmla="*/ 0 h 212417"/>
              <a:gd name="connsiteX11" fmla="*/ 9015 w 10030"/>
              <a:gd name="connsiteY11" fmla="*/ 4444 h 212417"/>
            </a:gdLst>
            <a:ahLst/>
            <a:cxnLst/>
            <a:rect l="l" t="t" r="r" b="b"/>
            <a:pathLst>
              <a:path w="10030" h="212417">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w="12690" cap="flat">
            <a:noFill/>
            <a:prstDash val="solid"/>
            <a:miter/>
          </a:ln>
        </p:spPr>
        <p:txBody>
          <a:bodyPr anchor="ctr"/>
          <a:lstStyle/>
          <a:p>
            <a:pPr>
              <a:buNone/>
            </a:pPr>
            <a:endParaRPr/>
          </a:p>
        </p:txBody>
      </p:sp>
      <p:sp>
        <p:nvSpPr>
          <p:cNvPr id="354" name="Freeform: Shape 353">
            <a:extLst>
              <a:ext uri="{FF2B5EF4-FFF2-40B4-BE49-F238E27FC236}">
                <a16:creationId xmlns:a16="http://schemas.microsoft.com/office/drawing/2014/main" id="{F168DB40-9E71-4ED3-AB8A-E56A7447C325}"/>
              </a:ext>
            </a:extLst>
          </p:cNvPr>
          <p:cNvSpPr>
            <a:spLocks noGrp="1"/>
          </p:cNvSpPr>
          <p:nvPr/>
        </p:nvSpPr>
        <p:spPr>
          <a:xfrm>
            <a:off x="7854258" y="840637"/>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355" name="Freeform: Shape 354">
            <a:extLst>
              <a:ext uri="{FF2B5EF4-FFF2-40B4-BE49-F238E27FC236}">
                <a16:creationId xmlns:a16="http://schemas.microsoft.com/office/drawing/2014/main" id="{F3F3F5B8-1D4C-40A8-8BA2-809FCFBF7707}"/>
              </a:ext>
            </a:extLst>
          </p:cNvPr>
          <p:cNvSpPr>
            <a:spLocks noGrp="1"/>
          </p:cNvSpPr>
          <p:nvPr/>
        </p:nvSpPr>
        <p:spPr>
          <a:xfrm>
            <a:off x="7853115" y="8389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356" name="Freeform: Shape 355">
            <a:extLst>
              <a:ext uri="{FF2B5EF4-FFF2-40B4-BE49-F238E27FC236}">
                <a16:creationId xmlns:a16="http://schemas.microsoft.com/office/drawing/2014/main" id="{4F2F9C82-2E8F-4DB5-9A5E-5885DC7B7F5A}"/>
              </a:ext>
            </a:extLst>
          </p:cNvPr>
          <p:cNvSpPr>
            <a:spLocks noGrp="1"/>
          </p:cNvSpPr>
          <p:nvPr/>
        </p:nvSpPr>
        <p:spPr>
          <a:xfrm>
            <a:off x="7806645" y="837463"/>
            <a:ext cx="48317" cy="38597"/>
          </a:xfrm>
          <a:custGeom>
            <a:avLst/>
            <a:gdLst>
              <a:gd name="connsiteX0" fmla="*/ 42661 w 48317"/>
              <a:gd name="connsiteY0" fmla="*/ 0 h 38597"/>
              <a:gd name="connsiteX1" fmla="*/ 41772 w 48317"/>
              <a:gd name="connsiteY1" fmla="*/ 0 h 38597"/>
              <a:gd name="connsiteX2" fmla="*/ 40629 w 48317"/>
              <a:gd name="connsiteY2" fmla="*/ 0 h 38597"/>
              <a:gd name="connsiteX3" fmla="*/ 39741 w 48317"/>
              <a:gd name="connsiteY3" fmla="*/ 0 h 38597"/>
              <a:gd name="connsiteX4" fmla="*/ 38979 w 48317"/>
              <a:gd name="connsiteY4" fmla="*/ 0 h 38597"/>
              <a:gd name="connsiteX5" fmla="*/ 31361 w 48317"/>
              <a:gd name="connsiteY5" fmla="*/ 6221 h 38597"/>
              <a:gd name="connsiteX6" fmla="*/ 2285 w 48317"/>
              <a:gd name="connsiteY6" fmla="*/ 29710 h 38597"/>
              <a:gd name="connsiteX7" fmla="*/ 0 w 48317"/>
              <a:gd name="connsiteY7" fmla="*/ 31615 h 38597"/>
              <a:gd name="connsiteX8" fmla="*/ 0 w 48317"/>
              <a:gd name="connsiteY8" fmla="*/ 31615 h 38597"/>
              <a:gd name="connsiteX9" fmla="*/ 7618 w 48317"/>
              <a:gd name="connsiteY9" fmla="*/ 31615 h 38597"/>
              <a:gd name="connsiteX10" fmla="*/ 7960 w 48317"/>
              <a:gd name="connsiteY10" fmla="*/ 38255 h 38597"/>
              <a:gd name="connsiteX11" fmla="*/ 7618 w 48317"/>
              <a:gd name="connsiteY11" fmla="*/ 38598 h 38597"/>
              <a:gd name="connsiteX12" fmla="*/ 7618 w 48317"/>
              <a:gd name="connsiteY12" fmla="*/ 38598 h 38597"/>
              <a:gd name="connsiteX13" fmla="*/ 9396 w 48317"/>
              <a:gd name="connsiteY13" fmla="*/ 37074 h 38597"/>
              <a:gd name="connsiteX14" fmla="*/ 37582 w 48317"/>
              <a:gd name="connsiteY14" fmla="*/ 14220 h 38597"/>
              <a:gd name="connsiteX15" fmla="*/ 46597 w 48317"/>
              <a:gd name="connsiteY15" fmla="*/ 6983 h 38597"/>
              <a:gd name="connsiteX16" fmla="*/ 48248 w 48317"/>
              <a:gd name="connsiteY16" fmla="*/ 2539 h 38597"/>
              <a:gd name="connsiteX17" fmla="*/ 48248 w 48317"/>
              <a:gd name="connsiteY17" fmla="*/ 2539 h 38597"/>
              <a:gd name="connsiteX18" fmla="*/ 48248 w 48317"/>
              <a:gd name="connsiteY18" fmla="*/ 1904 h 38597"/>
              <a:gd name="connsiteX19" fmla="*/ 48248 w 48317"/>
              <a:gd name="connsiteY19" fmla="*/ 1016 h 38597"/>
              <a:gd name="connsiteX20" fmla="*/ 48248 w 48317"/>
              <a:gd name="connsiteY20" fmla="*/ 1016 h 38597"/>
              <a:gd name="connsiteX21" fmla="*/ 48248 w 48317"/>
              <a:gd name="connsiteY21" fmla="*/ 1016 h 38597"/>
              <a:gd name="connsiteX22" fmla="*/ 48248 w 48317"/>
              <a:gd name="connsiteY22" fmla="*/ 1016 h 38597"/>
              <a:gd name="connsiteX23" fmla="*/ 47232 w 48317"/>
              <a:gd name="connsiteY23" fmla="*/ 1016 h 38597"/>
              <a:gd name="connsiteX24" fmla="*/ 47232 w 48317"/>
              <a:gd name="connsiteY24" fmla="*/ 1016 h 38597"/>
              <a:gd name="connsiteX25" fmla="*/ 47232 w 48317"/>
              <a:gd name="connsiteY25" fmla="*/ 1016 h 38597"/>
              <a:gd name="connsiteX26" fmla="*/ 46343 w 48317"/>
              <a:gd name="connsiteY26" fmla="*/ 1016 h 38597"/>
            </a:gdLst>
            <a:ahLst/>
            <a:cxnLst/>
            <a:rect l="l" t="t" r="r" b="b"/>
            <a:pathLst>
              <a:path w="48317" h="3859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w="12690" cap="flat">
            <a:noFill/>
            <a:prstDash val="solid"/>
            <a:miter/>
          </a:ln>
        </p:spPr>
        <p:txBody>
          <a:bodyPr anchor="ctr"/>
          <a:lstStyle/>
          <a:p>
            <a:pPr>
              <a:buNone/>
            </a:pPr>
            <a:endParaRPr/>
          </a:p>
        </p:txBody>
      </p:sp>
      <p:sp>
        <p:nvSpPr>
          <p:cNvPr id="392" name="Freeform: Shape 391">
            <a:extLst>
              <a:ext uri="{FF2B5EF4-FFF2-40B4-BE49-F238E27FC236}">
                <a16:creationId xmlns:a16="http://schemas.microsoft.com/office/drawing/2014/main" id="{84729119-42BF-4F3A-BE62-2DFF1B1ADA3C}"/>
              </a:ext>
            </a:extLst>
          </p:cNvPr>
          <p:cNvSpPr>
            <a:spLocks noGrp="1"/>
          </p:cNvSpPr>
          <p:nvPr/>
        </p:nvSpPr>
        <p:spPr>
          <a:xfrm>
            <a:off x="9147430" y="1283498"/>
            <a:ext cx="1254319" cy="376203"/>
          </a:xfrm>
          <a:custGeom>
            <a:avLst/>
            <a:gdLst>
              <a:gd name="connsiteX0" fmla="*/ 1254319 w 1254319"/>
              <a:gd name="connsiteY0" fmla="*/ 368585 h 376203"/>
              <a:gd name="connsiteX1" fmla="*/ 94083 w 1254319"/>
              <a:gd name="connsiteY1" fmla="*/ 18791 h 376203"/>
              <a:gd name="connsiteX2" fmla="*/ 0 w 1254319"/>
              <a:gd name="connsiteY2" fmla="*/ 0 h 376203"/>
              <a:gd name="connsiteX3" fmla="*/ 0 w 1254319"/>
              <a:gd name="connsiteY3" fmla="*/ 0 h 376203"/>
              <a:gd name="connsiteX4" fmla="*/ 1245812 w 1254319"/>
              <a:gd name="connsiteY4" fmla="*/ 376203 h 376203"/>
              <a:gd name="connsiteX5" fmla="*/ 1252796 w 1254319"/>
              <a:gd name="connsiteY5" fmla="*/ 370617 h 376203"/>
            </a:gdLst>
            <a:ahLst/>
            <a:cxnLst/>
            <a:rect l="l" t="t" r="r" b="b"/>
            <a:pathLst>
              <a:path w="1254319" h="376203">
                <a:moveTo>
                  <a:pt x="1254319" y="368585"/>
                </a:moveTo>
                <a:lnTo>
                  <a:pt x="94083" y="18791"/>
                </a:lnTo>
                <a:lnTo>
                  <a:pt x="0" y="0"/>
                </a:lnTo>
                <a:lnTo>
                  <a:pt x="0" y="0"/>
                </a:lnTo>
                <a:lnTo>
                  <a:pt x="1245812" y="376203"/>
                </a:lnTo>
                <a:lnTo>
                  <a:pt x="1252796" y="370617"/>
                </a:lnTo>
                <a:close/>
              </a:path>
            </a:pathLst>
          </a:custGeom>
          <a:solidFill>
            <a:srgbClr val="000000"/>
          </a:solidFill>
          <a:ln w="12690" cap="flat">
            <a:noFill/>
            <a:prstDash val="solid"/>
            <a:miter/>
          </a:ln>
        </p:spPr>
        <p:txBody>
          <a:bodyPr anchor="ctr"/>
          <a:lstStyle/>
          <a:p>
            <a:pPr>
              <a:buNone/>
            </a:pPr>
            <a:endParaRPr/>
          </a:p>
        </p:txBody>
      </p:sp>
      <p:sp>
        <p:nvSpPr>
          <p:cNvPr id="393" name="Freeform: Shape 392">
            <a:extLst>
              <a:ext uri="{FF2B5EF4-FFF2-40B4-BE49-F238E27FC236}">
                <a16:creationId xmlns:a16="http://schemas.microsoft.com/office/drawing/2014/main" id="{B4DC022F-579E-4B12-B487-8A72406EFF04}"/>
              </a:ext>
            </a:extLst>
          </p:cNvPr>
          <p:cNvSpPr>
            <a:spLocks noGrp="1"/>
          </p:cNvSpPr>
          <p:nvPr/>
        </p:nvSpPr>
        <p:spPr>
          <a:xfrm>
            <a:off x="10398829" y="1549367"/>
            <a:ext cx="141315" cy="107287"/>
          </a:xfrm>
          <a:custGeom>
            <a:avLst/>
            <a:gdLst>
              <a:gd name="connsiteX0" fmla="*/ 139665 w 141315"/>
              <a:gd name="connsiteY0" fmla="*/ 2032 h 107287"/>
              <a:gd name="connsiteX1" fmla="*/ 129254 w 141315"/>
              <a:gd name="connsiteY1" fmla="*/ 0 h 107287"/>
              <a:gd name="connsiteX2" fmla="*/ 2285 w 141315"/>
              <a:gd name="connsiteY2" fmla="*/ 102716 h 107287"/>
              <a:gd name="connsiteX3" fmla="*/ 0 w 141315"/>
              <a:gd name="connsiteY3" fmla="*/ 104621 h 107287"/>
              <a:gd name="connsiteX4" fmla="*/ 0 w 141315"/>
              <a:gd name="connsiteY4" fmla="*/ 104621 h 107287"/>
              <a:gd name="connsiteX5" fmla="*/ 1016 w 141315"/>
              <a:gd name="connsiteY5" fmla="*/ 104621 h 107287"/>
              <a:gd name="connsiteX6" fmla="*/ 1905 w 141315"/>
              <a:gd name="connsiteY6" fmla="*/ 104621 h 107287"/>
              <a:gd name="connsiteX7" fmla="*/ 5587 w 141315"/>
              <a:gd name="connsiteY7" fmla="*/ 104621 h 107287"/>
              <a:gd name="connsiteX8" fmla="*/ 14347 w 141315"/>
              <a:gd name="connsiteY8" fmla="*/ 107287 h 107287"/>
              <a:gd name="connsiteX9" fmla="*/ 141316 w 141315"/>
              <a:gd name="connsiteY9" fmla="*/ 3555 h 107287"/>
              <a:gd name="connsiteX10" fmla="*/ 138776 w 141315"/>
              <a:gd name="connsiteY10" fmla="*/ 3555 h 107287"/>
            </a:gdLst>
            <a:ahLst/>
            <a:cxnLst/>
            <a:rect l="l" t="t" r="r" b="b"/>
            <a:pathLst>
              <a:path w="141315" h="107287">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w="12690" cap="flat">
            <a:noFill/>
            <a:prstDash val="solid"/>
            <a:miter/>
          </a:ln>
        </p:spPr>
        <p:txBody>
          <a:bodyPr anchor="ctr"/>
          <a:lstStyle/>
          <a:p>
            <a:pPr>
              <a:buNone/>
            </a:pPr>
            <a:endParaRPr/>
          </a:p>
        </p:txBody>
      </p:sp>
      <p:sp>
        <p:nvSpPr>
          <p:cNvPr id="433" name="Freeform: Shape 432">
            <a:extLst>
              <a:ext uri="{FF2B5EF4-FFF2-40B4-BE49-F238E27FC236}">
                <a16:creationId xmlns:a16="http://schemas.microsoft.com/office/drawing/2014/main" id="{17DF473D-3984-4FF9-9D10-AF6D336F38E1}"/>
              </a:ext>
            </a:extLst>
          </p:cNvPr>
          <p:cNvSpPr>
            <a:spLocks noGrp="1"/>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 name="connsiteX4" fmla="*/ 0 w 12696"/>
              <a:gd name="connsiteY4" fmla="*/ 0 h 12696"/>
            </a:gdLst>
            <a:ahLst/>
            <a:cxnLst/>
            <a:rect l="l" t="t" r="r" b="b"/>
            <a:pathLst>
              <a:path w="12696" h="12696">
                <a:moveTo>
                  <a:pt x="0" y="0"/>
                </a:moveTo>
                <a:lnTo>
                  <a:pt x="0" y="0"/>
                </a:lnTo>
                <a:lnTo>
                  <a:pt x="0" y="0"/>
                </a:ln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34" name="Freeform: Shape 433">
            <a:extLst>
              <a:ext uri="{FF2B5EF4-FFF2-40B4-BE49-F238E27FC236}">
                <a16:creationId xmlns:a16="http://schemas.microsoft.com/office/drawing/2014/main" id="{2BDD9C9C-12DE-48F1-AA54-D352BA07816F}"/>
              </a:ext>
            </a:extLst>
          </p:cNvPr>
          <p:cNvSpPr>
            <a:spLocks noGrp="1"/>
          </p:cNvSpPr>
          <p:nvPr/>
        </p:nvSpPr>
        <p:spPr>
          <a:xfrm>
            <a:off x="6538232" y="1559397"/>
            <a:ext cx="55866" cy="95352"/>
          </a:xfrm>
          <a:custGeom>
            <a:avLst/>
            <a:gdLst>
              <a:gd name="connsiteX0" fmla="*/ 51295 w 55866"/>
              <a:gd name="connsiteY0" fmla="*/ 6221 h 95352"/>
              <a:gd name="connsiteX1" fmla="*/ 45835 w 55866"/>
              <a:gd name="connsiteY1" fmla="*/ 1283 h 95352"/>
              <a:gd name="connsiteX2" fmla="*/ 45835 w 55866"/>
              <a:gd name="connsiteY2" fmla="*/ 1270 h 95352"/>
              <a:gd name="connsiteX3" fmla="*/ 45835 w 55866"/>
              <a:gd name="connsiteY3" fmla="*/ 0 h 95352"/>
              <a:gd name="connsiteX4" fmla="*/ 762 w 55866"/>
              <a:gd name="connsiteY4" fmla="*/ 74149 h 95352"/>
              <a:gd name="connsiteX5" fmla="*/ 762 w 55866"/>
              <a:gd name="connsiteY5" fmla="*/ 93194 h 95352"/>
              <a:gd name="connsiteX6" fmla="*/ 762 w 55866"/>
              <a:gd name="connsiteY6" fmla="*/ 93194 h 95352"/>
              <a:gd name="connsiteX7" fmla="*/ 762 w 55866"/>
              <a:gd name="connsiteY7" fmla="*/ 93829 h 95352"/>
              <a:gd name="connsiteX8" fmla="*/ 0 w 55866"/>
              <a:gd name="connsiteY8" fmla="*/ 95352 h 95352"/>
              <a:gd name="connsiteX9" fmla="*/ 0 w 55866"/>
              <a:gd name="connsiteY9" fmla="*/ 95352 h 95352"/>
              <a:gd name="connsiteX10" fmla="*/ 55866 w 55866"/>
              <a:gd name="connsiteY10" fmla="*/ 3428 h 95352"/>
              <a:gd name="connsiteX11" fmla="*/ 55866 w 55866"/>
              <a:gd name="connsiteY11" fmla="*/ 3428 h 95352"/>
              <a:gd name="connsiteX12" fmla="*/ 51295 w 55866"/>
              <a:gd name="connsiteY12" fmla="*/ 6221 h 95352"/>
            </a:gdLst>
            <a:ahLst/>
            <a:cxnLst/>
            <a:rect l="l" t="t" r="r" b="b"/>
            <a:pathLst>
              <a:path w="55866" h="95352">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w="12690" cap="flat">
            <a:noFill/>
            <a:prstDash val="solid"/>
            <a:miter/>
          </a:ln>
        </p:spPr>
        <p:txBody>
          <a:bodyPr anchor="ctr"/>
          <a:lstStyle/>
          <a:p>
            <a:pPr>
              <a:buNone/>
            </a:pPr>
            <a:endParaRPr/>
          </a:p>
        </p:txBody>
      </p:sp>
      <p:sp>
        <p:nvSpPr>
          <p:cNvPr id="435" name="Freeform: Shape 434">
            <a:extLst>
              <a:ext uri="{FF2B5EF4-FFF2-40B4-BE49-F238E27FC236}">
                <a16:creationId xmlns:a16="http://schemas.microsoft.com/office/drawing/2014/main" id="{75B1A7F1-ACDA-4ADF-9518-AEEF6C64CF2E}"/>
              </a:ext>
            </a:extLst>
          </p:cNvPr>
          <p:cNvSpPr>
            <a:spLocks noGrp="1"/>
          </p:cNvSpPr>
          <p:nvPr/>
        </p:nvSpPr>
        <p:spPr>
          <a:xfrm>
            <a:off x="6533534" y="1657543"/>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rect l="l" t="t" r="r" b="b"/>
            <a:pathLst>
              <a:path w="12696" h="12696">
                <a:moveTo>
                  <a:pt x="0" y="0"/>
                </a:moveTo>
                <a:lnTo>
                  <a:pt x="0" y="0"/>
                </a:ln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36" name="Freeform: Shape 435">
            <a:extLst>
              <a:ext uri="{FF2B5EF4-FFF2-40B4-BE49-F238E27FC236}">
                <a16:creationId xmlns:a16="http://schemas.microsoft.com/office/drawing/2014/main" id="{211A2F32-4BAA-4F37-B227-0C426F1461E8}"/>
              </a:ext>
            </a:extLst>
          </p:cNvPr>
          <p:cNvSpPr>
            <a:spLocks noGrp="1"/>
          </p:cNvSpPr>
          <p:nvPr/>
        </p:nvSpPr>
        <p:spPr>
          <a:xfrm>
            <a:off x="5723731" y="1513308"/>
            <a:ext cx="809803" cy="144494"/>
          </a:xfrm>
          <a:custGeom>
            <a:avLst/>
            <a:gdLst>
              <a:gd name="connsiteX0" fmla="*/ 804471 w 809803"/>
              <a:gd name="connsiteY0" fmla="*/ 139283 h 144494"/>
              <a:gd name="connsiteX1" fmla="*/ 804471 w 809803"/>
              <a:gd name="connsiteY1" fmla="*/ 133442 h 144494"/>
              <a:gd name="connsiteX2" fmla="*/ 6856 w 809803"/>
              <a:gd name="connsiteY2" fmla="*/ 0 h 144494"/>
              <a:gd name="connsiteX3" fmla="*/ 6856 w 809803"/>
              <a:gd name="connsiteY3" fmla="*/ 4063 h 144494"/>
              <a:gd name="connsiteX4" fmla="*/ 1663 w 809803"/>
              <a:gd name="connsiteY4" fmla="*/ 9015 h 144494"/>
              <a:gd name="connsiteX5" fmla="*/ 1524 w 809803"/>
              <a:gd name="connsiteY5" fmla="*/ 9015 h 144494"/>
              <a:gd name="connsiteX6" fmla="*/ 0 w 809803"/>
              <a:gd name="connsiteY6" fmla="*/ 9015 h 144494"/>
              <a:gd name="connsiteX7" fmla="*/ 0 w 809803"/>
              <a:gd name="connsiteY7" fmla="*/ 9015 h 144494"/>
              <a:gd name="connsiteX8" fmla="*/ 808915 w 809803"/>
              <a:gd name="connsiteY8" fmla="*/ 144489 h 144494"/>
              <a:gd name="connsiteX9" fmla="*/ 809804 w 809803"/>
              <a:gd name="connsiteY9" fmla="*/ 144489 h 144494"/>
              <a:gd name="connsiteX10" fmla="*/ 804471 w 809803"/>
              <a:gd name="connsiteY10" fmla="*/ 139677 h 144494"/>
              <a:gd name="connsiteX11" fmla="*/ 804471 w 809803"/>
              <a:gd name="connsiteY11" fmla="*/ 139283 h 144494"/>
            </a:gdLst>
            <a:ahLst/>
            <a:cxnLst/>
            <a:rect l="l" t="t" r="r" b="b"/>
            <a:pathLst>
              <a:path w="809803" h="144494">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w="12690" cap="flat">
            <a:noFill/>
            <a:prstDash val="solid"/>
            <a:miter/>
          </a:ln>
        </p:spPr>
        <p:txBody>
          <a:bodyPr anchor="ctr"/>
          <a:lstStyle/>
          <a:p>
            <a:pPr>
              <a:buNone/>
            </a:pPr>
            <a:endParaRPr/>
          </a:p>
        </p:txBody>
      </p:sp>
      <p:sp>
        <p:nvSpPr>
          <p:cNvPr id="437" name="Freeform: Shape 436">
            <a:extLst>
              <a:ext uri="{FF2B5EF4-FFF2-40B4-BE49-F238E27FC236}">
                <a16:creationId xmlns:a16="http://schemas.microsoft.com/office/drawing/2014/main" id="{D42139D6-10F7-4F8F-9156-A968422AF2C5}"/>
              </a:ext>
            </a:extLst>
          </p:cNvPr>
          <p:cNvSpPr>
            <a:spLocks noGrp="1"/>
          </p:cNvSpPr>
          <p:nvPr/>
        </p:nvSpPr>
        <p:spPr>
          <a:xfrm>
            <a:off x="6538867" y="1653480"/>
            <a:ext cx="12696" cy="634"/>
          </a:xfrm>
          <a:custGeom>
            <a:avLst/>
            <a:gdLst>
              <a:gd name="connsiteX0" fmla="*/ 0 w 12696"/>
              <a:gd name="connsiteY0" fmla="*/ 0 h 634"/>
              <a:gd name="connsiteX1" fmla="*/ 0 w 12696"/>
              <a:gd name="connsiteY1" fmla="*/ 0 h 634"/>
              <a:gd name="connsiteX2" fmla="*/ 0 w 12696"/>
              <a:gd name="connsiteY2" fmla="*/ 635 h 634"/>
            </a:gdLst>
            <a:ahLst/>
            <a:cxnLst/>
            <a:rect l="l" t="t" r="r" b="b"/>
            <a:pathLst>
              <a:path w="12696" h="634">
                <a:moveTo>
                  <a:pt x="0" y="0"/>
                </a:moveTo>
                <a:lnTo>
                  <a:pt x="0" y="0"/>
                </a:lnTo>
                <a:cubicBezTo>
                  <a:pt x="0" y="0"/>
                  <a:pt x="0" y="0"/>
                  <a:pt x="0" y="635"/>
                </a:cubicBezTo>
                <a:close/>
              </a:path>
            </a:pathLst>
          </a:custGeom>
          <a:solidFill>
            <a:srgbClr val="000000"/>
          </a:solidFill>
          <a:ln w="12690" cap="flat">
            <a:noFill/>
            <a:prstDash val="solid"/>
            <a:miter/>
          </a:ln>
        </p:spPr>
        <p:txBody>
          <a:bodyPr anchor="ctr"/>
          <a:lstStyle/>
          <a:p>
            <a:pPr>
              <a:buNone/>
            </a:pPr>
            <a:endParaRPr/>
          </a:p>
        </p:txBody>
      </p:sp>
      <p:sp>
        <p:nvSpPr>
          <p:cNvPr id="438" name="Freeform: Shape 437">
            <a:extLst>
              <a:ext uri="{FF2B5EF4-FFF2-40B4-BE49-F238E27FC236}">
                <a16:creationId xmlns:a16="http://schemas.microsoft.com/office/drawing/2014/main" id="{73A866ED-C782-4108-91FC-D73C5CFA59C3}"/>
              </a:ext>
            </a:extLst>
          </p:cNvPr>
          <p:cNvSpPr>
            <a:spLocks noGrp="1"/>
          </p:cNvSpPr>
          <p:nvPr/>
        </p:nvSpPr>
        <p:spPr>
          <a:xfrm>
            <a:off x="5720372" y="1411608"/>
            <a:ext cx="56" cy="888"/>
          </a:xfrm>
          <a:custGeom>
            <a:avLst/>
            <a:gdLst>
              <a:gd name="connsiteX0" fmla="*/ 57 w 56"/>
              <a:gd name="connsiteY0" fmla="*/ 0 h 888"/>
              <a:gd name="connsiteX1" fmla="*/ 57 w 56"/>
              <a:gd name="connsiteY1" fmla="*/ 889 h 888"/>
              <a:gd name="connsiteX2" fmla="*/ 57 w 56"/>
              <a:gd name="connsiteY2" fmla="*/ 889 h 888"/>
            </a:gdLst>
            <a:ahLst/>
            <a:cxnLst/>
            <a:rect l="l" t="t" r="r" b="b"/>
            <a:pathLst>
              <a:path w="56" h="888">
                <a:moveTo>
                  <a:pt x="57" y="0"/>
                </a:moveTo>
                <a:cubicBezTo>
                  <a:pt x="-19" y="292"/>
                  <a:pt x="-19" y="597"/>
                  <a:pt x="57" y="889"/>
                </a:cubicBezTo>
                <a:lnTo>
                  <a:pt x="57" y="889"/>
                </a:lnTo>
                <a:close/>
              </a:path>
            </a:pathLst>
          </a:custGeom>
          <a:solidFill>
            <a:srgbClr val="000000"/>
          </a:solidFill>
          <a:ln w="12690" cap="flat">
            <a:noFill/>
            <a:prstDash val="solid"/>
            <a:miter/>
          </a:ln>
        </p:spPr>
        <p:txBody>
          <a:bodyPr anchor="ctr"/>
          <a:lstStyle/>
          <a:p>
            <a:pPr>
              <a:buNone/>
            </a:pPr>
            <a:endParaRPr/>
          </a:p>
        </p:txBody>
      </p:sp>
      <p:sp>
        <p:nvSpPr>
          <p:cNvPr id="439" name="Freeform: Shape 438">
            <a:extLst>
              <a:ext uri="{FF2B5EF4-FFF2-40B4-BE49-F238E27FC236}">
                <a16:creationId xmlns:a16="http://schemas.microsoft.com/office/drawing/2014/main" id="{3CE5462E-9E0C-4F8C-84B0-315D69C0A83E}"/>
              </a:ext>
            </a:extLst>
          </p:cNvPr>
          <p:cNvSpPr>
            <a:spLocks noGrp="1"/>
          </p:cNvSpPr>
          <p:nvPr/>
        </p:nvSpPr>
        <p:spPr>
          <a:xfrm>
            <a:off x="5720645" y="1414274"/>
            <a:ext cx="9941" cy="107336"/>
          </a:xfrm>
          <a:custGeom>
            <a:avLst/>
            <a:gdLst>
              <a:gd name="connsiteX0" fmla="*/ 9942 w 9941"/>
              <a:gd name="connsiteY0" fmla="*/ 103097 h 107336"/>
              <a:gd name="connsiteX1" fmla="*/ 9942 w 9941"/>
              <a:gd name="connsiteY1" fmla="*/ 5459 h 107336"/>
              <a:gd name="connsiteX2" fmla="*/ 3594 w 9941"/>
              <a:gd name="connsiteY2" fmla="*/ 4444 h 107336"/>
              <a:gd name="connsiteX3" fmla="*/ 1816 w 9941"/>
              <a:gd name="connsiteY3" fmla="*/ 3809 h 107336"/>
              <a:gd name="connsiteX4" fmla="*/ 1816 w 9941"/>
              <a:gd name="connsiteY4" fmla="*/ 3809 h 107336"/>
              <a:gd name="connsiteX5" fmla="*/ 800 w 9941"/>
              <a:gd name="connsiteY5" fmla="*/ 2920 h 107336"/>
              <a:gd name="connsiteX6" fmla="*/ 800 w 9941"/>
              <a:gd name="connsiteY6" fmla="*/ 2920 h 107336"/>
              <a:gd name="connsiteX7" fmla="*/ 800 w 9941"/>
              <a:gd name="connsiteY7" fmla="*/ 2920 h 107336"/>
              <a:gd name="connsiteX8" fmla="*/ 38 w 9941"/>
              <a:gd name="connsiteY8" fmla="*/ 1396 h 107336"/>
              <a:gd name="connsiteX9" fmla="*/ 38 w 9941"/>
              <a:gd name="connsiteY9" fmla="*/ 0 h 107336"/>
              <a:gd name="connsiteX10" fmla="*/ 38 w 9941"/>
              <a:gd name="connsiteY10" fmla="*/ 0 h 107336"/>
              <a:gd name="connsiteX11" fmla="*/ 38 w 9941"/>
              <a:gd name="connsiteY11" fmla="*/ 103478 h 107336"/>
              <a:gd name="connsiteX12" fmla="*/ 38 w 9941"/>
              <a:gd name="connsiteY12" fmla="*/ 104113 h 107336"/>
              <a:gd name="connsiteX13" fmla="*/ 38 w 9941"/>
              <a:gd name="connsiteY13" fmla="*/ 105002 h 107336"/>
              <a:gd name="connsiteX14" fmla="*/ 38 w 9941"/>
              <a:gd name="connsiteY14" fmla="*/ 105890 h 107336"/>
              <a:gd name="connsiteX15" fmla="*/ 38 w 9941"/>
              <a:gd name="connsiteY15" fmla="*/ 106652 h 107336"/>
              <a:gd name="connsiteX16" fmla="*/ 800 w 9941"/>
              <a:gd name="connsiteY16" fmla="*/ 107287 h 107336"/>
              <a:gd name="connsiteX17" fmla="*/ 1689 w 9941"/>
              <a:gd name="connsiteY17" fmla="*/ 107287 h 107336"/>
              <a:gd name="connsiteX18" fmla="*/ 2705 w 9941"/>
              <a:gd name="connsiteY18" fmla="*/ 107287 h 107336"/>
              <a:gd name="connsiteX19" fmla="*/ 4228 w 9941"/>
              <a:gd name="connsiteY19" fmla="*/ 107287 h 107336"/>
              <a:gd name="connsiteX20" fmla="*/ 9942 w 9941"/>
              <a:gd name="connsiteY20" fmla="*/ 103097 h 107336"/>
            </a:gdLst>
            <a:ahLst/>
            <a:cxnLst/>
            <a:rect l="l" t="t" r="r" b="b"/>
            <a:pathLst>
              <a:path w="9941" h="107336">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w="12690" cap="flat">
            <a:noFill/>
            <a:prstDash val="solid"/>
            <a:miter/>
          </a:ln>
        </p:spPr>
        <p:txBody>
          <a:bodyPr anchor="ctr"/>
          <a:lstStyle/>
          <a:p>
            <a:pPr>
              <a:buNone/>
            </a:pPr>
            <a:endParaRPr/>
          </a:p>
        </p:txBody>
      </p:sp>
      <p:sp>
        <p:nvSpPr>
          <p:cNvPr id="440" name="Freeform: Shape 439">
            <a:extLst>
              <a:ext uri="{FF2B5EF4-FFF2-40B4-BE49-F238E27FC236}">
                <a16:creationId xmlns:a16="http://schemas.microsoft.com/office/drawing/2014/main" id="{1AB001F1-2469-44A1-928B-F59DD18655B7}"/>
              </a:ext>
            </a:extLst>
          </p:cNvPr>
          <p:cNvSpPr>
            <a:spLocks noGrp="1"/>
          </p:cNvSpPr>
          <p:nvPr/>
        </p:nvSpPr>
        <p:spPr>
          <a:xfrm>
            <a:off x="5719826" y="1413005"/>
            <a:ext cx="95" cy="1650"/>
          </a:xfrm>
          <a:custGeom>
            <a:avLst/>
            <a:gdLst>
              <a:gd name="connsiteX0" fmla="*/ 95 w 95"/>
              <a:gd name="connsiteY0" fmla="*/ 0 h 1650"/>
              <a:gd name="connsiteX1" fmla="*/ 95 w 95"/>
              <a:gd name="connsiteY1" fmla="*/ 1651 h 1650"/>
              <a:gd name="connsiteX2" fmla="*/ 95 w 95"/>
              <a:gd name="connsiteY2" fmla="*/ 0 h 1650"/>
            </a:gdLst>
            <a:ahLst/>
            <a:cxnLst/>
            <a:rect l="l" t="t" r="r" b="b"/>
            <a:pathLst>
              <a:path w="95" h="1650">
                <a:moveTo>
                  <a:pt x="95" y="0"/>
                </a:moveTo>
                <a:lnTo>
                  <a:pt x="95" y="1651"/>
                </a:lnTo>
                <a:cubicBezTo>
                  <a:pt x="-32" y="1105"/>
                  <a:pt x="-32" y="546"/>
                  <a:pt x="95" y="0"/>
                </a:cubicBezTo>
                <a:close/>
              </a:path>
            </a:pathLst>
          </a:custGeom>
          <a:solidFill>
            <a:srgbClr val="000000"/>
          </a:solidFill>
          <a:ln w="12690" cap="flat">
            <a:noFill/>
            <a:prstDash val="solid"/>
            <a:miter/>
          </a:ln>
        </p:spPr>
        <p:txBody>
          <a:bodyPr anchor="ctr"/>
          <a:lstStyle/>
          <a:p>
            <a:pPr>
              <a:buNone/>
            </a:pPr>
            <a:endParaRPr/>
          </a:p>
        </p:txBody>
      </p:sp>
      <p:sp>
        <p:nvSpPr>
          <p:cNvPr id="441" name="Freeform: Shape 440">
            <a:extLst>
              <a:ext uri="{FF2B5EF4-FFF2-40B4-BE49-F238E27FC236}">
                <a16:creationId xmlns:a16="http://schemas.microsoft.com/office/drawing/2014/main" id="{6F85ED7D-9490-4930-911A-836F995D0267}"/>
              </a:ext>
            </a:extLst>
          </p:cNvPr>
          <p:cNvSpPr>
            <a:spLocks noGrp="1"/>
          </p:cNvSpPr>
          <p:nvPr/>
        </p:nvSpPr>
        <p:spPr>
          <a:xfrm>
            <a:off x="5722334" y="1417956"/>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442" name="Freeform: Shape 441">
            <a:extLst>
              <a:ext uri="{FF2B5EF4-FFF2-40B4-BE49-F238E27FC236}">
                <a16:creationId xmlns:a16="http://schemas.microsoft.com/office/drawing/2014/main" id="{B31BB379-A8AC-48A4-AA8A-ABF0911F3018}"/>
              </a:ext>
            </a:extLst>
          </p:cNvPr>
          <p:cNvSpPr>
            <a:spLocks noGrp="1"/>
          </p:cNvSpPr>
          <p:nvPr/>
        </p:nvSpPr>
        <p:spPr>
          <a:xfrm>
            <a:off x="5720683" y="1303051"/>
            <a:ext cx="82275" cy="108175"/>
          </a:xfrm>
          <a:custGeom>
            <a:avLst/>
            <a:gdLst>
              <a:gd name="connsiteX0" fmla="*/ 5460 w 82275"/>
              <a:gd name="connsiteY0" fmla="*/ 106018 h 108175"/>
              <a:gd name="connsiteX1" fmla="*/ 13332 w 82275"/>
              <a:gd name="connsiteY1" fmla="*/ 107287 h 108175"/>
              <a:gd name="connsiteX2" fmla="*/ 82276 w 82275"/>
              <a:gd name="connsiteY2" fmla="*/ 8253 h 108175"/>
              <a:gd name="connsiteX3" fmla="*/ 78593 w 82275"/>
              <a:gd name="connsiteY3" fmla="*/ 7491 h 108175"/>
              <a:gd name="connsiteX4" fmla="*/ 74366 w 82275"/>
              <a:gd name="connsiteY4" fmla="*/ 1917 h 108175"/>
              <a:gd name="connsiteX5" fmla="*/ 74404 w 82275"/>
              <a:gd name="connsiteY5" fmla="*/ 1651 h 108175"/>
              <a:gd name="connsiteX6" fmla="*/ 75165 w 82275"/>
              <a:gd name="connsiteY6" fmla="*/ 0 h 108175"/>
              <a:gd name="connsiteX7" fmla="*/ 75165 w 82275"/>
              <a:gd name="connsiteY7" fmla="*/ 0 h 108175"/>
              <a:gd name="connsiteX8" fmla="*/ 0 w 82275"/>
              <a:gd name="connsiteY8" fmla="*/ 108176 h 108175"/>
              <a:gd name="connsiteX9" fmla="*/ 0 w 82275"/>
              <a:gd name="connsiteY9" fmla="*/ 108176 h 108175"/>
              <a:gd name="connsiteX10" fmla="*/ 0 w 82275"/>
              <a:gd name="connsiteY10" fmla="*/ 108176 h 108175"/>
              <a:gd name="connsiteX11" fmla="*/ 5460 w 82275"/>
              <a:gd name="connsiteY11" fmla="*/ 106018 h 108175"/>
            </a:gdLst>
            <a:ahLst/>
            <a:cxnLst/>
            <a:rect l="l" t="t" r="r" b="b"/>
            <a:pathLst>
              <a:path w="82275" h="1081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w="12690" cap="flat">
            <a:noFill/>
            <a:prstDash val="solid"/>
            <a:miter/>
          </a:ln>
        </p:spPr>
        <p:txBody>
          <a:bodyPr anchor="ctr"/>
          <a:lstStyle/>
          <a:p>
            <a:pPr>
              <a:buNone/>
            </a:pPr>
            <a:endParaRPr/>
          </a:p>
        </p:txBody>
      </p:sp>
      <p:sp>
        <p:nvSpPr>
          <p:cNvPr id="443" name="Freeform: Shape 442">
            <a:extLst>
              <a:ext uri="{FF2B5EF4-FFF2-40B4-BE49-F238E27FC236}">
                <a16:creationId xmlns:a16="http://schemas.microsoft.com/office/drawing/2014/main" id="{B7A269DC-C4C1-480F-B7FD-3E51547EDA3A}"/>
              </a:ext>
            </a:extLst>
          </p:cNvPr>
          <p:cNvSpPr>
            <a:spLocks noGrp="1"/>
          </p:cNvSpPr>
          <p:nvPr/>
        </p:nvSpPr>
        <p:spPr>
          <a:xfrm>
            <a:off x="6592955" y="14533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44" name="Freeform: Shape 443">
            <a:extLst>
              <a:ext uri="{FF2B5EF4-FFF2-40B4-BE49-F238E27FC236}">
                <a16:creationId xmlns:a16="http://schemas.microsoft.com/office/drawing/2014/main" id="{4166CAC5-EB0F-4AFF-9FBC-91C3549591E5}"/>
              </a:ext>
            </a:extLst>
          </p:cNvPr>
          <p:cNvSpPr>
            <a:spLocks noGrp="1"/>
          </p:cNvSpPr>
          <p:nvPr/>
        </p:nvSpPr>
        <p:spPr>
          <a:xfrm>
            <a:off x="6595368" y="1456681"/>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445" name="Freeform: Shape 444">
            <a:extLst>
              <a:ext uri="{FF2B5EF4-FFF2-40B4-BE49-F238E27FC236}">
                <a16:creationId xmlns:a16="http://schemas.microsoft.com/office/drawing/2014/main" id="{546BAE84-FF27-4080-8B20-469BE53CDA6B}"/>
              </a:ext>
            </a:extLst>
          </p:cNvPr>
          <p:cNvSpPr>
            <a:spLocks noGrp="1"/>
          </p:cNvSpPr>
          <p:nvPr/>
        </p:nvSpPr>
        <p:spPr>
          <a:xfrm>
            <a:off x="6594225" y="145465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46" name="Freeform: Shape 445">
            <a:extLst>
              <a:ext uri="{FF2B5EF4-FFF2-40B4-BE49-F238E27FC236}">
                <a16:creationId xmlns:a16="http://schemas.microsoft.com/office/drawing/2014/main" id="{950F0C00-B7AC-437C-B000-7A5F496295DB}"/>
              </a:ext>
            </a:extLst>
          </p:cNvPr>
          <p:cNvSpPr>
            <a:spLocks noGrp="1"/>
          </p:cNvSpPr>
          <p:nvPr/>
        </p:nvSpPr>
        <p:spPr>
          <a:xfrm>
            <a:off x="5794960" y="1302543"/>
            <a:ext cx="795328" cy="158074"/>
          </a:xfrm>
          <a:custGeom>
            <a:avLst/>
            <a:gdLst>
              <a:gd name="connsiteX0" fmla="*/ 4317 w 795328"/>
              <a:gd name="connsiteY0" fmla="*/ 7999 h 158074"/>
              <a:gd name="connsiteX1" fmla="*/ 7999 w 795328"/>
              <a:gd name="connsiteY1" fmla="*/ 8761 h 158074"/>
              <a:gd name="connsiteX2" fmla="*/ 786315 w 795328"/>
              <a:gd name="connsiteY2" fmla="*/ 158074 h 158074"/>
              <a:gd name="connsiteX3" fmla="*/ 789742 w 795328"/>
              <a:gd name="connsiteY3" fmla="*/ 152234 h 158074"/>
              <a:gd name="connsiteX4" fmla="*/ 789742 w 795328"/>
              <a:gd name="connsiteY4" fmla="*/ 152234 h 158074"/>
              <a:gd name="connsiteX5" fmla="*/ 790504 w 795328"/>
              <a:gd name="connsiteY5" fmla="*/ 151472 h 158074"/>
              <a:gd name="connsiteX6" fmla="*/ 791393 w 795328"/>
              <a:gd name="connsiteY6" fmla="*/ 151472 h 158074"/>
              <a:gd name="connsiteX7" fmla="*/ 792155 w 795328"/>
              <a:gd name="connsiteY7" fmla="*/ 151472 h 158074"/>
              <a:gd name="connsiteX8" fmla="*/ 793298 w 795328"/>
              <a:gd name="connsiteY8" fmla="*/ 151472 h 158074"/>
              <a:gd name="connsiteX9" fmla="*/ 794314 w 795328"/>
              <a:gd name="connsiteY9" fmla="*/ 151472 h 158074"/>
              <a:gd name="connsiteX10" fmla="*/ 795329 w 795328"/>
              <a:gd name="connsiteY10" fmla="*/ 151472 h 158074"/>
              <a:gd name="connsiteX11" fmla="*/ 795329 w 795328"/>
              <a:gd name="connsiteY11" fmla="*/ 151472 h 158074"/>
              <a:gd name="connsiteX12" fmla="*/ 6222 w 795328"/>
              <a:gd name="connsiteY12" fmla="*/ 0 h 158074"/>
              <a:gd name="connsiteX13" fmla="*/ 4190 w 795328"/>
              <a:gd name="connsiteY13" fmla="*/ 0 h 158074"/>
              <a:gd name="connsiteX14" fmla="*/ 2286 w 795328"/>
              <a:gd name="connsiteY14" fmla="*/ 762 h 158074"/>
              <a:gd name="connsiteX15" fmla="*/ 2286 w 795328"/>
              <a:gd name="connsiteY15" fmla="*/ 762 h 158074"/>
              <a:gd name="connsiteX16" fmla="*/ 1397 w 795328"/>
              <a:gd name="connsiteY16" fmla="*/ 1524 h 158074"/>
              <a:gd name="connsiteX17" fmla="*/ 762 w 795328"/>
              <a:gd name="connsiteY17" fmla="*/ 2159 h 158074"/>
              <a:gd name="connsiteX18" fmla="*/ 0 w 795328"/>
              <a:gd name="connsiteY18" fmla="*/ 3809 h 158074"/>
              <a:gd name="connsiteX19" fmla="*/ 4317 w 795328"/>
              <a:gd name="connsiteY19" fmla="*/ 7999 h 158074"/>
            </a:gdLst>
            <a:ahLst/>
            <a:cxnLst/>
            <a:rect l="l" t="t" r="r" b="b"/>
            <a:pathLst>
              <a:path w="795328" h="158074">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w="12690" cap="flat">
            <a:noFill/>
            <a:prstDash val="solid"/>
            <a:miter/>
          </a:ln>
        </p:spPr>
        <p:txBody>
          <a:bodyPr anchor="ctr"/>
          <a:lstStyle/>
          <a:p>
            <a:pPr>
              <a:buNone/>
            </a:pPr>
            <a:endParaRPr/>
          </a:p>
        </p:txBody>
      </p:sp>
      <p:sp>
        <p:nvSpPr>
          <p:cNvPr id="447" name="Freeform: Shape 446">
            <a:extLst>
              <a:ext uri="{FF2B5EF4-FFF2-40B4-BE49-F238E27FC236}">
                <a16:creationId xmlns:a16="http://schemas.microsoft.com/office/drawing/2014/main" id="{43691CF2-AAE3-426A-9B8F-2113504417EB}"/>
              </a:ext>
            </a:extLst>
          </p:cNvPr>
          <p:cNvSpPr>
            <a:spLocks noGrp="1"/>
          </p:cNvSpPr>
          <p:nvPr/>
        </p:nvSpPr>
        <p:spPr>
          <a:xfrm>
            <a:off x="6591050" y="1452745"/>
            <a:ext cx="761" cy="12696"/>
          </a:xfrm>
          <a:custGeom>
            <a:avLst/>
            <a:gdLst>
              <a:gd name="connsiteX0" fmla="*/ 762 w 761"/>
              <a:gd name="connsiteY0" fmla="*/ 0 h 12696"/>
              <a:gd name="connsiteX1" fmla="*/ 0 w 761"/>
              <a:gd name="connsiteY1" fmla="*/ 0 h 12696"/>
              <a:gd name="connsiteX2" fmla="*/ 0 w 761"/>
              <a:gd name="connsiteY2" fmla="*/ 0 h 12696"/>
            </a:gdLst>
            <a:ahLst/>
            <a:cxnLst/>
            <a:rect l="l" t="t" r="r" b="b"/>
            <a:pathLst>
              <a:path w="761" h="12696">
                <a:moveTo>
                  <a:pt x="762"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48" name="Freeform: Shape 447">
            <a:extLst>
              <a:ext uri="{FF2B5EF4-FFF2-40B4-BE49-F238E27FC236}">
                <a16:creationId xmlns:a16="http://schemas.microsoft.com/office/drawing/2014/main" id="{FA54988E-1663-4A89-93AB-5AA8A97BD3B5}"/>
              </a:ext>
            </a:extLst>
          </p:cNvPr>
          <p:cNvSpPr>
            <a:spLocks noGrp="1"/>
          </p:cNvSpPr>
          <p:nvPr/>
        </p:nvSpPr>
        <p:spPr>
          <a:xfrm>
            <a:off x="6593463" y="1453888"/>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49" name="Freeform: Shape 448">
            <a:extLst>
              <a:ext uri="{FF2B5EF4-FFF2-40B4-BE49-F238E27FC236}">
                <a16:creationId xmlns:a16="http://schemas.microsoft.com/office/drawing/2014/main" id="{96762854-B103-49F3-9871-B022A68CAB68}"/>
              </a:ext>
            </a:extLst>
          </p:cNvPr>
          <p:cNvSpPr>
            <a:spLocks noGrp="1"/>
          </p:cNvSpPr>
          <p:nvPr/>
        </p:nvSpPr>
        <p:spPr>
          <a:xfrm>
            <a:off x="6585210" y="1456554"/>
            <a:ext cx="10433" cy="109070"/>
          </a:xfrm>
          <a:custGeom>
            <a:avLst/>
            <a:gdLst>
              <a:gd name="connsiteX0" fmla="*/ 10157 w 10433"/>
              <a:gd name="connsiteY0" fmla="*/ 0 h 109070"/>
              <a:gd name="connsiteX1" fmla="*/ 10157 w 10433"/>
              <a:gd name="connsiteY1" fmla="*/ 2920 h 109070"/>
              <a:gd name="connsiteX2" fmla="*/ 0 w 10433"/>
              <a:gd name="connsiteY2" fmla="*/ 19680 h 109070"/>
              <a:gd name="connsiteX3" fmla="*/ 0 w 10433"/>
              <a:gd name="connsiteY3" fmla="*/ 104113 h 109070"/>
              <a:gd name="connsiteX4" fmla="*/ 5447 w 10433"/>
              <a:gd name="connsiteY4" fmla="*/ 109065 h 109070"/>
              <a:gd name="connsiteX5" fmla="*/ 5460 w 10433"/>
              <a:gd name="connsiteY5" fmla="*/ 109065 h 109070"/>
              <a:gd name="connsiteX6" fmla="*/ 10284 w 10433"/>
              <a:gd name="connsiteY6" fmla="*/ 106271 h 109070"/>
              <a:gd name="connsiteX7" fmla="*/ 10284 w 10433"/>
              <a:gd name="connsiteY7" fmla="*/ 105383 h 109070"/>
              <a:gd name="connsiteX8" fmla="*/ 10284 w 10433"/>
              <a:gd name="connsiteY8" fmla="*/ 104367 h 109070"/>
              <a:gd name="connsiteX9" fmla="*/ 10284 w 10433"/>
              <a:gd name="connsiteY9" fmla="*/ 635 h 109070"/>
              <a:gd name="connsiteX10" fmla="*/ 10284 w 10433"/>
              <a:gd name="connsiteY10" fmla="*/ 635 h 109070"/>
            </a:gdLst>
            <a:ahLst/>
            <a:cxnLst/>
            <a:rect l="l" t="t" r="r" b="b"/>
            <a:pathLst>
              <a:path w="10433" h="109070">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w="12690" cap="flat">
            <a:noFill/>
            <a:prstDash val="solid"/>
            <a:miter/>
          </a:ln>
        </p:spPr>
        <p:txBody>
          <a:bodyPr anchor="ctr"/>
          <a:lstStyle/>
          <a:p>
            <a:pPr>
              <a:buNone/>
            </a:pPr>
            <a:endParaRPr/>
          </a:p>
        </p:txBody>
      </p:sp>
      <p:sp>
        <p:nvSpPr>
          <p:cNvPr id="450" name="Freeform: Shape 449">
            <a:extLst>
              <a:ext uri="{FF2B5EF4-FFF2-40B4-BE49-F238E27FC236}">
                <a16:creationId xmlns:a16="http://schemas.microsoft.com/office/drawing/2014/main" id="{7D656834-BA1C-417A-9200-A295006E4626}"/>
              </a:ext>
            </a:extLst>
          </p:cNvPr>
          <p:cNvSpPr>
            <a:spLocks noGrp="1"/>
          </p:cNvSpPr>
          <p:nvPr/>
        </p:nvSpPr>
        <p:spPr>
          <a:xfrm>
            <a:off x="6594479" y="1454903"/>
            <a:ext cx="47" cy="635"/>
          </a:xfrm>
          <a:custGeom>
            <a:avLst/>
            <a:gdLst>
              <a:gd name="connsiteX0" fmla="*/ 0 w 47"/>
              <a:gd name="connsiteY0" fmla="*/ 635 h 635"/>
              <a:gd name="connsiteX1" fmla="*/ 0 w 47"/>
              <a:gd name="connsiteY1" fmla="*/ 0 h 635"/>
              <a:gd name="connsiteX2" fmla="*/ 0 w 47"/>
              <a:gd name="connsiteY2" fmla="*/ 0 h 635"/>
            </a:gdLst>
            <a:ahLst/>
            <a:cxnLst/>
            <a:rect l="l" t="t" r="r" b="b"/>
            <a:pathLst>
              <a:path w="47" h="635">
                <a:moveTo>
                  <a:pt x="0" y="635"/>
                </a:moveTo>
                <a:cubicBezTo>
                  <a:pt x="64" y="432"/>
                  <a:pt x="64" y="203"/>
                  <a:pt x="0" y="0"/>
                </a:cubicBezTo>
                <a:lnTo>
                  <a:pt x="0" y="0"/>
                </a:lnTo>
                <a:close/>
              </a:path>
            </a:pathLst>
          </a:custGeom>
          <a:solidFill>
            <a:srgbClr val="000000"/>
          </a:solidFill>
          <a:ln w="12690" cap="flat">
            <a:noFill/>
            <a:prstDash val="solid"/>
            <a:miter/>
          </a:ln>
        </p:spPr>
        <p:txBody>
          <a:bodyPr anchor="ctr"/>
          <a:lstStyle/>
          <a:p>
            <a:pPr>
              <a:buNone/>
            </a:pPr>
            <a:endParaRPr/>
          </a:p>
        </p:txBody>
      </p:sp>
      <p:sp>
        <p:nvSpPr>
          <p:cNvPr id="451" name="Freeform: Shape 450">
            <a:extLst>
              <a:ext uri="{FF2B5EF4-FFF2-40B4-BE49-F238E27FC236}">
                <a16:creationId xmlns:a16="http://schemas.microsoft.com/office/drawing/2014/main" id="{50DDDCEC-87D5-424A-9047-1C1A72065F18}"/>
              </a:ext>
            </a:extLst>
          </p:cNvPr>
          <p:cNvSpPr>
            <a:spLocks noGrp="1"/>
          </p:cNvSpPr>
          <p:nvPr/>
        </p:nvSpPr>
        <p:spPr>
          <a:xfrm>
            <a:off x="6589527" y="1452237"/>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452" name="Freeform: Shape 451">
            <a:extLst>
              <a:ext uri="{FF2B5EF4-FFF2-40B4-BE49-F238E27FC236}">
                <a16:creationId xmlns:a16="http://schemas.microsoft.com/office/drawing/2014/main" id="{57500A7E-75C2-4A02-81BF-B43F42FEAB9E}"/>
              </a:ext>
            </a:extLst>
          </p:cNvPr>
          <p:cNvSpPr>
            <a:spLocks noGrp="1"/>
          </p:cNvSpPr>
          <p:nvPr/>
        </p:nvSpPr>
        <p:spPr>
          <a:xfrm>
            <a:off x="6530995" y="1451095"/>
            <a:ext cx="61856" cy="95733"/>
          </a:xfrm>
          <a:custGeom>
            <a:avLst/>
            <a:gdLst>
              <a:gd name="connsiteX0" fmla="*/ 58786 w 61856"/>
              <a:gd name="connsiteY0" fmla="*/ 1143 h 95733"/>
              <a:gd name="connsiteX1" fmla="*/ 57770 w 61856"/>
              <a:gd name="connsiteY1" fmla="*/ 1143 h 95733"/>
              <a:gd name="connsiteX2" fmla="*/ 56628 w 61856"/>
              <a:gd name="connsiteY2" fmla="*/ 1143 h 95733"/>
              <a:gd name="connsiteX3" fmla="*/ 55866 w 61856"/>
              <a:gd name="connsiteY3" fmla="*/ 1143 h 95733"/>
              <a:gd name="connsiteX4" fmla="*/ 54977 w 61856"/>
              <a:gd name="connsiteY4" fmla="*/ 1143 h 95733"/>
              <a:gd name="connsiteX5" fmla="*/ 54216 w 61856"/>
              <a:gd name="connsiteY5" fmla="*/ 1904 h 95733"/>
              <a:gd name="connsiteX6" fmla="*/ 54216 w 61856"/>
              <a:gd name="connsiteY6" fmla="*/ 1904 h 95733"/>
              <a:gd name="connsiteX7" fmla="*/ 50787 w 61856"/>
              <a:gd name="connsiteY7" fmla="*/ 7745 h 95733"/>
              <a:gd name="connsiteX8" fmla="*/ 0 w 61856"/>
              <a:gd name="connsiteY8" fmla="*/ 91162 h 95733"/>
              <a:gd name="connsiteX9" fmla="*/ 3809 w 61856"/>
              <a:gd name="connsiteY9" fmla="*/ 91162 h 95733"/>
              <a:gd name="connsiteX10" fmla="*/ 3809 w 61856"/>
              <a:gd name="connsiteY10" fmla="*/ 91162 h 95733"/>
              <a:gd name="connsiteX11" fmla="*/ 4698 w 61856"/>
              <a:gd name="connsiteY11" fmla="*/ 91162 h 95733"/>
              <a:gd name="connsiteX12" fmla="*/ 5587 w 61856"/>
              <a:gd name="connsiteY12" fmla="*/ 91162 h 95733"/>
              <a:gd name="connsiteX13" fmla="*/ 6348 w 61856"/>
              <a:gd name="connsiteY13" fmla="*/ 91797 h 95733"/>
              <a:gd name="connsiteX14" fmla="*/ 6348 w 61856"/>
              <a:gd name="connsiteY14" fmla="*/ 92559 h 95733"/>
              <a:gd name="connsiteX15" fmla="*/ 6348 w 61856"/>
              <a:gd name="connsiteY15" fmla="*/ 93448 h 95733"/>
              <a:gd name="connsiteX16" fmla="*/ 6348 w 61856"/>
              <a:gd name="connsiteY16" fmla="*/ 94464 h 95733"/>
              <a:gd name="connsiteX17" fmla="*/ 6348 w 61856"/>
              <a:gd name="connsiteY17" fmla="*/ 94464 h 95733"/>
              <a:gd name="connsiteX18" fmla="*/ 6348 w 61856"/>
              <a:gd name="connsiteY18" fmla="*/ 95733 h 95733"/>
              <a:gd name="connsiteX19" fmla="*/ 51422 w 61856"/>
              <a:gd name="connsiteY19" fmla="*/ 21204 h 95733"/>
              <a:gd name="connsiteX20" fmla="*/ 61580 w 61856"/>
              <a:gd name="connsiteY20" fmla="*/ 4444 h 95733"/>
              <a:gd name="connsiteX21" fmla="*/ 61580 w 61856"/>
              <a:gd name="connsiteY21" fmla="*/ 1524 h 95733"/>
              <a:gd name="connsiteX22" fmla="*/ 61580 w 61856"/>
              <a:gd name="connsiteY22" fmla="*/ 1524 h 95733"/>
              <a:gd name="connsiteX23" fmla="*/ 61580 w 61856"/>
              <a:gd name="connsiteY23" fmla="*/ 1524 h 95733"/>
              <a:gd name="connsiteX24" fmla="*/ 61580 w 61856"/>
              <a:gd name="connsiteY24" fmla="*/ 635 h 95733"/>
              <a:gd name="connsiteX25" fmla="*/ 61580 w 61856"/>
              <a:gd name="connsiteY25" fmla="*/ 635 h 95733"/>
              <a:gd name="connsiteX26" fmla="*/ 61580 w 61856"/>
              <a:gd name="connsiteY26" fmla="*/ 635 h 95733"/>
              <a:gd name="connsiteX27" fmla="*/ 60818 w 61856"/>
              <a:gd name="connsiteY27" fmla="*/ 0 h 95733"/>
              <a:gd name="connsiteX28" fmla="*/ 60818 w 61856"/>
              <a:gd name="connsiteY28" fmla="*/ 0 h 95733"/>
              <a:gd name="connsiteX29" fmla="*/ 60818 w 61856"/>
              <a:gd name="connsiteY29" fmla="*/ 0 h 95733"/>
              <a:gd name="connsiteX30" fmla="*/ 59802 w 61856"/>
              <a:gd name="connsiteY30" fmla="*/ 0 h 95733"/>
            </a:gdLst>
            <a:ahLst/>
            <a:cxnLst/>
            <a:rect l="l" t="t" r="r" b="b"/>
            <a:pathLst>
              <a:path w="61856" h="95733">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w="12690" cap="flat">
            <a:noFill/>
            <a:prstDash val="solid"/>
            <a:miter/>
          </a:ln>
        </p:spPr>
        <p:txBody>
          <a:bodyPr anchor="ctr"/>
          <a:lstStyle/>
          <a:p>
            <a:pPr>
              <a:buNone/>
            </a:pPr>
            <a:endParaRPr/>
          </a:p>
        </p:txBody>
      </p:sp>
      <p:sp>
        <p:nvSpPr>
          <p:cNvPr id="453" name="Freeform: Shape 452">
            <a:extLst>
              <a:ext uri="{FF2B5EF4-FFF2-40B4-BE49-F238E27FC236}">
                <a16:creationId xmlns:a16="http://schemas.microsoft.com/office/drawing/2014/main" id="{5AD139F3-7F07-4850-8296-D7A393252CFF}"/>
              </a:ext>
            </a:extLst>
          </p:cNvPr>
          <p:cNvSpPr>
            <a:spLocks noGrp="1"/>
          </p:cNvSpPr>
          <p:nvPr/>
        </p:nvSpPr>
        <p:spPr>
          <a:xfrm>
            <a:off x="6528202" y="1550002"/>
            <a:ext cx="10712" cy="108558"/>
          </a:xfrm>
          <a:custGeom>
            <a:avLst/>
            <a:gdLst>
              <a:gd name="connsiteX0" fmla="*/ 10665 w 10712"/>
              <a:gd name="connsiteY0" fmla="*/ 103097 h 108558"/>
              <a:gd name="connsiteX1" fmla="*/ 10665 w 10712"/>
              <a:gd name="connsiteY1" fmla="*/ 103097 h 108558"/>
              <a:gd name="connsiteX2" fmla="*/ 10665 w 10712"/>
              <a:gd name="connsiteY2" fmla="*/ 0 h 108558"/>
              <a:gd name="connsiteX3" fmla="*/ 10665 w 10712"/>
              <a:gd name="connsiteY3" fmla="*/ 0 h 108558"/>
              <a:gd name="connsiteX4" fmla="*/ 10665 w 10712"/>
              <a:gd name="connsiteY4" fmla="*/ 1396 h 108558"/>
              <a:gd name="connsiteX5" fmla="*/ 5332 w 10712"/>
              <a:gd name="connsiteY5" fmla="*/ 5332 h 108558"/>
              <a:gd name="connsiteX6" fmla="*/ 4444 w 10712"/>
              <a:gd name="connsiteY6" fmla="*/ 5332 h 108558"/>
              <a:gd name="connsiteX7" fmla="*/ 0 w 10712"/>
              <a:gd name="connsiteY7" fmla="*/ 4571 h 108558"/>
              <a:gd name="connsiteX8" fmla="*/ 0 w 10712"/>
              <a:gd name="connsiteY8" fmla="*/ 103605 h 108558"/>
              <a:gd name="connsiteX9" fmla="*/ 5193 w 10712"/>
              <a:gd name="connsiteY9" fmla="*/ 108557 h 108558"/>
              <a:gd name="connsiteX10" fmla="*/ 5332 w 10712"/>
              <a:gd name="connsiteY10" fmla="*/ 108557 h 108558"/>
              <a:gd name="connsiteX11" fmla="*/ 5332 w 10712"/>
              <a:gd name="connsiteY11" fmla="*/ 108557 h 108558"/>
              <a:gd name="connsiteX12" fmla="*/ 7745 w 10712"/>
              <a:gd name="connsiteY12" fmla="*/ 107922 h 108558"/>
              <a:gd name="connsiteX13" fmla="*/ 7745 w 10712"/>
              <a:gd name="connsiteY13" fmla="*/ 107922 h 108558"/>
              <a:gd name="connsiteX14" fmla="*/ 7745 w 10712"/>
              <a:gd name="connsiteY14" fmla="*/ 107922 h 108558"/>
              <a:gd name="connsiteX15" fmla="*/ 7745 w 10712"/>
              <a:gd name="connsiteY15" fmla="*/ 107922 h 108558"/>
              <a:gd name="connsiteX16" fmla="*/ 8634 w 10712"/>
              <a:gd name="connsiteY16" fmla="*/ 106906 h 108558"/>
              <a:gd name="connsiteX17" fmla="*/ 9396 w 10712"/>
              <a:gd name="connsiteY17" fmla="*/ 105382 h 108558"/>
              <a:gd name="connsiteX18" fmla="*/ 10665 w 10712"/>
              <a:gd name="connsiteY18" fmla="*/ 103097 h 108558"/>
            </a:gdLst>
            <a:ahLst/>
            <a:cxnLst/>
            <a:rect l="l" t="t" r="r" b="b"/>
            <a:pathLst>
              <a:path w="10712" h="108558">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w="12690" cap="flat">
            <a:noFill/>
            <a:prstDash val="solid"/>
            <a:miter/>
          </a:ln>
        </p:spPr>
        <p:txBody>
          <a:bodyPr anchor="ctr"/>
          <a:lstStyle/>
          <a:p>
            <a:pPr>
              <a:buNone/>
            </a:pPr>
            <a:endParaRPr/>
          </a:p>
        </p:txBody>
      </p:sp>
      <p:sp>
        <p:nvSpPr>
          <p:cNvPr id="454" name="Freeform: Shape 453">
            <a:extLst>
              <a:ext uri="{FF2B5EF4-FFF2-40B4-BE49-F238E27FC236}">
                <a16:creationId xmlns:a16="http://schemas.microsoft.com/office/drawing/2014/main" id="{9026E143-7586-44D1-895D-49FA2505EDAF}"/>
              </a:ext>
            </a:extLst>
          </p:cNvPr>
          <p:cNvSpPr>
            <a:spLocks noGrp="1"/>
          </p:cNvSpPr>
          <p:nvPr/>
        </p:nvSpPr>
        <p:spPr>
          <a:xfrm>
            <a:off x="5719921" y="1409865"/>
            <a:ext cx="818231" cy="143695"/>
          </a:xfrm>
          <a:custGeom>
            <a:avLst/>
            <a:gdLst>
              <a:gd name="connsiteX0" fmla="*/ 0 w 818231"/>
              <a:gd name="connsiteY0" fmla="*/ 5044 h 143695"/>
              <a:gd name="connsiteX1" fmla="*/ 762 w 818231"/>
              <a:gd name="connsiteY1" fmla="*/ 6568 h 143695"/>
              <a:gd name="connsiteX2" fmla="*/ 762 w 818231"/>
              <a:gd name="connsiteY2" fmla="*/ 6568 h 143695"/>
              <a:gd name="connsiteX3" fmla="*/ 762 w 818231"/>
              <a:gd name="connsiteY3" fmla="*/ 6568 h 143695"/>
              <a:gd name="connsiteX4" fmla="*/ 1778 w 818231"/>
              <a:gd name="connsiteY4" fmla="*/ 7457 h 143695"/>
              <a:gd name="connsiteX5" fmla="*/ 1778 w 818231"/>
              <a:gd name="connsiteY5" fmla="*/ 7457 h 143695"/>
              <a:gd name="connsiteX6" fmla="*/ 3555 w 818231"/>
              <a:gd name="connsiteY6" fmla="*/ 8091 h 143695"/>
              <a:gd name="connsiteX7" fmla="*/ 9904 w 818231"/>
              <a:gd name="connsiteY7" fmla="*/ 9107 h 143695"/>
              <a:gd name="connsiteX8" fmla="*/ 807519 w 818231"/>
              <a:gd name="connsiteY8" fmla="*/ 142931 h 143695"/>
              <a:gd name="connsiteX9" fmla="*/ 811962 w 818231"/>
              <a:gd name="connsiteY9" fmla="*/ 143692 h 143695"/>
              <a:gd name="connsiteX10" fmla="*/ 812851 w 818231"/>
              <a:gd name="connsiteY10" fmla="*/ 143692 h 143695"/>
              <a:gd name="connsiteX11" fmla="*/ 818183 w 818231"/>
              <a:gd name="connsiteY11" fmla="*/ 139756 h 143695"/>
              <a:gd name="connsiteX12" fmla="*/ 818183 w 818231"/>
              <a:gd name="connsiteY12" fmla="*/ 138360 h 143695"/>
              <a:gd name="connsiteX13" fmla="*/ 818183 w 818231"/>
              <a:gd name="connsiteY13" fmla="*/ 137344 h 143695"/>
              <a:gd name="connsiteX14" fmla="*/ 818183 w 818231"/>
              <a:gd name="connsiteY14" fmla="*/ 136455 h 143695"/>
              <a:gd name="connsiteX15" fmla="*/ 818183 w 818231"/>
              <a:gd name="connsiteY15" fmla="*/ 135693 h 143695"/>
              <a:gd name="connsiteX16" fmla="*/ 817422 w 818231"/>
              <a:gd name="connsiteY16" fmla="*/ 135058 h 143695"/>
              <a:gd name="connsiteX17" fmla="*/ 816533 w 818231"/>
              <a:gd name="connsiteY17" fmla="*/ 135058 h 143695"/>
              <a:gd name="connsiteX18" fmla="*/ 815644 w 818231"/>
              <a:gd name="connsiteY18" fmla="*/ 135058 h 143695"/>
              <a:gd name="connsiteX19" fmla="*/ 815644 w 818231"/>
              <a:gd name="connsiteY19" fmla="*/ 135058 h 143695"/>
              <a:gd name="connsiteX20" fmla="*/ 811835 w 818231"/>
              <a:gd name="connsiteY20" fmla="*/ 135058 h 143695"/>
              <a:gd name="connsiteX21" fmla="*/ 15109 w 818231"/>
              <a:gd name="connsiteY21" fmla="*/ 1362 h 143695"/>
              <a:gd name="connsiteX22" fmla="*/ 7237 w 818231"/>
              <a:gd name="connsiteY22" fmla="*/ 93 h 143695"/>
              <a:gd name="connsiteX23" fmla="*/ 1397 w 818231"/>
              <a:gd name="connsiteY23" fmla="*/ 3140 h 143695"/>
              <a:gd name="connsiteX24" fmla="*/ 1397 w 818231"/>
              <a:gd name="connsiteY24" fmla="*/ 3140 h 143695"/>
              <a:gd name="connsiteX25" fmla="*/ 1397 w 818231"/>
              <a:gd name="connsiteY25" fmla="*/ 3140 h 143695"/>
              <a:gd name="connsiteX26" fmla="*/ 1397 w 818231"/>
              <a:gd name="connsiteY26" fmla="*/ 4790 h 143695"/>
            </a:gdLst>
            <a:ahLst/>
            <a:cxnLst/>
            <a:rect l="l" t="t" r="r" b="b"/>
            <a:pathLst>
              <a:path w="818231" h="143695">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w="12690" cap="flat">
            <a:noFill/>
            <a:prstDash val="solid"/>
            <a:miter/>
          </a:ln>
        </p:spPr>
        <p:txBody>
          <a:bodyPr anchor="ctr"/>
          <a:lstStyle/>
          <a:p>
            <a:pPr>
              <a:buNone/>
            </a:pPr>
            <a:endParaRPr/>
          </a:p>
        </p:txBody>
      </p:sp>
      <p:sp>
        <p:nvSpPr>
          <p:cNvPr id="455" name="Freeform: Shape 454">
            <a:extLst>
              <a:ext uri="{FF2B5EF4-FFF2-40B4-BE49-F238E27FC236}">
                <a16:creationId xmlns:a16="http://schemas.microsoft.com/office/drawing/2014/main" id="{55C13327-3B0B-4D90-BAD4-BADA134FD9FD}"/>
              </a:ext>
            </a:extLst>
          </p:cNvPr>
          <p:cNvSpPr>
            <a:spLocks noGrp="1"/>
          </p:cNvSpPr>
          <p:nvPr/>
        </p:nvSpPr>
        <p:spPr>
          <a:xfrm>
            <a:off x="4083936" y="983729"/>
            <a:ext cx="175216" cy="148170"/>
          </a:xfrm>
          <a:custGeom>
            <a:avLst/>
            <a:gdLst>
              <a:gd name="connsiteX0" fmla="*/ 166709 w 175216"/>
              <a:gd name="connsiteY0" fmla="*/ 2158 h 148170"/>
              <a:gd name="connsiteX1" fmla="*/ 166709 w 175216"/>
              <a:gd name="connsiteY1" fmla="*/ 0 h 148170"/>
              <a:gd name="connsiteX2" fmla="*/ 1650 w 175216"/>
              <a:gd name="connsiteY2" fmla="*/ 134204 h 148170"/>
              <a:gd name="connsiteX3" fmla="*/ 1650 w 175216"/>
              <a:gd name="connsiteY3" fmla="*/ 145250 h 148170"/>
              <a:gd name="connsiteX4" fmla="*/ 1650 w 175216"/>
              <a:gd name="connsiteY4" fmla="*/ 145885 h 148170"/>
              <a:gd name="connsiteX5" fmla="*/ 1650 w 175216"/>
              <a:gd name="connsiteY5" fmla="*/ 145885 h 148170"/>
              <a:gd name="connsiteX6" fmla="*/ 1650 w 175216"/>
              <a:gd name="connsiteY6" fmla="*/ 145885 h 148170"/>
              <a:gd name="connsiteX7" fmla="*/ 0 w 175216"/>
              <a:gd name="connsiteY7" fmla="*/ 148171 h 148170"/>
              <a:gd name="connsiteX8" fmla="*/ 0 w 175216"/>
              <a:gd name="connsiteY8" fmla="*/ 148171 h 148170"/>
              <a:gd name="connsiteX9" fmla="*/ 175216 w 175216"/>
              <a:gd name="connsiteY9" fmla="*/ 5840 h 148170"/>
              <a:gd name="connsiteX10" fmla="*/ 175216 w 175216"/>
              <a:gd name="connsiteY10" fmla="*/ 5840 h 148170"/>
              <a:gd name="connsiteX11" fmla="*/ 171534 w 175216"/>
              <a:gd name="connsiteY11" fmla="*/ 7237 h 148170"/>
              <a:gd name="connsiteX12" fmla="*/ 166709 w 175216"/>
              <a:gd name="connsiteY12" fmla="*/ 2158 h 148170"/>
            </a:gdLst>
            <a:ahLst/>
            <a:cxnLst/>
            <a:rect l="l" t="t" r="r" b="b"/>
            <a:pathLst>
              <a:path w="175216" h="148170">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w="12690" cap="flat">
            <a:noFill/>
            <a:prstDash val="solid"/>
            <a:miter/>
          </a:ln>
        </p:spPr>
        <p:txBody>
          <a:bodyPr anchor="ctr"/>
          <a:lstStyle/>
          <a:p>
            <a:pPr>
              <a:buNone/>
            </a:pPr>
            <a:endParaRPr/>
          </a:p>
        </p:txBody>
      </p:sp>
      <p:sp>
        <p:nvSpPr>
          <p:cNvPr id="456" name="Freeform: Shape 455">
            <a:extLst>
              <a:ext uri="{FF2B5EF4-FFF2-40B4-BE49-F238E27FC236}">
                <a16:creationId xmlns:a16="http://schemas.microsoft.com/office/drawing/2014/main" id="{6494F0A3-1A67-4EEF-936B-54283EA0D6D6}"/>
              </a:ext>
            </a:extLst>
          </p:cNvPr>
          <p:cNvSpPr>
            <a:spLocks noGrp="1"/>
          </p:cNvSpPr>
          <p:nvPr/>
        </p:nvSpPr>
        <p:spPr>
          <a:xfrm>
            <a:off x="4085332" y="1130249"/>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0 h 761"/>
            </a:gdLst>
            <a:ahLst/>
            <a:cxnLst/>
            <a:rect l="l" t="t" r="r" b="b"/>
            <a:pathLst>
              <a:path w="12696" h="761">
                <a:moveTo>
                  <a:pt x="0" y="0"/>
                </a:moveTo>
                <a:lnTo>
                  <a:pt x="0" y="0"/>
                </a:lnTo>
                <a:cubicBezTo>
                  <a:pt x="0" y="0"/>
                  <a:pt x="0" y="0"/>
                  <a:pt x="0" y="762"/>
                </a:cubicBezTo>
                <a:lnTo>
                  <a:pt x="0" y="0"/>
                </a:lnTo>
                <a:close/>
              </a:path>
            </a:pathLst>
          </a:custGeom>
          <a:solidFill>
            <a:srgbClr val="000000"/>
          </a:solidFill>
          <a:ln w="12690" cap="flat">
            <a:noFill/>
            <a:prstDash val="solid"/>
            <a:miter/>
          </a:ln>
        </p:spPr>
        <p:txBody>
          <a:bodyPr anchor="ctr"/>
          <a:lstStyle/>
          <a:p>
            <a:pPr>
              <a:buNone/>
            </a:pPr>
            <a:endParaRPr/>
          </a:p>
        </p:txBody>
      </p:sp>
      <p:sp>
        <p:nvSpPr>
          <p:cNvPr id="457" name="Freeform: Shape 456">
            <a:extLst>
              <a:ext uri="{FF2B5EF4-FFF2-40B4-BE49-F238E27FC236}">
                <a16:creationId xmlns:a16="http://schemas.microsoft.com/office/drawing/2014/main" id="{A87597E6-1548-458B-A935-415FF880178D}"/>
              </a:ext>
            </a:extLst>
          </p:cNvPr>
          <p:cNvSpPr>
            <a:spLocks noGrp="1"/>
          </p:cNvSpPr>
          <p:nvPr/>
        </p:nvSpPr>
        <p:spPr>
          <a:xfrm>
            <a:off x="5716" y="100673"/>
            <a:ext cx="4074411" cy="1033011"/>
          </a:xfrm>
          <a:custGeom>
            <a:avLst/>
            <a:gdLst>
              <a:gd name="connsiteX0" fmla="*/ 4068952 w 4074411"/>
              <a:gd name="connsiteY0" fmla="*/ 1028306 h 1033011"/>
              <a:gd name="connsiteX1" fmla="*/ 4068952 w 4074411"/>
              <a:gd name="connsiteY1" fmla="*/ 1021831 h 1033011"/>
              <a:gd name="connsiteX2" fmla="*/ 0 w 4074411"/>
              <a:gd name="connsiteY2" fmla="*/ 0 h 1033011"/>
              <a:gd name="connsiteX3" fmla="*/ 0 w 4074411"/>
              <a:gd name="connsiteY3" fmla="*/ 10157 h 1033011"/>
              <a:gd name="connsiteX4" fmla="*/ 4072888 w 4074411"/>
              <a:gd name="connsiteY4" fmla="*/ 1033004 h 1033011"/>
              <a:gd name="connsiteX5" fmla="*/ 4074411 w 4074411"/>
              <a:gd name="connsiteY5" fmla="*/ 1033004 h 1033011"/>
              <a:gd name="connsiteX6" fmla="*/ 4068952 w 4074411"/>
              <a:gd name="connsiteY6" fmla="*/ 1028306 h 1033011"/>
            </a:gdLst>
            <a:ahLst/>
            <a:cxnLst/>
            <a:rect l="l" t="t" r="r" b="b"/>
            <a:pathLst>
              <a:path w="4074411" h="10330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w="12690" cap="flat">
            <a:noFill/>
            <a:prstDash val="solid"/>
            <a:miter/>
          </a:ln>
        </p:spPr>
        <p:txBody>
          <a:bodyPr anchor="ctr"/>
          <a:lstStyle/>
          <a:p>
            <a:pPr>
              <a:buNone/>
            </a:pPr>
            <a:endParaRPr/>
          </a:p>
        </p:txBody>
      </p:sp>
      <p:sp>
        <p:nvSpPr>
          <p:cNvPr id="458" name="Freeform: Shape 457">
            <a:extLst>
              <a:ext uri="{FF2B5EF4-FFF2-40B4-BE49-F238E27FC236}">
                <a16:creationId xmlns:a16="http://schemas.microsoft.com/office/drawing/2014/main" id="{6DD2092A-6421-4834-83B2-8ADAA61CE85A}"/>
              </a:ext>
            </a:extLst>
          </p:cNvPr>
          <p:cNvSpPr>
            <a:spLocks noGrp="1"/>
          </p:cNvSpPr>
          <p:nvPr/>
        </p:nvSpPr>
        <p:spPr>
          <a:xfrm>
            <a:off x="4074794" y="1027406"/>
            <a:ext cx="10538" cy="106531"/>
          </a:xfrm>
          <a:custGeom>
            <a:avLst/>
            <a:gdLst>
              <a:gd name="connsiteX0" fmla="*/ 10538 w 10538"/>
              <a:gd name="connsiteY0" fmla="*/ 102208 h 106531"/>
              <a:gd name="connsiteX1" fmla="*/ 10538 w 10538"/>
              <a:gd name="connsiteY1" fmla="*/ 101574 h 106531"/>
              <a:gd name="connsiteX2" fmla="*/ 10538 w 10538"/>
              <a:gd name="connsiteY2" fmla="*/ 0 h 106531"/>
              <a:gd name="connsiteX3" fmla="*/ 8761 w 10538"/>
              <a:gd name="connsiteY3" fmla="*/ 1524 h 106531"/>
              <a:gd name="connsiteX4" fmla="*/ 8761 w 10538"/>
              <a:gd name="connsiteY4" fmla="*/ 1524 h 106531"/>
              <a:gd name="connsiteX5" fmla="*/ 5460 w 10538"/>
              <a:gd name="connsiteY5" fmla="*/ 2666 h 106531"/>
              <a:gd name="connsiteX6" fmla="*/ 3936 w 10538"/>
              <a:gd name="connsiteY6" fmla="*/ 2666 h 106531"/>
              <a:gd name="connsiteX7" fmla="*/ 0 w 10538"/>
              <a:gd name="connsiteY7" fmla="*/ 1778 h 106531"/>
              <a:gd name="connsiteX8" fmla="*/ 0 w 10538"/>
              <a:gd name="connsiteY8" fmla="*/ 101574 h 106531"/>
              <a:gd name="connsiteX9" fmla="*/ 5447 w 10538"/>
              <a:gd name="connsiteY9" fmla="*/ 106525 h 106531"/>
              <a:gd name="connsiteX10" fmla="*/ 5460 w 10538"/>
              <a:gd name="connsiteY10" fmla="*/ 106525 h 106531"/>
              <a:gd name="connsiteX11" fmla="*/ 8380 w 10538"/>
              <a:gd name="connsiteY11" fmla="*/ 105636 h 106531"/>
              <a:gd name="connsiteX12" fmla="*/ 8380 w 10538"/>
              <a:gd name="connsiteY12" fmla="*/ 105636 h 106531"/>
              <a:gd name="connsiteX13" fmla="*/ 8380 w 10538"/>
              <a:gd name="connsiteY13" fmla="*/ 105636 h 106531"/>
              <a:gd name="connsiteX14" fmla="*/ 10030 w 10538"/>
              <a:gd name="connsiteY14" fmla="*/ 103351 h 106531"/>
              <a:gd name="connsiteX15" fmla="*/ 10538 w 10538"/>
              <a:gd name="connsiteY15" fmla="*/ 102208 h 106531"/>
            </a:gdLst>
            <a:ahLst/>
            <a:cxnLst/>
            <a:rect l="l" t="t" r="r" b="b"/>
            <a:pathLst>
              <a:path w="10538" h="106531">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w="12690" cap="flat">
            <a:noFill/>
            <a:prstDash val="solid"/>
            <a:miter/>
          </a:ln>
        </p:spPr>
        <p:txBody>
          <a:bodyPr anchor="ctr"/>
          <a:lstStyle/>
          <a:p>
            <a:pPr>
              <a:buNone/>
            </a:pPr>
            <a:endParaRPr/>
          </a:p>
        </p:txBody>
      </p:sp>
      <p:sp>
        <p:nvSpPr>
          <p:cNvPr id="459" name="Freeform: Shape 458">
            <a:extLst>
              <a:ext uri="{FF2B5EF4-FFF2-40B4-BE49-F238E27FC236}">
                <a16:creationId xmlns:a16="http://schemas.microsoft.com/office/drawing/2014/main" id="{06F54617-2992-43C1-AAD9-D647E6D70C2A}"/>
              </a:ext>
            </a:extLst>
          </p:cNvPr>
          <p:cNvSpPr>
            <a:spLocks noGrp="1"/>
          </p:cNvSpPr>
          <p:nvPr/>
        </p:nvSpPr>
        <p:spPr>
          <a:xfrm>
            <a:off x="4080127" y="102918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rect l="l" t="t" r="r" b="b"/>
            <a:pathLst>
              <a:path w="3301" h="1142">
                <a:moveTo>
                  <a:pt x="3301" y="0"/>
                </a:moveTo>
                <a:cubicBezTo>
                  <a:pt x="2336" y="698"/>
                  <a:pt x="1193" y="1092"/>
                  <a:pt x="0" y="1143"/>
                </a:cubicBezTo>
                <a:cubicBezTo>
                  <a:pt x="1193" y="1117"/>
                  <a:pt x="2349" y="711"/>
                  <a:pt x="3301" y="0"/>
                </a:cubicBezTo>
                <a:close/>
              </a:path>
            </a:pathLst>
          </a:custGeom>
          <a:solidFill>
            <a:srgbClr val="000000"/>
          </a:solidFill>
          <a:ln w="12690" cap="flat">
            <a:noFill/>
            <a:prstDash val="solid"/>
            <a:miter/>
          </a:ln>
        </p:spPr>
        <p:txBody>
          <a:bodyPr anchor="ctr"/>
          <a:lstStyle/>
          <a:p>
            <a:pPr>
              <a:buNone/>
            </a:pPr>
            <a:endParaRPr/>
          </a:p>
        </p:txBody>
      </p:sp>
      <p:sp>
        <p:nvSpPr>
          <p:cNvPr id="460" name="Freeform: Shape 459">
            <a:extLst>
              <a:ext uri="{FF2B5EF4-FFF2-40B4-BE49-F238E27FC236}">
                <a16:creationId xmlns:a16="http://schemas.microsoft.com/office/drawing/2014/main" id="{BA5923F2-9693-4E79-9A58-0EEFA9D10225}"/>
              </a:ext>
            </a:extLst>
          </p:cNvPr>
          <p:cNvSpPr>
            <a:spLocks noGrp="1"/>
          </p:cNvSpPr>
          <p:nvPr/>
        </p:nvSpPr>
        <p:spPr>
          <a:xfrm>
            <a:off x="5716" y="-2932"/>
            <a:ext cx="4074411" cy="1033003"/>
          </a:xfrm>
          <a:custGeom>
            <a:avLst/>
            <a:gdLst>
              <a:gd name="connsiteX0" fmla="*/ 4070729 w 4074411"/>
              <a:gd name="connsiteY0" fmla="*/ 1024624 h 1033003"/>
              <a:gd name="connsiteX1" fmla="*/ 4073015 w 4074411"/>
              <a:gd name="connsiteY1" fmla="*/ 1022847 h 1033003"/>
              <a:gd name="connsiteX2" fmla="*/ 0 w 4074411"/>
              <a:gd name="connsiteY2" fmla="*/ 0 h 1033003"/>
              <a:gd name="connsiteX3" fmla="*/ 0 w 4074411"/>
              <a:gd name="connsiteY3" fmla="*/ 10157 h 1033003"/>
              <a:gd name="connsiteX4" fmla="*/ 4068952 w 4074411"/>
              <a:gd name="connsiteY4" fmla="*/ 1032115 h 1033003"/>
              <a:gd name="connsiteX5" fmla="*/ 4072888 w 4074411"/>
              <a:gd name="connsiteY5" fmla="*/ 1033004 h 1033003"/>
              <a:gd name="connsiteX6" fmla="*/ 4074411 w 4074411"/>
              <a:gd name="connsiteY6" fmla="*/ 1033004 h 1033003"/>
              <a:gd name="connsiteX7" fmla="*/ 4070348 w 4074411"/>
              <a:gd name="connsiteY7" fmla="*/ 1031353 h 1033003"/>
              <a:gd name="connsiteX8" fmla="*/ 4070627 w 4074411"/>
              <a:gd name="connsiteY8" fmla="*/ 1024713 h 1033003"/>
              <a:gd name="connsiteX9" fmla="*/ 4070729 w 4074411"/>
              <a:gd name="connsiteY9" fmla="*/ 1024624 h 1033003"/>
            </a:gdLst>
            <a:ahLst/>
            <a:cxnLst/>
            <a:rect l="l" t="t" r="r" b="b"/>
            <a:pathLst>
              <a:path w="4074411" h="1033003">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w="12690" cap="flat">
            <a:noFill/>
            <a:prstDash val="solid"/>
            <a:miter/>
          </a:ln>
        </p:spPr>
        <p:txBody>
          <a:bodyPr anchor="ctr"/>
          <a:lstStyle/>
          <a:p>
            <a:pPr>
              <a:buNone/>
            </a:pPr>
            <a:endParaRPr/>
          </a:p>
        </p:txBody>
      </p:sp>
      <p:sp>
        <p:nvSpPr>
          <p:cNvPr id="461" name="Freeform: Shape 460">
            <a:extLst>
              <a:ext uri="{FF2B5EF4-FFF2-40B4-BE49-F238E27FC236}">
                <a16:creationId xmlns:a16="http://schemas.microsoft.com/office/drawing/2014/main" id="{3AD43E4F-7972-4C5F-BC2C-7FCB54D5254C}"/>
              </a:ext>
            </a:extLst>
          </p:cNvPr>
          <p:cNvSpPr>
            <a:spLocks noGrp="1"/>
          </p:cNvSpPr>
          <p:nvPr/>
        </p:nvSpPr>
        <p:spPr>
          <a:xfrm>
            <a:off x="4260930" y="879489"/>
            <a:ext cx="12696" cy="634"/>
          </a:xfrm>
          <a:custGeom>
            <a:avLst/>
            <a:gdLst>
              <a:gd name="connsiteX0" fmla="*/ 0 w 12696"/>
              <a:gd name="connsiteY0" fmla="*/ 635 h 634"/>
              <a:gd name="connsiteX1" fmla="*/ 0 w 12696"/>
              <a:gd name="connsiteY1" fmla="*/ 0 h 634"/>
              <a:gd name="connsiteX2" fmla="*/ 0 w 12696"/>
              <a:gd name="connsiteY2" fmla="*/ 0 h 634"/>
            </a:gdLst>
            <a:ahLst/>
            <a:cxnLst/>
            <a:rect l="l" t="t" r="r" b="b"/>
            <a:pathLst>
              <a:path w="12696" h="634">
                <a:moveTo>
                  <a:pt x="0" y="635"/>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62" name="Freeform: Shape 461">
            <a:extLst>
              <a:ext uri="{FF2B5EF4-FFF2-40B4-BE49-F238E27FC236}">
                <a16:creationId xmlns:a16="http://schemas.microsoft.com/office/drawing/2014/main" id="{EE81EAC6-A27B-4346-B097-B315BA65C034}"/>
              </a:ext>
            </a:extLst>
          </p:cNvPr>
          <p:cNvSpPr>
            <a:spLocks noGrp="1"/>
          </p:cNvSpPr>
          <p:nvPr/>
        </p:nvSpPr>
        <p:spPr>
          <a:xfrm>
            <a:off x="4261437" y="881266"/>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anchor="ctr"/>
          <a:lstStyle/>
          <a:p>
            <a:pPr>
              <a:buNone/>
            </a:pPr>
            <a:endParaRPr/>
          </a:p>
        </p:txBody>
      </p:sp>
      <p:sp>
        <p:nvSpPr>
          <p:cNvPr id="463" name="Freeform: Shape 462">
            <a:extLst>
              <a:ext uri="{FF2B5EF4-FFF2-40B4-BE49-F238E27FC236}">
                <a16:creationId xmlns:a16="http://schemas.microsoft.com/office/drawing/2014/main" id="{25F2C9C1-1BC2-4FC9-8897-59614DD34C59}"/>
              </a:ext>
            </a:extLst>
          </p:cNvPr>
          <p:cNvSpPr>
            <a:spLocks noGrp="1"/>
          </p:cNvSpPr>
          <p:nvPr/>
        </p:nvSpPr>
        <p:spPr>
          <a:xfrm>
            <a:off x="4258390" y="878727"/>
            <a:ext cx="761" cy="12696"/>
          </a:xfrm>
          <a:custGeom>
            <a:avLst/>
            <a:gdLst>
              <a:gd name="connsiteX0" fmla="*/ 762 w 761"/>
              <a:gd name="connsiteY0" fmla="*/ 0 h 12696"/>
              <a:gd name="connsiteX1" fmla="*/ 0 w 761"/>
              <a:gd name="connsiteY1" fmla="*/ 0 h 12696"/>
              <a:gd name="connsiteX2" fmla="*/ 0 w 761"/>
              <a:gd name="connsiteY2" fmla="*/ 0 h 12696"/>
            </a:gdLst>
            <a:ahLst/>
            <a:cxnLst/>
            <a:rect l="l" t="t" r="r" b="b"/>
            <a:pathLst>
              <a:path w="761" h="12696">
                <a:moveTo>
                  <a:pt x="762"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812" name="Freeform 811">
            <a:extLst>
              <a:ext uri="{FF2B5EF4-FFF2-40B4-BE49-F238E27FC236}">
                <a16:creationId xmlns:a16="http://schemas.microsoft.com/office/drawing/2014/main" id="{50B8F123-EE23-99D3-DF8D-303C7DB6546B}"/>
              </a:ext>
            </a:extLst>
          </p:cNvPr>
          <p:cNvSpPr>
            <a:spLocks noGrp="1"/>
          </p:cNvSpPr>
          <p:nvPr/>
        </p:nvSpPr>
        <p:spPr>
          <a:xfrm>
            <a:off x="678430" y="-12696"/>
            <a:ext cx="3578310" cy="897391"/>
          </a:xfrm>
          <a:custGeom>
            <a:avLst/>
            <a:gdLst>
              <a:gd name="connsiteX0" fmla="*/ 0 w 3578310"/>
              <a:gd name="connsiteY0" fmla="*/ 0 h 897391"/>
              <a:gd name="connsiteX1" fmla="*/ 39959 w 3578310"/>
              <a:gd name="connsiteY1" fmla="*/ 0 h 897391"/>
              <a:gd name="connsiteX2" fmla="*/ 3578310 w 3578310"/>
              <a:gd name="connsiteY2" fmla="*/ 890788 h 897391"/>
              <a:gd name="connsiteX3" fmla="*/ 3577168 w 3578310"/>
              <a:gd name="connsiteY3" fmla="*/ 890788 h 897391"/>
              <a:gd name="connsiteX4" fmla="*/ 3575136 w 3578310"/>
              <a:gd name="connsiteY4" fmla="*/ 890788 h 897391"/>
              <a:gd name="connsiteX5" fmla="*/ 3573993 w 3578310"/>
              <a:gd name="connsiteY5" fmla="*/ 891423 h 897391"/>
              <a:gd name="connsiteX6" fmla="*/ 3566629 w 3578310"/>
              <a:gd name="connsiteY6" fmla="*/ 897391 h 897391"/>
            </a:gdLst>
            <a:ahLst/>
            <a:cxnLst/>
            <a:rect l="l" t="t" r="r" b="b"/>
            <a:pathLst>
              <a:path w="3578310" h="897391">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w="12690" cap="flat">
            <a:noFill/>
            <a:prstDash val="solid"/>
            <a:miter/>
          </a:ln>
        </p:spPr>
        <p:txBody>
          <a:bodyPr wrap="square" anchor="ctr">
            <a:noAutofit/>
          </a:bodyPr>
          <a:lstStyle/>
          <a:p>
            <a:pPr>
              <a:buNone/>
            </a:pPr>
            <a:endParaRPr/>
          </a:p>
        </p:txBody>
      </p:sp>
      <p:sp>
        <p:nvSpPr>
          <p:cNvPr id="465" name="Freeform: Shape 464">
            <a:extLst>
              <a:ext uri="{FF2B5EF4-FFF2-40B4-BE49-F238E27FC236}">
                <a16:creationId xmlns:a16="http://schemas.microsoft.com/office/drawing/2014/main" id="{2492A7ED-719D-4B95-A2CB-7D4D6C02A3DC}"/>
              </a:ext>
            </a:extLst>
          </p:cNvPr>
          <p:cNvSpPr>
            <a:spLocks noGrp="1"/>
          </p:cNvSpPr>
          <p:nvPr/>
        </p:nvSpPr>
        <p:spPr>
          <a:xfrm>
            <a:off x="4258263" y="877838"/>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466" name="Freeform: Shape 465">
            <a:extLst>
              <a:ext uri="{FF2B5EF4-FFF2-40B4-BE49-F238E27FC236}">
                <a16:creationId xmlns:a16="http://schemas.microsoft.com/office/drawing/2014/main" id="{3CA4CE9F-2651-4818-8DA5-9CCD41469892}"/>
              </a:ext>
            </a:extLst>
          </p:cNvPr>
          <p:cNvSpPr>
            <a:spLocks noGrp="1"/>
          </p:cNvSpPr>
          <p:nvPr/>
        </p:nvSpPr>
        <p:spPr>
          <a:xfrm>
            <a:off x="4256105" y="877457"/>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467" name="Freeform: Shape 466">
            <a:extLst>
              <a:ext uri="{FF2B5EF4-FFF2-40B4-BE49-F238E27FC236}">
                <a16:creationId xmlns:a16="http://schemas.microsoft.com/office/drawing/2014/main" id="{EACB584D-4529-45F6-BE06-8F4B5908E333}"/>
              </a:ext>
            </a:extLst>
          </p:cNvPr>
          <p:cNvSpPr>
            <a:spLocks noGrp="1"/>
          </p:cNvSpPr>
          <p:nvPr/>
        </p:nvSpPr>
        <p:spPr>
          <a:xfrm>
            <a:off x="4261056" y="880632"/>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68" name="Freeform: Shape 467">
            <a:extLst>
              <a:ext uri="{FF2B5EF4-FFF2-40B4-BE49-F238E27FC236}">
                <a16:creationId xmlns:a16="http://schemas.microsoft.com/office/drawing/2014/main" id="{73D371AF-04EE-4333-A193-9FA99F5D2570}"/>
              </a:ext>
            </a:extLst>
          </p:cNvPr>
          <p:cNvSpPr>
            <a:spLocks noGrp="1"/>
          </p:cNvSpPr>
          <p:nvPr/>
        </p:nvSpPr>
        <p:spPr>
          <a:xfrm>
            <a:off x="4259406" y="878981"/>
            <a:ext cx="635" cy="12696"/>
          </a:xfrm>
          <a:custGeom>
            <a:avLst/>
            <a:gdLst>
              <a:gd name="connsiteX0" fmla="*/ 635 w 635"/>
              <a:gd name="connsiteY0" fmla="*/ 0 h 12696"/>
              <a:gd name="connsiteX1" fmla="*/ 635 w 635"/>
              <a:gd name="connsiteY1" fmla="*/ 0 h 12696"/>
              <a:gd name="connsiteX2" fmla="*/ 0 w 635"/>
              <a:gd name="connsiteY2" fmla="*/ 0 h 12696"/>
            </a:gdLst>
            <a:ahLst/>
            <a:cxnLst/>
            <a:rect l="l" t="t" r="r" b="b"/>
            <a:pathLst>
              <a:path w="635" h="12696">
                <a:moveTo>
                  <a:pt x="635" y="0"/>
                </a:moveTo>
                <a:lnTo>
                  <a:pt x="635" y="0"/>
                </a:lnTo>
                <a:lnTo>
                  <a:pt x="0" y="0"/>
                </a:lnTo>
                <a:close/>
              </a:path>
            </a:pathLst>
          </a:custGeom>
          <a:solidFill>
            <a:srgbClr val="000000"/>
          </a:solidFill>
          <a:ln w="12690" cap="flat">
            <a:noFill/>
            <a:prstDash val="solid"/>
            <a:miter/>
          </a:ln>
        </p:spPr>
        <p:txBody>
          <a:bodyPr anchor="ctr"/>
          <a:lstStyle/>
          <a:p>
            <a:pPr>
              <a:buNone/>
            </a:pPr>
            <a:endParaRPr/>
          </a:p>
        </p:txBody>
      </p:sp>
      <p:sp>
        <p:nvSpPr>
          <p:cNvPr id="469" name="Freeform: Shape 468">
            <a:extLst>
              <a:ext uri="{FF2B5EF4-FFF2-40B4-BE49-F238E27FC236}">
                <a16:creationId xmlns:a16="http://schemas.microsoft.com/office/drawing/2014/main" id="{AF992755-64B5-4176-BC40-24C03AC066DC}"/>
              </a:ext>
            </a:extLst>
          </p:cNvPr>
          <p:cNvSpPr>
            <a:spLocks noGrp="1"/>
          </p:cNvSpPr>
          <p:nvPr/>
        </p:nvSpPr>
        <p:spPr>
          <a:xfrm>
            <a:off x="4250645" y="881647"/>
            <a:ext cx="10726" cy="109197"/>
          </a:xfrm>
          <a:custGeom>
            <a:avLst/>
            <a:gdLst>
              <a:gd name="connsiteX0" fmla="*/ 10666 w 10726"/>
              <a:gd name="connsiteY0" fmla="*/ 0 h 109197"/>
              <a:gd name="connsiteX1" fmla="*/ 9015 w 10726"/>
              <a:gd name="connsiteY1" fmla="*/ 4317 h 109197"/>
              <a:gd name="connsiteX2" fmla="*/ 0 w 10726"/>
              <a:gd name="connsiteY2" fmla="*/ 11681 h 109197"/>
              <a:gd name="connsiteX3" fmla="*/ 0 w 10726"/>
              <a:gd name="connsiteY3" fmla="*/ 104240 h 109197"/>
              <a:gd name="connsiteX4" fmla="*/ 5447 w 10726"/>
              <a:gd name="connsiteY4" fmla="*/ 109192 h 109197"/>
              <a:gd name="connsiteX5" fmla="*/ 5460 w 10726"/>
              <a:gd name="connsiteY5" fmla="*/ 109192 h 109197"/>
              <a:gd name="connsiteX6" fmla="*/ 9142 w 10726"/>
              <a:gd name="connsiteY6" fmla="*/ 107795 h 109197"/>
              <a:gd name="connsiteX7" fmla="*/ 9904 w 10726"/>
              <a:gd name="connsiteY7" fmla="*/ 106906 h 109197"/>
              <a:gd name="connsiteX8" fmla="*/ 9904 w 10726"/>
              <a:gd name="connsiteY8" fmla="*/ 106906 h 109197"/>
              <a:gd name="connsiteX9" fmla="*/ 9904 w 10726"/>
              <a:gd name="connsiteY9" fmla="*/ 106018 h 109197"/>
              <a:gd name="connsiteX10" fmla="*/ 9904 w 10726"/>
              <a:gd name="connsiteY10" fmla="*/ 105002 h 109197"/>
              <a:gd name="connsiteX11" fmla="*/ 9904 w 10726"/>
              <a:gd name="connsiteY11" fmla="*/ 105002 h 109197"/>
              <a:gd name="connsiteX12" fmla="*/ 9904 w 10726"/>
              <a:gd name="connsiteY12" fmla="*/ 381 h 109197"/>
              <a:gd name="connsiteX13" fmla="*/ 10666 w 10726"/>
              <a:gd name="connsiteY13" fmla="*/ 0 h 109197"/>
            </a:gdLst>
            <a:ahLst/>
            <a:cxnLst/>
            <a:rect l="l" t="t" r="r" b="b"/>
            <a:pathLst>
              <a:path w="10726" h="109197">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w="12690" cap="flat">
            <a:noFill/>
            <a:prstDash val="solid"/>
            <a:miter/>
          </a:ln>
        </p:spPr>
        <p:txBody>
          <a:bodyPr anchor="ctr"/>
          <a:lstStyle/>
          <a:p>
            <a:pPr>
              <a:buNone/>
            </a:pPr>
            <a:endParaRPr/>
          </a:p>
        </p:txBody>
      </p:sp>
      <p:sp>
        <p:nvSpPr>
          <p:cNvPr id="470" name="Freeform: Shape 469">
            <a:extLst>
              <a:ext uri="{FF2B5EF4-FFF2-40B4-BE49-F238E27FC236}">
                <a16:creationId xmlns:a16="http://schemas.microsoft.com/office/drawing/2014/main" id="{5993AA16-81FD-4D1B-95D8-C46937945B61}"/>
              </a:ext>
            </a:extLst>
          </p:cNvPr>
          <p:cNvSpPr>
            <a:spLocks noGrp="1"/>
          </p:cNvSpPr>
          <p:nvPr/>
        </p:nvSpPr>
        <p:spPr>
          <a:xfrm>
            <a:off x="4075526" y="877457"/>
            <a:ext cx="186480" cy="152233"/>
          </a:xfrm>
          <a:custGeom>
            <a:avLst/>
            <a:gdLst>
              <a:gd name="connsiteX0" fmla="*/ 180706 w 186480"/>
              <a:gd name="connsiteY0" fmla="*/ 0 h 152233"/>
              <a:gd name="connsiteX1" fmla="*/ 178674 w 186480"/>
              <a:gd name="connsiteY1" fmla="*/ 0 h 152233"/>
              <a:gd name="connsiteX2" fmla="*/ 177532 w 186480"/>
              <a:gd name="connsiteY2" fmla="*/ 635 h 152233"/>
              <a:gd name="connsiteX3" fmla="*/ 177532 w 186480"/>
              <a:gd name="connsiteY3" fmla="*/ 635 h 152233"/>
              <a:gd name="connsiteX4" fmla="*/ 170168 w 186480"/>
              <a:gd name="connsiteY4" fmla="*/ 6602 h 152233"/>
              <a:gd name="connsiteX5" fmla="*/ 3839 w 186480"/>
              <a:gd name="connsiteY5" fmla="*/ 141822 h 152233"/>
              <a:gd name="connsiteX6" fmla="*/ 1554 w 186480"/>
              <a:gd name="connsiteY6" fmla="*/ 143600 h 152233"/>
              <a:gd name="connsiteX7" fmla="*/ 1211 w 186480"/>
              <a:gd name="connsiteY7" fmla="*/ 150240 h 152233"/>
              <a:gd name="connsiteX8" fmla="*/ 1554 w 186480"/>
              <a:gd name="connsiteY8" fmla="*/ 150583 h 152233"/>
              <a:gd name="connsiteX9" fmla="*/ 5617 w 186480"/>
              <a:gd name="connsiteY9" fmla="*/ 152234 h 152233"/>
              <a:gd name="connsiteX10" fmla="*/ 8918 w 186480"/>
              <a:gd name="connsiteY10" fmla="*/ 151091 h 152233"/>
              <a:gd name="connsiteX11" fmla="*/ 8918 w 186480"/>
              <a:gd name="connsiteY11" fmla="*/ 151091 h 152233"/>
              <a:gd name="connsiteX12" fmla="*/ 10695 w 186480"/>
              <a:gd name="connsiteY12" fmla="*/ 149567 h 152233"/>
              <a:gd name="connsiteX13" fmla="*/ 175754 w 186480"/>
              <a:gd name="connsiteY13" fmla="*/ 15363 h 152233"/>
              <a:gd name="connsiteX14" fmla="*/ 184769 w 186480"/>
              <a:gd name="connsiteY14" fmla="*/ 7999 h 152233"/>
              <a:gd name="connsiteX15" fmla="*/ 186419 w 186480"/>
              <a:gd name="connsiteY15" fmla="*/ 3682 h 152233"/>
              <a:gd name="connsiteX16" fmla="*/ 186419 w 186480"/>
              <a:gd name="connsiteY16" fmla="*/ 3682 h 152233"/>
              <a:gd name="connsiteX17" fmla="*/ 186419 w 186480"/>
              <a:gd name="connsiteY17" fmla="*/ 3047 h 152233"/>
              <a:gd name="connsiteX18" fmla="*/ 186419 w 186480"/>
              <a:gd name="connsiteY18" fmla="*/ 2032 h 152233"/>
              <a:gd name="connsiteX19" fmla="*/ 186419 w 186480"/>
              <a:gd name="connsiteY19" fmla="*/ 2032 h 152233"/>
              <a:gd name="connsiteX20" fmla="*/ 186419 w 186480"/>
              <a:gd name="connsiteY20" fmla="*/ 2032 h 152233"/>
              <a:gd name="connsiteX21" fmla="*/ 186419 w 186480"/>
              <a:gd name="connsiteY21" fmla="*/ 2032 h 152233"/>
              <a:gd name="connsiteX22" fmla="*/ 185404 w 186480"/>
              <a:gd name="connsiteY22" fmla="*/ 2032 h 152233"/>
              <a:gd name="connsiteX23" fmla="*/ 185404 w 186480"/>
              <a:gd name="connsiteY23" fmla="*/ 2032 h 152233"/>
              <a:gd name="connsiteX24" fmla="*/ 184769 w 186480"/>
              <a:gd name="connsiteY24" fmla="*/ 2032 h 152233"/>
              <a:gd name="connsiteX25" fmla="*/ 183880 w 186480"/>
              <a:gd name="connsiteY25" fmla="*/ 2032 h 152233"/>
            </a:gdLst>
            <a:ahLst/>
            <a:cxnLst/>
            <a:rect l="l" t="t" r="r" b="b"/>
            <a:pathLst>
              <a:path w="186480" h="152233">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w="12690" cap="flat">
            <a:noFill/>
            <a:prstDash val="solid"/>
            <a:miter/>
          </a:ln>
        </p:spPr>
        <p:txBody>
          <a:bodyPr anchor="ctr"/>
          <a:lstStyle/>
          <a:p>
            <a:pPr>
              <a:buNone/>
            </a:pPr>
            <a:endParaRPr/>
          </a:p>
        </p:txBody>
      </p:sp>
      <p:sp>
        <p:nvSpPr>
          <p:cNvPr id="471" name="Freeform: Shape 470">
            <a:extLst>
              <a:ext uri="{FF2B5EF4-FFF2-40B4-BE49-F238E27FC236}">
                <a16:creationId xmlns:a16="http://schemas.microsoft.com/office/drawing/2014/main" id="{8EE3622B-32AF-4A35-96CA-AF688ADDCA6E}"/>
              </a:ext>
            </a:extLst>
          </p:cNvPr>
          <p:cNvSpPr>
            <a:spLocks noGrp="1"/>
          </p:cNvSpPr>
          <p:nvPr/>
        </p:nvSpPr>
        <p:spPr>
          <a:xfrm>
            <a:off x="5459256" y="1332127"/>
            <a:ext cx="94464" cy="128236"/>
          </a:xfrm>
          <a:custGeom>
            <a:avLst/>
            <a:gdLst>
              <a:gd name="connsiteX0" fmla="*/ 90020 w 94464"/>
              <a:gd name="connsiteY0" fmla="*/ 6348 h 128236"/>
              <a:gd name="connsiteX1" fmla="*/ 84561 w 94464"/>
              <a:gd name="connsiteY1" fmla="*/ 1524 h 128236"/>
              <a:gd name="connsiteX2" fmla="*/ 84561 w 94464"/>
              <a:gd name="connsiteY2" fmla="*/ 0 h 128236"/>
              <a:gd name="connsiteX3" fmla="*/ 1016 w 94464"/>
              <a:gd name="connsiteY3" fmla="*/ 109826 h 128236"/>
              <a:gd name="connsiteX4" fmla="*/ 1016 w 94464"/>
              <a:gd name="connsiteY4" fmla="*/ 126459 h 128236"/>
              <a:gd name="connsiteX5" fmla="*/ 1016 w 94464"/>
              <a:gd name="connsiteY5" fmla="*/ 126459 h 128236"/>
              <a:gd name="connsiteX6" fmla="*/ 0 w 94464"/>
              <a:gd name="connsiteY6" fmla="*/ 128237 h 128236"/>
              <a:gd name="connsiteX7" fmla="*/ 0 w 94464"/>
              <a:gd name="connsiteY7" fmla="*/ 128237 h 128236"/>
              <a:gd name="connsiteX8" fmla="*/ 94464 w 94464"/>
              <a:gd name="connsiteY8" fmla="*/ 4698 h 128236"/>
              <a:gd name="connsiteX9" fmla="*/ 90020 w 94464"/>
              <a:gd name="connsiteY9" fmla="*/ 6348 h 128236"/>
            </a:gdLst>
            <a:ahLst/>
            <a:cxnLst/>
            <a:rect l="l" t="t" r="r" b="b"/>
            <a:pathLst>
              <a:path w="94464" h="128236">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w="12690" cap="flat">
            <a:noFill/>
            <a:prstDash val="solid"/>
            <a:miter/>
          </a:ln>
        </p:spPr>
        <p:txBody>
          <a:bodyPr anchor="ctr"/>
          <a:lstStyle/>
          <a:p>
            <a:pPr>
              <a:buNone/>
            </a:pPr>
            <a:endParaRPr/>
          </a:p>
        </p:txBody>
      </p:sp>
      <p:sp>
        <p:nvSpPr>
          <p:cNvPr id="472" name="Freeform: Shape 471">
            <a:extLst>
              <a:ext uri="{FF2B5EF4-FFF2-40B4-BE49-F238E27FC236}">
                <a16:creationId xmlns:a16="http://schemas.microsoft.com/office/drawing/2014/main" id="{F125A9B1-DF13-4FB5-A4AC-499B6143DAFF}"/>
              </a:ext>
            </a:extLst>
          </p:cNvPr>
          <p:cNvSpPr>
            <a:spLocks noGrp="1"/>
          </p:cNvSpPr>
          <p:nvPr/>
        </p:nvSpPr>
        <p:spPr>
          <a:xfrm>
            <a:off x="4374058" y="1257597"/>
            <a:ext cx="1080246" cy="204416"/>
          </a:xfrm>
          <a:custGeom>
            <a:avLst/>
            <a:gdLst>
              <a:gd name="connsiteX0" fmla="*/ 1075421 w 1080246"/>
              <a:gd name="connsiteY0" fmla="*/ 199592 h 204416"/>
              <a:gd name="connsiteX1" fmla="*/ 1075421 w 1080246"/>
              <a:gd name="connsiteY1" fmla="*/ 193498 h 204416"/>
              <a:gd name="connsiteX2" fmla="*/ 6983 w 1080246"/>
              <a:gd name="connsiteY2" fmla="*/ 0 h 204416"/>
              <a:gd name="connsiteX3" fmla="*/ 6983 w 1080246"/>
              <a:gd name="connsiteY3" fmla="*/ 4063 h 204416"/>
              <a:gd name="connsiteX4" fmla="*/ 1663 w 1080246"/>
              <a:gd name="connsiteY4" fmla="*/ 8887 h 204416"/>
              <a:gd name="connsiteX5" fmla="*/ 1651 w 1080246"/>
              <a:gd name="connsiteY5" fmla="*/ 8887 h 204416"/>
              <a:gd name="connsiteX6" fmla="*/ 0 w 1080246"/>
              <a:gd name="connsiteY6" fmla="*/ 8887 h 204416"/>
              <a:gd name="connsiteX7" fmla="*/ 0 w 1080246"/>
              <a:gd name="connsiteY7" fmla="*/ 8887 h 204416"/>
              <a:gd name="connsiteX8" fmla="*/ 1079230 w 1080246"/>
              <a:gd name="connsiteY8" fmla="*/ 204417 h 204416"/>
              <a:gd name="connsiteX9" fmla="*/ 1080246 w 1080246"/>
              <a:gd name="connsiteY9" fmla="*/ 204417 h 204416"/>
              <a:gd name="connsiteX10" fmla="*/ 1075421 w 1080246"/>
              <a:gd name="connsiteY10" fmla="*/ 199592 h 204416"/>
            </a:gdLst>
            <a:ahLst/>
            <a:cxnLst/>
            <a:rect l="l" t="t" r="r" b="b"/>
            <a:pathLst>
              <a:path w="1080246" h="20441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w="12690" cap="flat">
            <a:noFill/>
            <a:prstDash val="solid"/>
            <a:miter/>
          </a:ln>
        </p:spPr>
        <p:txBody>
          <a:bodyPr anchor="ctr"/>
          <a:lstStyle/>
          <a:p>
            <a:pPr>
              <a:buNone/>
            </a:pPr>
            <a:endParaRPr/>
          </a:p>
        </p:txBody>
      </p:sp>
      <p:sp>
        <p:nvSpPr>
          <p:cNvPr id="473" name="Freeform: Shape 472">
            <a:extLst>
              <a:ext uri="{FF2B5EF4-FFF2-40B4-BE49-F238E27FC236}">
                <a16:creationId xmlns:a16="http://schemas.microsoft.com/office/drawing/2014/main" id="{BA7E8F16-EE6A-4945-986B-1EEFE520CC5E}"/>
              </a:ext>
            </a:extLst>
          </p:cNvPr>
          <p:cNvSpPr>
            <a:spLocks noGrp="1"/>
          </p:cNvSpPr>
          <p:nvPr/>
        </p:nvSpPr>
        <p:spPr>
          <a:xfrm>
            <a:off x="5460145" y="1458078"/>
            <a:ext cx="12696" cy="988"/>
          </a:xfrm>
          <a:custGeom>
            <a:avLst/>
            <a:gdLst>
              <a:gd name="connsiteX0" fmla="*/ 0 w 12696"/>
              <a:gd name="connsiteY0" fmla="*/ 0 h 988"/>
              <a:gd name="connsiteX1" fmla="*/ 0 w 12696"/>
              <a:gd name="connsiteY1" fmla="*/ 0 h 988"/>
              <a:gd name="connsiteX2" fmla="*/ 0 w 12696"/>
              <a:gd name="connsiteY2" fmla="*/ 762 h 988"/>
              <a:gd name="connsiteX3" fmla="*/ 0 w 12696"/>
              <a:gd name="connsiteY3" fmla="*/ 0 h 988"/>
            </a:gdLst>
            <a:ahLst/>
            <a:cxnLst/>
            <a:rect l="l" t="t" r="r" b="b"/>
            <a:pathLst>
              <a:path w="12696" h="988">
                <a:moveTo>
                  <a:pt x="0" y="0"/>
                </a:moveTo>
                <a:lnTo>
                  <a:pt x="0" y="0"/>
                </a:lnTo>
                <a:cubicBezTo>
                  <a:pt x="0" y="0"/>
                  <a:pt x="0" y="0"/>
                  <a:pt x="0" y="762"/>
                </a:cubicBezTo>
                <a:cubicBezTo>
                  <a:pt x="0" y="1524"/>
                  <a:pt x="0" y="127"/>
                  <a:pt x="0" y="0"/>
                </a:cubicBezTo>
                <a:close/>
              </a:path>
            </a:pathLst>
          </a:custGeom>
          <a:solidFill>
            <a:srgbClr val="000000"/>
          </a:solidFill>
          <a:ln w="12690" cap="flat">
            <a:noFill/>
            <a:prstDash val="solid"/>
            <a:miter/>
          </a:ln>
        </p:spPr>
        <p:txBody>
          <a:bodyPr anchor="ctr"/>
          <a:lstStyle/>
          <a:p>
            <a:pPr>
              <a:buNone/>
            </a:pPr>
            <a:endParaRPr/>
          </a:p>
        </p:txBody>
      </p:sp>
      <p:sp>
        <p:nvSpPr>
          <p:cNvPr id="474" name="Freeform: Shape 473">
            <a:extLst>
              <a:ext uri="{FF2B5EF4-FFF2-40B4-BE49-F238E27FC236}">
                <a16:creationId xmlns:a16="http://schemas.microsoft.com/office/drawing/2014/main" id="{99562970-C81E-4B6C-B8D0-84B278460B13}"/>
              </a:ext>
            </a:extLst>
          </p:cNvPr>
          <p:cNvSpPr>
            <a:spLocks noGrp="1"/>
          </p:cNvSpPr>
          <p:nvPr/>
        </p:nvSpPr>
        <p:spPr>
          <a:xfrm>
            <a:off x="4371011" y="1155769"/>
            <a:ext cx="12696" cy="761"/>
          </a:xfrm>
          <a:custGeom>
            <a:avLst/>
            <a:gdLst>
              <a:gd name="connsiteX0" fmla="*/ 0 w 12696"/>
              <a:gd name="connsiteY0" fmla="*/ 0 h 761"/>
              <a:gd name="connsiteX1" fmla="*/ 0 w 12696"/>
              <a:gd name="connsiteY1" fmla="*/ 762 h 761"/>
            </a:gdLst>
            <a:ahLst/>
            <a:cxnLst/>
            <a:rect l="l" t="t" r="r" b="b"/>
            <a:pathLst>
              <a:path w="12696" h="761">
                <a:moveTo>
                  <a:pt x="0" y="0"/>
                </a:moveTo>
                <a:lnTo>
                  <a:pt x="0" y="762"/>
                </a:lnTo>
                <a:close/>
              </a:path>
            </a:pathLst>
          </a:custGeom>
          <a:solidFill>
            <a:srgbClr val="000000"/>
          </a:solidFill>
          <a:ln w="12690" cap="flat">
            <a:noFill/>
            <a:prstDash val="solid"/>
            <a:miter/>
          </a:ln>
        </p:spPr>
        <p:txBody>
          <a:bodyPr anchor="ctr"/>
          <a:lstStyle/>
          <a:p>
            <a:pPr>
              <a:buNone/>
            </a:pPr>
            <a:endParaRPr/>
          </a:p>
        </p:txBody>
      </p:sp>
      <p:sp>
        <p:nvSpPr>
          <p:cNvPr id="475" name="Freeform: Shape 474">
            <a:extLst>
              <a:ext uri="{FF2B5EF4-FFF2-40B4-BE49-F238E27FC236}">
                <a16:creationId xmlns:a16="http://schemas.microsoft.com/office/drawing/2014/main" id="{C29525FA-4DE7-422B-8FF4-DE510CBEB96F}"/>
              </a:ext>
            </a:extLst>
          </p:cNvPr>
          <p:cNvSpPr>
            <a:spLocks noGrp="1"/>
          </p:cNvSpPr>
          <p:nvPr/>
        </p:nvSpPr>
        <p:spPr>
          <a:xfrm>
            <a:off x="4371687" y="1158436"/>
            <a:ext cx="9354" cy="106167"/>
          </a:xfrm>
          <a:custGeom>
            <a:avLst/>
            <a:gdLst>
              <a:gd name="connsiteX0" fmla="*/ 9355 w 9354"/>
              <a:gd name="connsiteY0" fmla="*/ 103224 h 106167"/>
              <a:gd name="connsiteX1" fmla="*/ 9355 w 9354"/>
              <a:gd name="connsiteY1" fmla="*/ 5587 h 106167"/>
              <a:gd name="connsiteX2" fmla="*/ 2879 w 9354"/>
              <a:gd name="connsiteY2" fmla="*/ 4444 h 106167"/>
              <a:gd name="connsiteX3" fmla="*/ 721 w 9354"/>
              <a:gd name="connsiteY3" fmla="*/ 3555 h 106167"/>
              <a:gd name="connsiteX4" fmla="*/ 721 w 9354"/>
              <a:gd name="connsiteY4" fmla="*/ 3555 h 106167"/>
              <a:gd name="connsiteX5" fmla="*/ 721 w 9354"/>
              <a:gd name="connsiteY5" fmla="*/ 3555 h 106167"/>
              <a:gd name="connsiteX6" fmla="*/ 86 w 9354"/>
              <a:gd name="connsiteY6" fmla="*/ 2793 h 106167"/>
              <a:gd name="connsiteX7" fmla="*/ 86 w 9354"/>
              <a:gd name="connsiteY7" fmla="*/ 1905 h 106167"/>
              <a:gd name="connsiteX8" fmla="*/ 86 w 9354"/>
              <a:gd name="connsiteY8" fmla="*/ 1016 h 106167"/>
              <a:gd name="connsiteX9" fmla="*/ 86 w 9354"/>
              <a:gd name="connsiteY9" fmla="*/ 0 h 106167"/>
              <a:gd name="connsiteX10" fmla="*/ 86 w 9354"/>
              <a:gd name="connsiteY10" fmla="*/ 0 h 106167"/>
              <a:gd name="connsiteX11" fmla="*/ 86 w 9354"/>
              <a:gd name="connsiteY11" fmla="*/ 0 h 106167"/>
              <a:gd name="connsiteX12" fmla="*/ 86 w 9354"/>
              <a:gd name="connsiteY12" fmla="*/ 103605 h 106167"/>
              <a:gd name="connsiteX13" fmla="*/ 86 w 9354"/>
              <a:gd name="connsiteY13" fmla="*/ 103605 h 106167"/>
              <a:gd name="connsiteX14" fmla="*/ 86 w 9354"/>
              <a:gd name="connsiteY14" fmla="*/ 104494 h 106167"/>
              <a:gd name="connsiteX15" fmla="*/ 86 w 9354"/>
              <a:gd name="connsiteY15" fmla="*/ 105383 h 106167"/>
              <a:gd name="connsiteX16" fmla="*/ 86 w 9354"/>
              <a:gd name="connsiteY16" fmla="*/ 106144 h 106167"/>
              <a:gd name="connsiteX17" fmla="*/ 848 w 9354"/>
              <a:gd name="connsiteY17" fmla="*/ 106144 h 106167"/>
              <a:gd name="connsiteX18" fmla="*/ 1736 w 9354"/>
              <a:gd name="connsiteY18" fmla="*/ 106144 h 106167"/>
              <a:gd name="connsiteX19" fmla="*/ 2625 w 9354"/>
              <a:gd name="connsiteY19" fmla="*/ 106144 h 106167"/>
              <a:gd name="connsiteX20" fmla="*/ 4276 w 9354"/>
              <a:gd name="connsiteY20" fmla="*/ 106144 h 106167"/>
              <a:gd name="connsiteX21" fmla="*/ 9355 w 9354"/>
              <a:gd name="connsiteY21" fmla="*/ 103224 h 106167"/>
            </a:gdLst>
            <a:ahLst/>
            <a:cxnLst/>
            <a:rect l="l" t="t" r="r" b="b"/>
            <a:pathLst>
              <a:path w="9354" h="106167">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w="12690" cap="flat">
            <a:noFill/>
            <a:prstDash val="solid"/>
            <a:miter/>
          </a:ln>
        </p:spPr>
        <p:txBody>
          <a:bodyPr anchor="ctr"/>
          <a:lstStyle/>
          <a:p>
            <a:pPr>
              <a:buNone/>
            </a:pPr>
            <a:endParaRPr/>
          </a:p>
        </p:txBody>
      </p:sp>
      <p:sp>
        <p:nvSpPr>
          <p:cNvPr id="476" name="Freeform: Shape 475">
            <a:extLst>
              <a:ext uri="{FF2B5EF4-FFF2-40B4-BE49-F238E27FC236}">
                <a16:creationId xmlns:a16="http://schemas.microsoft.com/office/drawing/2014/main" id="{958CF054-7460-42EF-9790-F4AD08877FB2}"/>
              </a:ext>
            </a:extLst>
          </p:cNvPr>
          <p:cNvSpPr>
            <a:spLocks noGrp="1"/>
          </p:cNvSpPr>
          <p:nvPr/>
        </p:nvSpPr>
        <p:spPr>
          <a:xfrm>
            <a:off x="4505216" y="99947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77" name="Freeform: Shape 476">
            <a:extLst>
              <a:ext uri="{FF2B5EF4-FFF2-40B4-BE49-F238E27FC236}">
                <a16:creationId xmlns:a16="http://schemas.microsoft.com/office/drawing/2014/main" id="{00E108BD-4905-49ED-AD89-9C726E9807F0}"/>
              </a:ext>
            </a:extLst>
          </p:cNvPr>
          <p:cNvSpPr>
            <a:spLocks noGrp="1"/>
          </p:cNvSpPr>
          <p:nvPr/>
        </p:nvSpPr>
        <p:spPr>
          <a:xfrm>
            <a:off x="4370374" y="1155515"/>
            <a:ext cx="256" cy="1015"/>
          </a:xfrm>
          <a:custGeom>
            <a:avLst/>
            <a:gdLst>
              <a:gd name="connsiteX0" fmla="*/ 256 w 256"/>
              <a:gd name="connsiteY0" fmla="*/ 1016 h 1015"/>
              <a:gd name="connsiteX1" fmla="*/ 256 w 256"/>
              <a:gd name="connsiteY1" fmla="*/ 1016 h 1015"/>
              <a:gd name="connsiteX2" fmla="*/ 256 w 256"/>
              <a:gd name="connsiteY2" fmla="*/ 0 h 1015"/>
              <a:gd name="connsiteX3" fmla="*/ 129 w 256"/>
              <a:gd name="connsiteY3" fmla="*/ 889 h 1015"/>
              <a:gd name="connsiteX4" fmla="*/ 256 w 256"/>
              <a:gd name="connsiteY4" fmla="*/ 1016 h 1015"/>
            </a:gdLst>
            <a:ahLst/>
            <a:cxnLst/>
            <a:rect l="l" t="t" r="r" b="b"/>
            <a:pathLst>
              <a:path w="256" h="1015">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w="12690" cap="flat">
            <a:noFill/>
            <a:prstDash val="solid"/>
            <a:miter/>
          </a:ln>
        </p:spPr>
        <p:txBody>
          <a:bodyPr anchor="ctr"/>
          <a:lstStyle/>
          <a:p>
            <a:pPr>
              <a:buNone/>
            </a:pPr>
            <a:endParaRPr/>
          </a:p>
        </p:txBody>
      </p:sp>
      <p:sp>
        <p:nvSpPr>
          <p:cNvPr id="478" name="Freeform: Shape 477">
            <a:extLst>
              <a:ext uri="{FF2B5EF4-FFF2-40B4-BE49-F238E27FC236}">
                <a16:creationId xmlns:a16="http://schemas.microsoft.com/office/drawing/2014/main" id="{6CE54D8E-9694-46FC-941F-CFF130900AC6}"/>
              </a:ext>
            </a:extLst>
          </p:cNvPr>
          <p:cNvSpPr>
            <a:spLocks noGrp="1"/>
          </p:cNvSpPr>
          <p:nvPr/>
        </p:nvSpPr>
        <p:spPr>
          <a:xfrm>
            <a:off x="4371392" y="1000235"/>
            <a:ext cx="140173" cy="154772"/>
          </a:xfrm>
          <a:custGeom>
            <a:avLst/>
            <a:gdLst>
              <a:gd name="connsiteX0" fmla="*/ 13967 w 140173"/>
              <a:gd name="connsiteY0" fmla="*/ 154646 h 154772"/>
              <a:gd name="connsiteX1" fmla="*/ 140173 w 140173"/>
              <a:gd name="connsiteY1" fmla="*/ 7745 h 154772"/>
              <a:gd name="connsiteX2" fmla="*/ 136872 w 140173"/>
              <a:gd name="connsiteY2" fmla="*/ 7745 h 154772"/>
              <a:gd name="connsiteX3" fmla="*/ 132796 w 140173"/>
              <a:gd name="connsiteY3" fmla="*/ 1828 h 154772"/>
              <a:gd name="connsiteX4" fmla="*/ 132809 w 140173"/>
              <a:gd name="connsiteY4" fmla="*/ 1778 h 154772"/>
              <a:gd name="connsiteX5" fmla="*/ 133698 w 140173"/>
              <a:gd name="connsiteY5" fmla="*/ 0 h 154772"/>
              <a:gd name="connsiteX6" fmla="*/ 0 w 140173"/>
              <a:gd name="connsiteY6" fmla="*/ 154773 h 154772"/>
              <a:gd name="connsiteX7" fmla="*/ 0 w 140173"/>
              <a:gd name="connsiteY7" fmla="*/ 154773 h 154772"/>
              <a:gd name="connsiteX8" fmla="*/ 5460 w 140173"/>
              <a:gd name="connsiteY8" fmla="*/ 152741 h 154772"/>
            </a:gdLst>
            <a:ahLst/>
            <a:cxnLst/>
            <a:rect l="l" t="t" r="r" b="b"/>
            <a:pathLst>
              <a:path w="140173" h="154772">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w="12690" cap="flat">
            <a:noFill/>
            <a:prstDash val="solid"/>
            <a:miter/>
          </a:ln>
        </p:spPr>
        <p:txBody>
          <a:bodyPr anchor="ctr"/>
          <a:lstStyle/>
          <a:p>
            <a:pPr>
              <a:buNone/>
            </a:pPr>
            <a:endParaRPr/>
          </a:p>
        </p:txBody>
      </p:sp>
      <p:sp>
        <p:nvSpPr>
          <p:cNvPr id="479" name="Freeform: Shape 478">
            <a:extLst>
              <a:ext uri="{FF2B5EF4-FFF2-40B4-BE49-F238E27FC236}">
                <a16:creationId xmlns:a16="http://schemas.microsoft.com/office/drawing/2014/main" id="{ACAB4EF7-5C3F-4753-AFD7-0E9E45555E3B}"/>
              </a:ext>
            </a:extLst>
          </p:cNvPr>
          <p:cNvSpPr>
            <a:spLocks noGrp="1"/>
          </p:cNvSpPr>
          <p:nvPr/>
        </p:nvSpPr>
        <p:spPr>
          <a:xfrm>
            <a:off x="4371646" y="1162625"/>
            <a:ext cx="635" cy="12696"/>
          </a:xfrm>
          <a:custGeom>
            <a:avLst/>
            <a:gdLst>
              <a:gd name="connsiteX0" fmla="*/ 635 w 635"/>
              <a:gd name="connsiteY0" fmla="*/ 0 h 12696"/>
              <a:gd name="connsiteX1" fmla="*/ 635 w 635"/>
              <a:gd name="connsiteY1" fmla="*/ 0 h 12696"/>
              <a:gd name="connsiteX2" fmla="*/ 0 w 635"/>
              <a:gd name="connsiteY2" fmla="*/ 0 h 12696"/>
            </a:gdLst>
            <a:ahLst/>
            <a:cxnLst/>
            <a:rect l="l" t="t" r="r" b="b"/>
            <a:pathLst>
              <a:path w="635" h="12696">
                <a:moveTo>
                  <a:pt x="635" y="0"/>
                </a:moveTo>
                <a:lnTo>
                  <a:pt x="635" y="0"/>
                </a:lnTo>
                <a:cubicBezTo>
                  <a:pt x="635" y="0"/>
                  <a:pt x="635" y="0"/>
                  <a:pt x="0" y="0"/>
                </a:cubicBezTo>
                <a:close/>
              </a:path>
            </a:pathLst>
          </a:custGeom>
          <a:solidFill>
            <a:srgbClr val="000000"/>
          </a:solidFill>
          <a:ln w="12690" cap="flat">
            <a:noFill/>
            <a:prstDash val="solid"/>
            <a:miter/>
          </a:ln>
        </p:spPr>
        <p:txBody>
          <a:bodyPr anchor="ctr"/>
          <a:lstStyle/>
          <a:p>
            <a:pPr>
              <a:buNone/>
            </a:pPr>
            <a:endParaRPr/>
          </a:p>
        </p:txBody>
      </p:sp>
      <p:sp>
        <p:nvSpPr>
          <p:cNvPr id="480" name="Freeform: Shape 479">
            <a:extLst>
              <a:ext uri="{FF2B5EF4-FFF2-40B4-BE49-F238E27FC236}">
                <a16:creationId xmlns:a16="http://schemas.microsoft.com/office/drawing/2014/main" id="{B70243E6-91D4-4154-8A9D-739A7639A377}"/>
              </a:ext>
            </a:extLst>
          </p:cNvPr>
          <p:cNvSpPr>
            <a:spLocks noGrp="1"/>
          </p:cNvSpPr>
          <p:nvPr/>
        </p:nvSpPr>
        <p:spPr>
          <a:xfrm>
            <a:off x="5554228" y="122776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anchor="ctr"/>
          <a:lstStyle/>
          <a:p>
            <a:pPr>
              <a:buNone/>
            </a:pPr>
            <a:endParaRPr/>
          </a:p>
        </p:txBody>
      </p:sp>
      <p:sp>
        <p:nvSpPr>
          <p:cNvPr id="481" name="Freeform: Shape 480">
            <a:extLst>
              <a:ext uri="{FF2B5EF4-FFF2-40B4-BE49-F238E27FC236}">
                <a16:creationId xmlns:a16="http://schemas.microsoft.com/office/drawing/2014/main" id="{CA5DF0C5-387A-4C77-975F-D3952424B1E5}"/>
              </a:ext>
            </a:extLst>
          </p:cNvPr>
          <p:cNvSpPr>
            <a:spLocks noGrp="1"/>
          </p:cNvSpPr>
          <p:nvPr/>
        </p:nvSpPr>
        <p:spPr>
          <a:xfrm>
            <a:off x="5554228" y="1229664"/>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482" name="Freeform: Shape 481">
            <a:extLst>
              <a:ext uri="{FF2B5EF4-FFF2-40B4-BE49-F238E27FC236}">
                <a16:creationId xmlns:a16="http://schemas.microsoft.com/office/drawing/2014/main" id="{985544F6-B794-4A24-8D73-2A8FF3302B69}"/>
              </a:ext>
            </a:extLst>
          </p:cNvPr>
          <p:cNvSpPr>
            <a:spLocks noGrp="1"/>
          </p:cNvSpPr>
          <p:nvPr/>
        </p:nvSpPr>
        <p:spPr>
          <a:xfrm>
            <a:off x="5552704" y="1226109"/>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83" name="Freeform: Shape 482">
            <a:extLst>
              <a:ext uri="{FF2B5EF4-FFF2-40B4-BE49-F238E27FC236}">
                <a16:creationId xmlns:a16="http://schemas.microsoft.com/office/drawing/2014/main" id="{0A947B56-3D39-4366-A6BA-46C8E190A169}"/>
              </a:ext>
            </a:extLst>
          </p:cNvPr>
          <p:cNvSpPr>
            <a:spLocks noGrp="1"/>
          </p:cNvSpPr>
          <p:nvPr/>
        </p:nvSpPr>
        <p:spPr>
          <a:xfrm>
            <a:off x="4504217" y="997483"/>
            <a:ext cx="1046074" cy="234974"/>
          </a:xfrm>
          <a:custGeom>
            <a:avLst/>
            <a:gdLst>
              <a:gd name="connsiteX0" fmla="*/ 4046 w 1046074"/>
              <a:gd name="connsiteY0" fmla="*/ 9862 h 234974"/>
              <a:gd name="connsiteX1" fmla="*/ 7347 w 1046074"/>
              <a:gd name="connsiteY1" fmla="*/ 9862 h 234974"/>
              <a:gd name="connsiteX2" fmla="*/ 1035790 w 1046074"/>
              <a:gd name="connsiteY2" fmla="*/ 234975 h 234974"/>
              <a:gd name="connsiteX3" fmla="*/ 1040361 w 1046074"/>
              <a:gd name="connsiteY3" fmla="*/ 229134 h 234974"/>
              <a:gd name="connsiteX4" fmla="*/ 1040361 w 1046074"/>
              <a:gd name="connsiteY4" fmla="*/ 229134 h 234974"/>
              <a:gd name="connsiteX5" fmla="*/ 1041250 w 1046074"/>
              <a:gd name="connsiteY5" fmla="*/ 228373 h 234974"/>
              <a:gd name="connsiteX6" fmla="*/ 1042012 w 1046074"/>
              <a:gd name="connsiteY6" fmla="*/ 228373 h 234974"/>
              <a:gd name="connsiteX7" fmla="*/ 1043027 w 1046074"/>
              <a:gd name="connsiteY7" fmla="*/ 228373 h 234974"/>
              <a:gd name="connsiteX8" fmla="*/ 1045059 w 1046074"/>
              <a:gd name="connsiteY8" fmla="*/ 228373 h 234974"/>
              <a:gd name="connsiteX9" fmla="*/ 1046075 w 1046074"/>
              <a:gd name="connsiteY9" fmla="*/ 228373 h 234974"/>
              <a:gd name="connsiteX10" fmla="*/ 1046075 w 1046074"/>
              <a:gd name="connsiteY10" fmla="*/ 228373 h 234974"/>
              <a:gd name="connsiteX11" fmla="*/ 1046075 w 1046074"/>
              <a:gd name="connsiteY11" fmla="*/ 228373 h 234974"/>
              <a:gd name="connsiteX12" fmla="*/ 6712 w 1046074"/>
              <a:gd name="connsiteY12" fmla="*/ 86 h 234974"/>
              <a:gd name="connsiteX13" fmla="*/ 4554 w 1046074"/>
              <a:gd name="connsiteY13" fmla="*/ 86 h 234974"/>
              <a:gd name="connsiteX14" fmla="*/ 2776 w 1046074"/>
              <a:gd name="connsiteY14" fmla="*/ 86 h 234974"/>
              <a:gd name="connsiteX15" fmla="*/ 2776 w 1046074"/>
              <a:gd name="connsiteY15" fmla="*/ 86 h 234974"/>
              <a:gd name="connsiteX16" fmla="*/ 1253 w 1046074"/>
              <a:gd name="connsiteY16" fmla="*/ 1228 h 234974"/>
              <a:gd name="connsiteX17" fmla="*/ 1253 w 1046074"/>
              <a:gd name="connsiteY17" fmla="*/ 1228 h 234974"/>
              <a:gd name="connsiteX18" fmla="*/ 1253 w 1046074"/>
              <a:gd name="connsiteY18" fmla="*/ 1228 h 234974"/>
              <a:gd name="connsiteX19" fmla="*/ 364 w 1046074"/>
              <a:gd name="connsiteY19" fmla="*/ 3006 h 234974"/>
              <a:gd name="connsiteX20" fmla="*/ 3196 w 1046074"/>
              <a:gd name="connsiteY20" fmla="*/ 9608 h 234974"/>
              <a:gd name="connsiteX21" fmla="*/ 4046 w 1046074"/>
              <a:gd name="connsiteY21" fmla="*/ 9862 h 234974"/>
            </a:gdLst>
            <a:ahLst/>
            <a:cxnLst/>
            <a:rect l="l" t="t" r="r" b="b"/>
            <a:pathLst>
              <a:path w="1046074" h="2349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w="12690" cap="flat">
            <a:noFill/>
            <a:prstDash val="solid"/>
            <a:miter/>
          </a:ln>
        </p:spPr>
        <p:txBody>
          <a:bodyPr anchor="ctr"/>
          <a:lstStyle/>
          <a:p>
            <a:pPr>
              <a:buNone/>
            </a:pPr>
            <a:endParaRPr/>
          </a:p>
        </p:txBody>
      </p:sp>
      <p:sp>
        <p:nvSpPr>
          <p:cNvPr id="484" name="Freeform: Shape 483">
            <a:extLst>
              <a:ext uri="{FF2B5EF4-FFF2-40B4-BE49-F238E27FC236}">
                <a16:creationId xmlns:a16="http://schemas.microsoft.com/office/drawing/2014/main" id="{A3F20888-7E8F-405F-8F84-6D4356ECB7EA}"/>
              </a:ext>
            </a:extLst>
          </p:cNvPr>
          <p:cNvSpPr>
            <a:spLocks noGrp="1"/>
          </p:cNvSpPr>
          <p:nvPr/>
        </p:nvSpPr>
        <p:spPr>
          <a:xfrm>
            <a:off x="5550927" y="1226033"/>
            <a:ext cx="888" cy="76"/>
          </a:xfrm>
          <a:custGeom>
            <a:avLst/>
            <a:gdLst>
              <a:gd name="connsiteX0" fmla="*/ 889 w 888"/>
              <a:gd name="connsiteY0" fmla="*/ 76 h 76"/>
              <a:gd name="connsiteX1" fmla="*/ 0 w 888"/>
              <a:gd name="connsiteY1" fmla="*/ 76 h 76"/>
              <a:gd name="connsiteX2" fmla="*/ 0 w 888"/>
              <a:gd name="connsiteY2" fmla="*/ 76 h 76"/>
              <a:gd name="connsiteX3" fmla="*/ 889 w 888"/>
              <a:gd name="connsiteY3" fmla="*/ 76 h 76"/>
            </a:gdLst>
            <a:ahLst/>
            <a:cxnLst/>
            <a:rect l="l" t="t" r="r" b="b"/>
            <a:pathLst>
              <a:path w="888" h="76">
                <a:moveTo>
                  <a:pt x="889" y="76"/>
                </a:moveTo>
                <a:cubicBezTo>
                  <a:pt x="597" y="-25"/>
                  <a:pt x="292" y="-25"/>
                  <a:pt x="0" y="76"/>
                </a:cubicBezTo>
                <a:lnTo>
                  <a:pt x="0" y="76"/>
                </a:lnTo>
                <a:cubicBezTo>
                  <a:pt x="292" y="0"/>
                  <a:pt x="597" y="0"/>
                  <a:pt x="889" y="76"/>
                </a:cubicBezTo>
                <a:close/>
              </a:path>
            </a:pathLst>
          </a:custGeom>
          <a:solidFill>
            <a:srgbClr val="000000"/>
          </a:solidFill>
          <a:ln w="12690" cap="flat">
            <a:noFill/>
            <a:prstDash val="solid"/>
            <a:miter/>
          </a:ln>
        </p:spPr>
        <p:txBody>
          <a:bodyPr anchor="ctr"/>
          <a:lstStyle/>
          <a:p>
            <a:pPr>
              <a:buNone/>
            </a:pPr>
            <a:endParaRPr/>
          </a:p>
        </p:txBody>
      </p:sp>
      <p:sp>
        <p:nvSpPr>
          <p:cNvPr id="485" name="Freeform: Shape 484">
            <a:extLst>
              <a:ext uri="{FF2B5EF4-FFF2-40B4-BE49-F238E27FC236}">
                <a16:creationId xmlns:a16="http://schemas.microsoft.com/office/drawing/2014/main" id="{74F7AF4D-E4E1-4FB0-BED3-DBE9567D3A34}"/>
              </a:ext>
            </a:extLst>
          </p:cNvPr>
          <p:cNvSpPr>
            <a:spLocks noGrp="1"/>
          </p:cNvSpPr>
          <p:nvPr/>
        </p:nvSpPr>
        <p:spPr>
          <a:xfrm>
            <a:off x="5543436" y="1229537"/>
            <a:ext cx="10800" cy="108798"/>
          </a:xfrm>
          <a:custGeom>
            <a:avLst/>
            <a:gdLst>
              <a:gd name="connsiteX0" fmla="*/ 10792 w 10800"/>
              <a:gd name="connsiteY0" fmla="*/ 127 h 108798"/>
              <a:gd name="connsiteX1" fmla="*/ 9904 w 10800"/>
              <a:gd name="connsiteY1" fmla="*/ 3301 h 108798"/>
              <a:gd name="connsiteX2" fmla="*/ 0 w 10800"/>
              <a:gd name="connsiteY2" fmla="*/ 15998 h 108798"/>
              <a:gd name="connsiteX3" fmla="*/ 0 w 10800"/>
              <a:gd name="connsiteY3" fmla="*/ 103986 h 108798"/>
              <a:gd name="connsiteX4" fmla="*/ 6069 w 10800"/>
              <a:gd name="connsiteY4" fmla="*/ 108760 h 108798"/>
              <a:gd name="connsiteX5" fmla="*/ 10031 w 10800"/>
              <a:gd name="connsiteY5" fmla="*/ 106272 h 108798"/>
              <a:gd name="connsiteX6" fmla="*/ 10031 w 10800"/>
              <a:gd name="connsiteY6" fmla="*/ 105383 h 108798"/>
              <a:gd name="connsiteX7" fmla="*/ 10031 w 10800"/>
              <a:gd name="connsiteY7" fmla="*/ 104494 h 108798"/>
              <a:gd name="connsiteX8" fmla="*/ 10031 w 10800"/>
              <a:gd name="connsiteY8" fmla="*/ 0 h 108798"/>
            </a:gdLst>
            <a:ahLst/>
            <a:cxnLst/>
            <a:rect l="l" t="t" r="r" b="b"/>
            <a:pathLst>
              <a:path w="10800" h="108798">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w="12690" cap="flat">
            <a:noFill/>
            <a:prstDash val="solid"/>
            <a:miter/>
          </a:ln>
        </p:spPr>
        <p:txBody>
          <a:bodyPr anchor="ctr"/>
          <a:lstStyle/>
          <a:p>
            <a:pPr>
              <a:buNone/>
            </a:pPr>
            <a:endParaRPr/>
          </a:p>
        </p:txBody>
      </p:sp>
      <p:sp>
        <p:nvSpPr>
          <p:cNvPr id="486" name="Freeform: Shape 485">
            <a:extLst>
              <a:ext uri="{FF2B5EF4-FFF2-40B4-BE49-F238E27FC236}">
                <a16:creationId xmlns:a16="http://schemas.microsoft.com/office/drawing/2014/main" id="{DF1F3792-F8F9-4129-9A50-E0FFAB01B5B0}"/>
              </a:ext>
            </a:extLst>
          </p:cNvPr>
          <p:cNvSpPr>
            <a:spLocks noGrp="1"/>
          </p:cNvSpPr>
          <p:nvPr/>
        </p:nvSpPr>
        <p:spPr>
          <a:xfrm>
            <a:off x="5552704" y="1226363"/>
            <a:ext cx="634" cy="635"/>
          </a:xfrm>
          <a:custGeom>
            <a:avLst/>
            <a:gdLst>
              <a:gd name="connsiteX0" fmla="*/ 635 w 634"/>
              <a:gd name="connsiteY0" fmla="*/ 635 h 635"/>
              <a:gd name="connsiteX1" fmla="*/ 0 w 634"/>
              <a:gd name="connsiteY1" fmla="*/ 0 h 635"/>
              <a:gd name="connsiteX2" fmla="*/ 0 w 634"/>
              <a:gd name="connsiteY2" fmla="*/ 0 h 635"/>
            </a:gdLst>
            <a:ahLst/>
            <a:cxnLst/>
            <a:rect l="l" t="t" r="r" b="b"/>
            <a:pathLst>
              <a:path w="634" h="635">
                <a:moveTo>
                  <a:pt x="635" y="635"/>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87" name="Freeform: Shape 486">
            <a:extLst>
              <a:ext uri="{FF2B5EF4-FFF2-40B4-BE49-F238E27FC236}">
                <a16:creationId xmlns:a16="http://schemas.microsoft.com/office/drawing/2014/main" id="{A95D78D5-F26B-4D6A-8010-6F25DCDEA420}"/>
              </a:ext>
            </a:extLst>
          </p:cNvPr>
          <p:cNvSpPr>
            <a:spLocks noGrp="1"/>
          </p:cNvSpPr>
          <p:nvPr/>
        </p:nvSpPr>
        <p:spPr>
          <a:xfrm>
            <a:off x="5549276" y="1225093"/>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488" name="Freeform: Shape 487">
            <a:extLst>
              <a:ext uri="{FF2B5EF4-FFF2-40B4-BE49-F238E27FC236}">
                <a16:creationId xmlns:a16="http://schemas.microsoft.com/office/drawing/2014/main" id="{2EA6CE54-927E-4B72-943A-8D6DFBD3D0DF}"/>
              </a:ext>
            </a:extLst>
          </p:cNvPr>
          <p:cNvSpPr>
            <a:spLocks noGrp="1"/>
          </p:cNvSpPr>
          <p:nvPr/>
        </p:nvSpPr>
        <p:spPr>
          <a:xfrm>
            <a:off x="5554228" y="1227760"/>
            <a:ext cx="12696" cy="888"/>
          </a:xfrm>
          <a:custGeom>
            <a:avLst/>
            <a:gdLst>
              <a:gd name="connsiteX0" fmla="*/ 0 w 12696"/>
              <a:gd name="connsiteY0" fmla="*/ 889 h 888"/>
              <a:gd name="connsiteX1" fmla="*/ 0 w 12696"/>
              <a:gd name="connsiteY1" fmla="*/ 0 h 888"/>
              <a:gd name="connsiteX2" fmla="*/ 0 w 12696"/>
              <a:gd name="connsiteY2" fmla="*/ 0 h 888"/>
            </a:gdLst>
            <a:ahLst/>
            <a:cxnLst/>
            <a:rect l="l" t="t" r="r" b="b"/>
            <a:pathLst>
              <a:path w="12696" h="888">
                <a:moveTo>
                  <a:pt x="0" y="889"/>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89" name="Freeform: Shape 488">
            <a:extLst>
              <a:ext uri="{FF2B5EF4-FFF2-40B4-BE49-F238E27FC236}">
                <a16:creationId xmlns:a16="http://schemas.microsoft.com/office/drawing/2014/main" id="{88590B5E-A2AA-4DE5-A1C1-28894A64A298}"/>
              </a:ext>
            </a:extLst>
          </p:cNvPr>
          <p:cNvSpPr>
            <a:spLocks noGrp="1"/>
          </p:cNvSpPr>
          <p:nvPr/>
        </p:nvSpPr>
        <p:spPr>
          <a:xfrm>
            <a:off x="5452653" y="1225220"/>
            <a:ext cx="100439" cy="128871"/>
          </a:xfrm>
          <a:custGeom>
            <a:avLst/>
            <a:gdLst>
              <a:gd name="connsiteX0" fmla="*/ 97131 w 100439"/>
              <a:gd name="connsiteY0" fmla="*/ 0 h 128871"/>
              <a:gd name="connsiteX1" fmla="*/ 95099 w 100439"/>
              <a:gd name="connsiteY1" fmla="*/ 0 h 128871"/>
              <a:gd name="connsiteX2" fmla="*/ 94084 w 100439"/>
              <a:gd name="connsiteY2" fmla="*/ 0 h 128871"/>
              <a:gd name="connsiteX3" fmla="*/ 93322 w 100439"/>
              <a:gd name="connsiteY3" fmla="*/ 0 h 128871"/>
              <a:gd name="connsiteX4" fmla="*/ 92433 w 100439"/>
              <a:gd name="connsiteY4" fmla="*/ 762 h 128871"/>
              <a:gd name="connsiteX5" fmla="*/ 92433 w 100439"/>
              <a:gd name="connsiteY5" fmla="*/ 762 h 128871"/>
              <a:gd name="connsiteX6" fmla="*/ 87862 w 100439"/>
              <a:gd name="connsiteY6" fmla="*/ 6603 h 128871"/>
              <a:gd name="connsiteX7" fmla="*/ 0 w 100439"/>
              <a:gd name="connsiteY7" fmla="*/ 122904 h 128871"/>
              <a:gd name="connsiteX8" fmla="*/ 3555 w 100439"/>
              <a:gd name="connsiteY8" fmla="*/ 123539 h 128871"/>
              <a:gd name="connsiteX9" fmla="*/ 3555 w 100439"/>
              <a:gd name="connsiteY9" fmla="*/ 123539 h 128871"/>
              <a:gd name="connsiteX10" fmla="*/ 4444 w 100439"/>
              <a:gd name="connsiteY10" fmla="*/ 123539 h 128871"/>
              <a:gd name="connsiteX11" fmla="*/ 5333 w 100439"/>
              <a:gd name="connsiteY11" fmla="*/ 124174 h 128871"/>
              <a:gd name="connsiteX12" fmla="*/ 6095 w 100439"/>
              <a:gd name="connsiteY12" fmla="*/ 124809 h 128871"/>
              <a:gd name="connsiteX13" fmla="*/ 6095 w 100439"/>
              <a:gd name="connsiteY13" fmla="*/ 125571 h 128871"/>
              <a:gd name="connsiteX14" fmla="*/ 6095 w 100439"/>
              <a:gd name="connsiteY14" fmla="*/ 126332 h 128871"/>
              <a:gd name="connsiteX15" fmla="*/ 6095 w 100439"/>
              <a:gd name="connsiteY15" fmla="*/ 127348 h 128871"/>
              <a:gd name="connsiteX16" fmla="*/ 6095 w 100439"/>
              <a:gd name="connsiteY16" fmla="*/ 127348 h 128871"/>
              <a:gd name="connsiteX17" fmla="*/ 6095 w 100439"/>
              <a:gd name="connsiteY17" fmla="*/ 128871 h 128871"/>
              <a:gd name="connsiteX18" fmla="*/ 89640 w 100439"/>
              <a:gd name="connsiteY18" fmla="*/ 19426 h 128871"/>
              <a:gd name="connsiteX19" fmla="*/ 99543 w 100439"/>
              <a:gd name="connsiteY19" fmla="*/ 6729 h 128871"/>
              <a:gd name="connsiteX20" fmla="*/ 100432 w 100439"/>
              <a:gd name="connsiteY20" fmla="*/ 3555 h 128871"/>
              <a:gd name="connsiteX21" fmla="*/ 100432 w 100439"/>
              <a:gd name="connsiteY21" fmla="*/ 3555 h 128871"/>
              <a:gd name="connsiteX22" fmla="*/ 100432 w 100439"/>
              <a:gd name="connsiteY22" fmla="*/ 3555 h 128871"/>
              <a:gd name="connsiteX23" fmla="*/ 100432 w 100439"/>
              <a:gd name="connsiteY23" fmla="*/ 2667 h 128871"/>
              <a:gd name="connsiteX24" fmla="*/ 100432 w 100439"/>
              <a:gd name="connsiteY24" fmla="*/ 2667 h 128871"/>
              <a:gd name="connsiteX25" fmla="*/ 100432 w 100439"/>
              <a:gd name="connsiteY25" fmla="*/ 2667 h 128871"/>
              <a:gd name="connsiteX26" fmla="*/ 99797 w 100439"/>
              <a:gd name="connsiteY26" fmla="*/ 2032 h 128871"/>
              <a:gd name="connsiteX27" fmla="*/ 99797 w 100439"/>
              <a:gd name="connsiteY27" fmla="*/ 2032 h 128871"/>
              <a:gd name="connsiteX28" fmla="*/ 99162 w 100439"/>
              <a:gd name="connsiteY28" fmla="*/ 2032 h 128871"/>
              <a:gd name="connsiteX29" fmla="*/ 98147 w 100439"/>
              <a:gd name="connsiteY29" fmla="*/ 2032 h 128871"/>
            </a:gdLst>
            <a:ahLst/>
            <a:cxnLst/>
            <a:rect l="l" t="t" r="r" b="b"/>
            <a:pathLst>
              <a:path w="100439" h="128871">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w="12690" cap="flat">
            <a:noFill/>
            <a:prstDash val="solid"/>
            <a:miter/>
          </a:ln>
        </p:spPr>
        <p:txBody>
          <a:bodyPr anchor="ctr"/>
          <a:lstStyle/>
          <a:p>
            <a:pPr>
              <a:buNone/>
            </a:pPr>
            <a:endParaRPr/>
          </a:p>
        </p:txBody>
      </p:sp>
      <p:sp>
        <p:nvSpPr>
          <p:cNvPr id="490" name="Freeform: Shape 489">
            <a:extLst>
              <a:ext uri="{FF2B5EF4-FFF2-40B4-BE49-F238E27FC236}">
                <a16:creationId xmlns:a16="http://schemas.microsoft.com/office/drawing/2014/main" id="{80C90B00-9F30-4A94-9562-C6B1DF952158}"/>
              </a:ext>
            </a:extLst>
          </p:cNvPr>
          <p:cNvSpPr>
            <a:spLocks noGrp="1"/>
          </p:cNvSpPr>
          <p:nvPr/>
        </p:nvSpPr>
        <p:spPr>
          <a:xfrm>
            <a:off x="5449479" y="1353076"/>
            <a:ext cx="10712" cy="109090"/>
          </a:xfrm>
          <a:custGeom>
            <a:avLst/>
            <a:gdLst>
              <a:gd name="connsiteX0" fmla="*/ 10665 w 10712"/>
              <a:gd name="connsiteY0" fmla="*/ 104494 h 109090"/>
              <a:gd name="connsiteX1" fmla="*/ 10665 w 10712"/>
              <a:gd name="connsiteY1" fmla="*/ 0 h 109090"/>
              <a:gd name="connsiteX2" fmla="*/ 10665 w 10712"/>
              <a:gd name="connsiteY2" fmla="*/ 0 h 109090"/>
              <a:gd name="connsiteX3" fmla="*/ 10665 w 10712"/>
              <a:gd name="connsiteY3" fmla="*/ 1396 h 109090"/>
              <a:gd name="connsiteX4" fmla="*/ 5333 w 10712"/>
              <a:gd name="connsiteY4" fmla="*/ 5333 h 109090"/>
              <a:gd name="connsiteX5" fmla="*/ 4317 w 10712"/>
              <a:gd name="connsiteY5" fmla="*/ 5333 h 109090"/>
              <a:gd name="connsiteX6" fmla="*/ 0 w 10712"/>
              <a:gd name="connsiteY6" fmla="*/ 4571 h 109090"/>
              <a:gd name="connsiteX7" fmla="*/ 0 w 10712"/>
              <a:gd name="connsiteY7" fmla="*/ 104113 h 109090"/>
              <a:gd name="connsiteX8" fmla="*/ 5320 w 10712"/>
              <a:gd name="connsiteY8" fmla="*/ 108938 h 109090"/>
              <a:gd name="connsiteX9" fmla="*/ 5333 w 10712"/>
              <a:gd name="connsiteY9" fmla="*/ 108938 h 109090"/>
              <a:gd name="connsiteX10" fmla="*/ 5333 w 10712"/>
              <a:gd name="connsiteY10" fmla="*/ 108938 h 109090"/>
              <a:gd name="connsiteX11" fmla="*/ 7618 w 10712"/>
              <a:gd name="connsiteY11" fmla="*/ 108938 h 109090"/>
              <a:gd name="connsiteX12" fmla="*/ 7618 w 10712"/>
              <a:gd name="connsiteY12" fmla="*/ 108938 h 109090"/>
              <a:gd name="connsiteX13" fmla="*/ 7618 w 10712"/>
              <a:gd name="connsiteY13" fmla="*/ 108938 h 109090"/>
              <a:gd name="connsiteX14" fmla="*/ 7618 w 10712"/>
              <a:gd name="connsiteY14" fmla="*/ 108938 h 109090"/>
              <a:gd name="connsiteX15" fmla="*/ 8253 w 10712"/>
              <a:gd name="connsiteY15" fmla="*/ 108303 h 109090"/>
              <a:gd name="connsiteX16" fmla="*/ 9269 w 10712"/>
              <a:gd name="connsiteY16" fmla="*/ 106526 h 109090"/>
              <a:gd name="connsiteX17" fmla="*/ 10665 w 10712"/>
              <a:gd name="connsiteY17" fmla="*/ 104494 h 109090"/>
            </a:gdLst>
            <a:ahLst/>
            <a:cxnLst/>
            <a:rect l="l" t="t" r="r" b="b"/>
            <a:pathLst>
              <a:path w="10712" h="109090">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w="12690" cap="flat">
            <a:noFill/>
            <a:prstDash val="solid"/>
            <a:miter/>
          </a:ln>
        </p:spPr>
        <p:txBody>
          <a:bodyPr anchor="ctr"/>
          <a:lstStyle/>
          <a:p>
            <a:pPr>
              <a:buNone/>
            </a:pPr>
            <a:endParaRPr/>
          </a:p>
        </p:txBody>
      </p:sp>
      <p:sp>
        <p:nvSpPr>
          <p:cNvPr id="491" name="Freeform: Shape 490">
            <a:extLst>
              <a:ext uri="{FF2B5EF4-FFF2-40B4-BE49-F238E27FC236}">
                <a16:creationId xmlns:a16="http://schemas.microsoft.com/office/drawing/2014/main" id="{6F08CD80-6939-4C1F-ABC5-7228BE3BA676}"/>
              </a:ext>
            </a:extLst>
          </p:cNvPr>
          <p:cNvSpPr>
            <a:spLocks noGrp="1"/>
          </p:cNvSpPr>
          <p:nvPr/>
        </p:nvSpPr>
        <p:spPr>
          <a:xfrm>
            <a:off x="4370319" y="1153023"/>
            <a:ext cx="1089130" cy="204759"/>
          </a:xfrm>
          <a:custGeom>
            <a:avLst/>
            <a:gdLst>
              <a:gd name="connsiteX0" fmla="*/ 57 w 1089130"/>
              <a:gd name="connsiteY0" fmla="*/ 5793 h 204759"/>
              <a:gd name="connsiteX1" fmla="*/ 57 w 1089130"/>
              <a:gd name="connsiteY1" fmla="*/ 6682 h 204759"/>
              <a:gd name="connsiteX2" fmla="*/ 57 w 1089130"/>
              <a:gd name="connsiteY2" fmla="*/ 7571 h 204759"/>
              <a:gd name="connsiteX3" fmla="*/ 692 w 1089130"/>
              <a:gd name="connsiteY3" fmla="*/ 8333 h 204759"/>
              <a:gd name="connsiteX4" fmla="*/ 1327 w 1089130"/>
              <a:gd name="connsiteY4" fmla="*/ 8333 h 204759"/>
              <a:gd name="connsiteX5" fmla="*/ 3485 w 1089130"/>
              <a:gd name="connsiteY5" fmla="*/ 9222 h 204759"/>
              <a:gd name="connsiteX6" fmla="*/ 9961 w 1089130"/>
              <a:gd name="connsiteY6" fmla="*/ 10364 h 204759"/>
              <a:gd name="connsiteX7" fmla="*/ 1078399 w 1089130"/>
              <a:gd name="connsiteY7" fmla="*/ 203989 h 204759"/>
              <a:gd name="connsiteX8" fmla="*/ 1082715 w 1089130"/>
              <a:gd name="connsiteY8" fmla="*/ 204751 h 204759"/>
              <a:gd name="connsiteX9" fmla="*/ 1083731 w 1089130"/>
              <a:gd name="connsiteY9" fmla="*/ 204751 h 204759"/>
              <a:gd name="connsiteX10" fmla="*/ 1089064 w 1089130"/>
              <a:gd name="connsiteY10" fmla="*/ 200815 h 204759"/>
              <a:gd name="connsiteX11" fmla="*/ 1089064 w 1089130"/>
              <a:gd name="connsiteY11" fmla="*/ 199418 h 204759"/>
              <a:gd name="connsiteX12" fmla="*/ 1089064 w 1089130"/>
              <a:gd name="connsiteY12" fmla="*/ 198402 h 204759"/>
              <a:gd name="connsiteX13" fmla="*/ 1089064 w 1089130"/>
              <a:gd name="connsiteY13" fmla="*/ 197641 h 204759"/>
              <a:gd name="connsiteX14" fmla="*/ 1089064 w 1089130"/>
              <a:gd name="connsiteY14" fmla="*/ 196879 h 204759"/>
              <a:gd name="connsiteX15" fmla="*/ 1088302 w 1089130"/>
              <a:gd name="connsiteY15" fmla="*/ 196244 h 204759"/>
              <a:gd name="connsiteX16" fmla="*/ 1087413 w 1089130"/>
              <a:gd name="connsiteY16" fmla="*/ 195609 h 204759"/>
              <a:gd name="connsiteX17" fmla="*/ 1086524 w 1089130"/>
              <a:gd name="connsiteY17" fmla="*/ 195609 h 204759"/>
              <a:gd name="connsiteX18" fmla="*/ 1086524 w 1089130"/>
              <a:gd name="connsiteY18" fmla="*/ 195609 h 204759"/>
              <a:gd name="connsiteX19" fmla="*/ 1082969 w 1089130"/>
              <a:gd name="connsiteY19" fmla="*/ 194974 h 204759"/>
              <a:gd name="connsiteX20" fmla="*/ 16436 w 1089130"/>
              <a:gd name="connsiteY20" fmla="*/ 1731 h 204759"/>
              <a:gd name="connsiteX21" fmla="*/ 7802 w 1089130"/>
              <a:gd name="connsiteY21" fmla="*/ 80 h 204759"/>
              <a:gd name="connsiteX22" fmla="*/ 2343 w 1089130"/>
              <a:gd name="connsiteY22" fmla="*/ 2111 h 204759"/>
              <a:gd name="connsiteX23" fmla="*/ 2343 w 1089130"/>
              <a:gd name="connsiteY23" fmla="*/ 2111 h 204759"/>
              <a:gd name="connsiteX24" fmla="*/ 2343 w 1089130"/>
              <a:gd name="connsiteY24" fmla="*/ 2111 h 204759"/>
              <a:gd name="connsiteX25" fmla="*/ 2343 w 1089130"/>
              <a:gd name="connsiteY25" fmla="*/ 3127 h 204759"/>
              <a:gd name="connsiteX26" fmla="*/ 2343 w 1089130"/>
              <a:gd name="connsiteY26" fmla="*/ 3127 h 204759"/>
              <a:gd name="connsiteX27" fmla="*/ 2343 w 1089130"/>
              <a:gd name="connsiteY27" fmla="*/ 3762 h 204759"/>
              <a:gd name="connsiteX28" fmla="*/ 57 w 1089130"/>
              <a:gd name="connsiteY28" fmla="*/ 5793 h 204759"/>
            </a:gdLst>
            <a:ahLst/>
            <a:cxnLst/>
            <a:rect l="l" t="t" r="r" b="b"/>
            <a:pathLst>
              <a:path w="1089130" h="204759">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chemeClr val="accent1">
              <a:lumMod val="75000"/>
            </a:schemeClr>
          </a:solidFill>
          <a:ln w="12690" cap="flat">
            <a:noFill/>
            <a:prstDash val="solid"/>
            <a:miter/>
          </a:ln>
        </p:spPr>
        <p:txBody>
          <a:bodyPr anchor="ctr"/>
          <a:lstStyle/>
          <a:p>
            <a:pPr>
              <a:buNone/>
            </a:pPr>
            <a:endParaRPr/>
          </a:p>
        </p:txBody>
      </p:sp>
      <p:sp>
        <p:nvSpPr>
          <p:cNvPr id="492" name="Freeform: Shape 491">
            <a:extLst>
              <a:ext uri="{FF2B5EF4-FFF2-40B4-BE49-F238E27FC236}">
                <a16:creationId xmlns:a16="http://schemas.microsoft.com/office/drawing/2014/main" id="{D0519E3A-1811-40B7-B877-57422A9A8D5C}"/>
              </a:ext>
            </a:extLst>
          </p:cNvPr>
          <p:cNvSpPr>
            <a:spLocks noGrp="1"/>
          </p:cNvSpPr>
          <p:nvPr/>
        </p:nvSpPr>
        <p:spPr>
          <a:xfrm>
            <a:off x="8659109" y="2038698"/>
            <a:ext cx="97638" cy="84687"/>
          </a:xfrm>
          <a:custGeom>
            <a:avLst/>
            <a:gdLst>
              <a:gd name="connsiteX0" fmla="*/ 88370 w 97638"/>
              <a:gd name="connsiteY0" fmla="*/ 2032 h 84687"/>
              <a:gd name="connsiteX1" fmla="*/ 88370 w 97638"/>
              <a:gd name="connsiteY1" fmla="*/ 0 h 84687"/>
              <a:gd name="connsiteX2" fmla="*/ 1651 w 97638"/>
              <a:gd name="connsiteY2" fmla="*/ 70721 h 84687"/>
              <a:gd name="connsiteX3" fmla="*/ 1651 w 97638"/>
              <a:gd name="connsiteY3" fmla="*/ 81640 h 84687"/>
              <a:gd name="connsiteX4" fmla="*/ 1651 w 97638"/>
              <a:gd name="connsiteY4" fmla="*/ 82401 h 84687"/>
              <a:gd name="connsiteX5" fmla="*/ 1651 w 97638"/>
              <a:gd name="connsiteY5" fmla="*/ 82401 h 84687"/>
              <a:gd name="connsiteX6" fmla="*/ 1651 w 97638"/>
              <a:gd name="connsiteY6" fmla="*/ 82401 h 84687"/>
              <a:gd name="connsiteX7" fmla="*/ 0 w 97638"/>
              <a:gd name="connsiteY7" fmla="*/ 84687 h 84687"/>
              <a:gd name="connsiteX8" fmla="*/ 0 w 97638"/>
              <a:gd name="connsiteY8" fmla="*/ 84687 h 84687"/>
              <a:gd name="connsiteX9" fmla="*/ 97639 w 97638"/>
              <a:gd name="connsiteY9" fmla="*/ 5206 h 84687"/>
              <a:gd name="connsiteX10" fmla="*/ 97639 w 97638"/>
              <a:gd name="connsiteY10" fmla="*/ 5206 h 84687"/>
              <a:gd name="connsiteX11" fmla="*/ 93957 w 97638"/>
              <a:gd name="connsiteY11" fmla="*/ 6475 h 84687"/>
              <a:gd name="connsiteX12" fmla="*/ 88370 w 97638"/>
              <a:gd name="connsiteY12" fmla="*/ 2032 h 84687"/>
            </a:gdLst>
            <a:ahLst/>
            <a:cxnLst/>
            <a:rect l="l" t="t" r="r" b="b"/>
            <a:pathLst>
              <a:path w="97638" h="84687">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w="12690" cap="flat">
            <a:noFill/>
            <a:prstDash val="solid"/>
            <a:miter/>
          </a:ln>
        </p:spPr>
        <p:txBody>
          <a:bodyPr anchor="ctr"/>
          <a:lstStyle/>
          <a:p>
            <a:pPr>
              <a:buNone/>
            </a:pPr>
            <a:endParaRPr/>
          </a:p>
        </p:txBody>
      </p:sp>
      <p:sp>
        <p:nvSpPr>
          <p:cNvPr id="493" name="Freeform: Shape 492">
            <a:extLst>
              <a:ext uri="{FF2B5EF4-FFF2-40B4-BE49-F238E27FC236}">
                <a16:creationId xmlns:a16="http://schemas.microsoft.com/office/drawing/2014/main" id="{1BA5CB48-9C1F-4CE2-986D-4365813F3388}"/>
              </a:ext>
            </a:extLst>
          </p:cNvPr>
          <p:cNvSpPr>
            <a:spLocks noGrp="1"/>
          </p:cNvSpPr>
          <p:nvPr/>
        </p:nvSpPr>
        <p:spPr>
          <a:xfrm>
            <a:off x="8257636" y="2018257"/>
            <a:ext cx="397410" cy="106906"/>
          </a:xfrm>
          <a:custGeom>
            <a:avLst/>
            <a:gdLst>
              <a:gd name="connsiteX0" fmla="*/ 392205 w 397410"/>
              <a:gd name="connsiteY0" fmla="*/ 101827 h 106906"/>
              <a:gd name="connsiteX1" fmla="*/ 392205 w 397410"/>
              <a:gd name="connsiteY1" fmla="*/ 95479 h 106906"/>
              <a:gd name="connsiteX2" fmla="*/ 7110 w 397410"/>
              <a:gd name="connsiteY2" fmla="*/ 0 h 106906"/>
              <a:gd name="connsiteX3" fmla="*/ 7110 w 397410"/>
              <a:gd name="connsiteY3" fmla="*/ 3682 h 106906"/>
              <a:gd name="connsiteX4" fmla="*/ 1778 w 397410"/>
              <a:gd name="connsiteY4" fmla="*/ 8634 h 106906"/>
              <a:gd name="connsiteX5" fmla="*/ 0 w 397410"/>
              <a:gd name="connsiteY5" fmla="*/ 8634 h 106906"/>
              <a:gd name="connsiteX6" fmla="*/ 0 w 397410"/>
              <a:gd name="connsiteY6" fmla="*/ 8634 h 106906"/>
              <a:gd name="connsiteX7" fmla="*/ 396014 w 397410"/>
              <a:gd name="connsiteY7" fmla="*/ 106906 h 106906"/>
              <a:gd name="connsiteX8" fmla="*/ 397410 w 397410"/>
              <a:gd name="connsiteY8" fmla="*/ 106906 h 106906"/>
              <a:gd name="connsiteX9" fmla="*/ 392205 w 397410"/>
              <a:gd name="connsiteY9" fmla="*/ 101827 h 106906"/>
            </a:gdLst>
            <a:ahLst/>
            <a:cxnLst/>
            <a:rect l="l" t="t" r="r" b="b"/>
            <a:pathLst>
              <a:path w="397410" h="106906">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w="12690" cap="flat">
            <a:noFill/>
            <a:prstDash val="solid"/>
            <a:miter/>
          </a:ln>
        </p:spPr>
        <p:txBody>
          <a:bodyPr anchor="ctr"/>
          <a:lstStyle/>
          <a:p>
            <a:pPr>
              <a:buNone/>
            </a:pPr>
            <a:endParaRPr/>
          </a:p>
        </p:txBody>
      </p:sp>
      <p:sp>
        <p:nvSpPr>
          <p:cNvPr id="494" name="Freeform: Shape 493">
            <a:extLst>
              <a:ext uri="{FF2B5EF4-FFF2-40B4-BE49-F238E27FC236}">
                <a16:creationId xmlns:a16="http://schemas.microsoft.com/office/drawing/2014/main" id="{B4BA4B6D-A5E7-463E-9E58-D5E59CBE33BD}"/>
              </a:ext>
            </a:extLst>
          </p:cNvPr>
          <p:cNvSpPr>
            <a:spLocks noGrp="1"/>
          </p:cNvSpPr>
          <p:nvPr/>
        </p:nvSpPr>
        <p:spPr>
          <a:xfrm>
            <a:off x="8660507" y="2121480"/>
            <a:ext cx="47" cy="761"/>
          </a:xfrm>
          <a:custGeom>
            <a:avLst/>
            <a:gdLst>
              <a:gd name="connsiteX0" fmla="*/ 0 w 47"/>
              <a:gd name="connsiteY0" fmla="*/ 0 h 761"/>
              <a:gd name="connsiteX1" fmla="*/ 0 w 47"/>
              <a:gd name="connsiteY1" fmla="*/ 0 h 761"/>
              <a:gd name="connsiteX2" fmla="*/ 0 w 47"/>
              <a:gd name="connsiteY2" fmla="*/ 762 h 761"/>
            </a:gdLst>
            <a:ahLst/>
            <a:cxnLst/>
            <a:rect l="l" t="t" r="r" b="b"/>
            <a:pathLst>
              <a:path w="47" h="761">
                <a:moveTo>
                  <a:pt x="0" y="0"/>
                </a:moveTo>
                <a:cubicBezTo>
                  <a:pt x="0" y="0"/>
                  <a:pt x="0" y="0"/>
                  <a:pt x="0" y="0"/>
                </a:cubicBezTo>
                <a:cubicBezTo>
                  <a:pt x="64" y="254"/>
                  <a:pt x="64" y="508"/>
                  <a:pt x="0" y="762"/>
                </a:cubicBezTo>
                <a:close/>
              </a:path>
            </a:pathLst>
          </a:custGeom>
          <a:solidFill>
            <a:srgbClr val="000000"/>
          </a:solidFill>
          <a:ln w="12690" cap="flat">
            <a:noFill/>
            <a:prstDash val="solid"/>
            <a:miter/>
          </a:ln>
        </p:spPr>
        <p:txBody>
          <a:bodyPr anchor="ctr"/>
          <a:lstStyle/>
          <a:p>
            <a:pPr>
              <a:buNone/>
            </a:pPr>
            <a:endParaRPr/>
          </a:p>
        </p:txBody>
      </p:sp>
      <p:sp>
        <p:nvSpPr>
          <p:cNvPr id="495" name="Freeform: Shape 494">
            <a:extLst>
              <a:ext uri="{FF2B5EF4-FFF2-40B4-BE49-F238E27FC236}">
                <a16:creationId xmlns:a16="http://schemas.microsoft.com/office/drawing/2014/main" id="{FC885A14-C193-45D1-B4C5-6A8057EB8555}"/>
              </a:ext>
            </a:extLst>
          </p:cNvPr>
          <p:cNvSpPr>
            <a:spLocks noGrp="1"/>
          </p:cNvSpPr>
          <p:nvPr/>
        </p:nvSpPr>
        <p:spPr>
          <a:xfrm>
            <a:off x="8255605" y="191528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496" name="Freeform: Shape 495">
            <a:extLst>
              <a:ext uri="{FF2B5EF4-FFF2-40B4-BE49-F238E27FC236}">
                <a16:creationId xmlns:a16="http://schemas.microsoft.com/office/drawing/2014/main" id="{227EA2EF-CA49-4E99-BC12-D8AFD5A1D419}"/>
              </a:ext>
            </a:extLst>
          </p:cNvPr>
          <p:cNvSpPr>
            <a:spLocks noGrp="1"/>
          </p:cNvSpPr>
          <p:nvPr/>
        </p:nvSpPr>
        <p:spPr>
          <a:xfrm>
            <a:off x="8254405" y="1916810"/>
            <a:ext cx="56" cy="56"/>
          </a:xfrm>
          <a:custGeom>
            <a:avLst/>
            <a:gdLst>
              <a:gd name="connsiteX0" fmla="*/ 56 w 56"/>
              <a:gd name="connsiteY0" fmla="*/ 0 h 56"/>
              <a:gd name="connsiteX1" fmla="*/ 56 w 56"/>
              <a:gd name="connsiteY1" fmla="*/ 0 h 56"/>
              <a:gd name="connsiteX2" fmla="*/ 56 w 56"/>
              <a:gd name="connsiteY2" fmla="*/ 0 h 56"/>
              <a:gd name="connsiteX3" fmla="*/ 56 w 56"/>
              <a:gd name="connsiteY3" fmla="*/ 0 h 56"/>
            </a:gdLst>
            <a:ahLst/>
            <a:cxnLst/>
            <a:rect l="l" t="t" r="r" b="b"/>
            <a:pathLst>
              <a:path w="56" h="56">
                <a:moveTo>
                  <a:pt x="56" y="0"/>
                </a:moveTo>
                <a:lnTo>
                  <a:pt x="56" y="0"/>
                </a:lnTo>
                <a:lnTo>
                  <a:pt x="56" y="0"/>
                </a:lnTo>
                <a:cubicBezTo>
                  <a:pt x="56" y="0"/>
                  <a:pt x="-71" y="127"/>
                  <a:pt x="56" y="0"/>
                </a:cubicBezTo>
                <a:close/>
              </a:path>
            </a:pathLst>
          </a:custGeom>
          <a:solidFill>
            <a:srgbClr val="000000"/>
          </a:solidFill>
          <a:ln w="12690" cap="flat">
            <a:noFill/>
            <a:prstDash val="solid"/>
            <a:miter/>
          </a:ln>
        </p:spPr>
        <p:txBody>
          <a:bodyPr anchor="ctr"/>
          <a:lstStyle/>
          <a:p>
            <a:pPr>
              <a:buNone/>
            </a:pPr>
            <a:endParaRPr/>
          </a:p>
        </p:txBody>
      </p:sp>
      <p:sp>
        <p:nvSpPr>
          <p:cNvPr id="497" name="Freeform: Shape 496">
            <a:extLst>
              <a:ext uri="{FF2B5EF4-FFF2-40B4-BE49-F238E27FC236}">
                <a16:creationId xmlns:a16="http://schemas.microsoft.com/office/drawing/2014/main" id="{01354500-E234-42B8-9379-E7DFBD4258EE}"/>
              </a:ext>
            </a:extLst>
          </p:cNvPr>
          <p:cNvSpPr>
            <a:spLocks noGrp="1"/>
          </p:cNvSpPr>
          <p:nvPr/>
        </p:nvSpPr>
        <p:spPr>
          <a:xfrm>
            <a:off x="8255303" y="1920111"/>
            <a:ext cx="9443" cy="106493"/>
          </a:xfrm>
          <a:custGeom>
            <a:avLst/>
            <a:gdLst>
              <a:gd name="connsiteX0" fmla="*/ 9443 w 9443"/>
              <a:gd name="connsiteY0" fmla="*/ 101827 h 106493"/>
              <a:gd name="connsiteX1" fmla="*/ 9443 w 9443"/>
              <a:gd name="connsiteY1" fmla="*/ 5079 h 106493"/>
              <a:gd name="connsiteX2" fmla="*/ 2587 w 9443"/>
              <a:gd name="connsiteY2" fmla="*/ 3428 h 106493"/>
              <a:gd name="connsiteX3" fmla="*/ 2587 w 9443"/>
              <a:gd name="connsiteY3" fmla="*/ 3428 h 106493"/>
              <a:gd name="connsiteX4" fmla="*/ 1825 w 9443"/>
              <a:gd name="connsiteY4" fmla="*/ 3428 h 106493"/>
              <a:gd name="connsiteX5" fmla="*/ 682 w 9443"/>
              <a:gd name="connsiteY5" fmla="*/ 2666 h 106493"/>
              <a:gd name="connsiteX6" fmla="*/ 682 w 9443"/>
              <a:gd name="connsiteY6" fmla="*/ 2666 h 106493"/>
              <a:gd name="connsiteX7" fmla="*/ 682 w 9443"/>
              <a:gd name="connsiteY7" fmla="*/ 2666 h 106493"/>
              <a:gd name="connsiteX8" fmla="*/ 48 w 9443"/>
              <a:gd name="connsiteY8" fmla="*/ 1777 h 106493"/>
              <a:gd name="connsiteX9" fmla="*/ 48 w 9443"/>
              <a:gd name="connsiteY9" fmla="*/ 1016 h 106493"/>
              <a:gd name="connsiteX10" fmla="*/ 48 w 9443"/>
              <a:gd name="connsiteY10" fmla="*/ 0 h 106493"/>
              <a:gd name="connsiteX11" fmla="*/ 48 w 9443"/>
              <a:gd name="connsiteY11" fmla="*/ 0 h 106493"/>
              <a:gd name="connsiteX12" fmla="*/ 48 w 9443"/>
              <a:gd name="connsiteY12" fmla="*/ 0 h 106493"/>
              <a:gd name="connsiteX13" fmla="*/ 48 w 9443"/>
              <a:gd name="connsiteY13" fmla="*/ 103097 h 106493"/>
              <a:gd name="connsiteX14" fmla="*/ 48 w 9443"/>
              <a:gd name="connsiteY14" fmla="*/ 103097 h 106493"/>
              <a:gd name="connsiteX15" fmla="*/ 48 w 9443"/>
              <a:gd name="connsiteY15" fmla="*/ 103986 h 106493"/>
              <a:gd name="connsiteX16" fmla="*/ 48 w 9443"/>
              <a:gd name="connsiteY16" fmla="*/ 104875 h 106493"/>
              <a:gd name="connsiteX17" fmla="*/ 48 w 9443"/>
              <a:gd name="connsiteY17" fmla="*/ 105637 h 106493"/>
              <a:gd name="connsiteX18" fmla="*/ 809 w 9443"/>
              <a:gd name="connsiteY18" fmla="*/ 106398 h 106493"/>
              <a:gd name="connsiteX19" fmla="*/ 1571 w 9443"/>
              <a:gd name="connsiteY19" fmla="*/ 106398 h 106493"/>
              <a:gd name="connsiteX20" fmla="*/ 2587 w 9443"/>
              <a:gd name="connsiteY20" fmla="*/ 106398 h 106493"/>
              <a:gd name="connsiteX21" fmla="*/ 4365 w 9443"/>
              <a:gd name="connsiteY21" fmla="*/ 106398 h 106493"/>
              <a:gd name="connsiteX22" fmla="*/ 9443 w 9443"/>
              <a:gd name="connsiteY22" fmla="*/ 101827 h 106493"/>
            </a:gdLst>
            <a:ahLst/>
            <a:cxnLst/>
            <a:rect l="l" t="t" r="r" b="b"/>
            <a:pathLst>
              <a:path w="9443" h="10649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w="12690" cap="flat">
            <a:noFill/>
            <a:prstDash val="solid"/>
            <a:miter/>
          </a:ln>
        </p:spPr>
        <p:txBody>
          <a:bodyPr anchor="ctr"/>
          <a:lstStyle/>
          <a:p>
            <a:pPr>
              <a:buNone/>
            </a:pPr>
            <a:endParaRPr/>
          </a:p>
        </p:txBody>
      </p:sp>
      <p:sp>
        <p:nvSpPr>
          <p:cNvPr id="498" name="Freeform: Shape 497">
            <a:extLst>
              <a:ext uri="{FF2B5EF4-FFF2-40B4-BE49-F238E27FC236}">
                <a16:creationId xmlns:a16="http://schemas.microsoft.com/office/drawing/2014/main" id="{A5306ED4-8069-4612-AABC-43308C774495}"/>
              </a:ext>
            </a:extLst>
          </p:cNvPr>
          <p:cNvSpPr>
            <a:spLocks noGrp="1"/>
          </p:cNvSpPr>
          <p:nvPr/>
        </p:nvSpPr>
        <p:spPr>
          <a:xfrm>
            <a:off x="8649714" y="2018510"/>
            <a:ext cx="10830" cy="106277"/>
          </a:xfrm>
          <a:custGeom>
            <a:avLst/>
            <a:gdLst>
              <a:gd name="connsiteX0" fmla="*/ 10793 w 10830"/>
              <a:gd name="connsiteY0" fmla="*/ 102335 h 106277"/>
              <a:gd name="connsiteX1" fmla="*/ 10793 w 10830"/>
              <a:gd name="connsiteY1" fmla="*/ 101574 h 106277"/>
              <a:gd name="connsiteX2" fmla="*/ 10793 w 10830"/>
              <a:gd name="connsiteY2" fmla="*/ 0 h 106277"/>
              <a:gd name="connsiteX3" fmla="*/ 8888 w 10830"/>
              <a:gd name="connsiteY3" fmla="*/ 1396 h 106277"/>
              <a:gd name="connsiteX4" fmla="*/ 8888 w 10830"/>
              <a:gd name="connsiteY4" fmla="*/ 1396 h 106277"/>
              <a:gd name="connsiteX5" fmla="*/ 5460 w 10830"/>
              <a:gd name="connsiteY5" fmla="*/ 2539 h 106277"/>
              <a:gd name="connsiteX6" fmla="*/ 4063 w 10830"/>
              <a:gd name="connsiteY6" fmla="*/ 2539 h 106277"/>
              <a:gd name="connsiteX7" fmla="*/ 0 w 10830"/>
              <a:gd name="connsiteY7" fmla="*/ 1524 h 106277"/>
              <a:gd name="connsiteX8" fmla="*/ 0 w 10830"/>
              <a:gd name="connsiteY8" fmla="*/ 101320 h 106277"/>
              <a:gd name="connsiteX9" fmla="*/ 5447 w 10830"/>
              <a:gd name="connsiteY9" fmla="*/ 106271 h 106277"/>
              <a:gd name="connsiteX10" fmla="*/ 5460 w 10830"/>
              <a:gd name="connsiteY10" fmla="*/ 106271 h 106277"/>
              <a:gd name="connsiteX11" fmla="*/ 8380 w 10830"/>
              <a:gd name="connsiteY11" fmla="*/ 105382 h 106277"/>
              <a:gd name="connsiteX12" fmla="*/ 8380 w 10830"/>
              <a:gd name="connsiteY12" fmla="*/ 105382 h 106277"/>
              <a:gd name="connsiteX13" fmla="*/ 8380 w 10830"/>
              <a:gd name="connsiteY13" fmla="*/ 105382 h 106277"/>
              <a:gd name="connsiteX14" fmla="*/ 10031 w 10830"/>
              <a:gd name="connsiteY14" fmla="*/ 103097 h 106277"/>
              <a:gd name="connsiteX15" fmla="*/ 10793 w 10830"/>
              <a:gd name="connsiteY15" fmla="*/ 102335 h 106277"/>
            </a:gdLst>
            <a:ahLst/>
            <a:cxnLst/>
            <a:rect l="l" t="t" r="r" b="b"/>
            <a:pathLst>
              <a:path w="10830" h="106277">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w="12690" cap="flat">
            <a:noFill/>
            <a:prstDash val="solid"/>
            <a:miter/>
          </a:ln>
        </p:spPr>
        <p:txBody>
          <a:bodyPr anchor="ctr"/>
          <a:lstStyle/>
          <a:p>
            <a:pPr>
              <a:buNone/>
            </a:pPr>
            <a:endParaRPr/>
          </a:p>
        </p:txBody>
      </p:sp>
      <p:sp>
        <p:nvSpPr>
          <p:cNvPr id="499" name="Freeform: Shape 498">
            <a:extLst>
              <a:ext uri="{FF2B5EF4-FFF2-40B4-BE49-F238E27FC236}">
                <a16:creationId xmlns:a16="http://schemas.microsoft.com/office/drawing/2014/main" id="{733335C4-A4F0-4973-A1BA-40112BB74C66}"/>
              </a:ext>
            </a:extLst>
          </p:cNvPr>
          <p:cNvSpPr>
            <a:spLocks noGrp="1"/>
          </p:cNvSpPr>
          <p:nvPr/>
        </p:nvSpPr>
        <p:spPr>
          <a:xfrm>
            <a:off x="8254334" y="1916175"/>
            <a:ext cx="12696" cy="1015"/>
          </a:xfrm>
          <a:custGeom>
            <a:avLst/>
            <a:gdLst>
              <a:gd name="connsiteX0" fmla="*/ 0 w 12696"/>
              <a:gd name="connsiteY0" fmla="*/ 1016 h 1015"/>
              <a:gd name="connsiteX1" fmla="*/ 0 w 12696"/>
              <a:gd name="connsiteY1" fmla="*/ 1016 h 1015"/>
              <a:gd name="connsiteX2" fmla="*/ 0 w 12696"/>
              <a:gd name="connsiteY2" fmla="*/ 1016 h 1015"/>
              <a:gd name="connsiteX3" fmla="*/ 0 w 12696"/>
              <a:gd name="connsiteY3" fmla="*/ 0 h 1015"/>
            </a:gdLst>
            <a:ahLst/>
            <a:cxnLst/>
            <a:rect l="l" t="t" r="r" b="b"/>
            <a:pathLst>
              <a:path w="12696" h="1015">
                <a:moveTo>
                  <a:pt x="0" y="1016"/>
                </a:moveTo>
                <a:lnTo>
                  <a:pt x="0" y="1016"/>
                </a:lnTo>
                <a:lnTo>
                  <a:pt x="0" y="1016"/>
                </a:lnTo>
                <a:cubicBezTo>
                  <a:pt x="0" y="1016"/>
                  <a:pt x="0" y="381"/>
                  <a:pt x="0" y="0"/>
                </a:cubicBezTo>
                <a:close/>
              </a:path>
            </a:pathLst>
          </a:custGeom>
          <a:solidFill>
            <a:srgbClr val="000000"/>
          </a:solidFill>
          <a:ln w="12690" cap="flat">
            <a:noFill/>
            <a:prstDash val="solid"/>
            <a:miter/>
          </a:ln>
        </p:spPr>
        <p:txBody>
          <a:bodyPr anchor="ctr"/>
          <a:lstStyle/>
          <a:p>
            <a:pPr>
              <a:buNone/>
            </a:pPr>
            <a:endParaRPr/>
          </a:p>
        </p:txBody>
      </p:sp>
      <p:sp>
        <p:nvSpPr>
          <p:cNvPr id="500" name="Freeform: Shape 499">
            <a:extLst>
              <a:ext uri="{FF2B5EF4-FFF2-40B4-BE49-F238E27FC236}">
                <a16:creationId xmlns:a16="http://schemas.microsoft.com/office/drawing/2014/main" id="{F19B09F9-53A3-492E-9E23-3041DA0CE44D}"/>
              </a:ext>
            </a:extLst>
          </p:cNvPr>
          <p:cNvSpPr>
            <a:spLocks noGrp="1"/>
          </p:cNvSpPr>
          <p:nvPr/>
        </p:nvSpPr>
        <p:spPr>
          <a:xfrm>
            <a:off x="8255350" y="1915413"/>
            <a:ext cx="761" cy="888"/>
          </a:xfrm>
          <a:custGeom>
            <a:avLst/>
            <a:gdLst>
              <a:gd name="connsiteX0" fmla="*/ 0 w 761"/>
              <a:gd name="connsiteY0" fmla="*/ 127 h 888"/>
              <a:gd name="connsiteX1" fmla="*/ 0 w 761"/>
              <a:gd name="connsiteY1" fmla="*/ 888 h 888"/>
              <a:gd name="connsiteX2" fmla="*/ 762 w 761"/>
              <a:gd name="connsiteY2" fmla="*/ 0 h 888"/>
            </a:gdLst>
            <a:ahLst/>
            <a:cxnLst/>
            <a:rect l="l" t="t" r="r" b="b"/>
            <a:pathLst>
              <a:path w="761" h="888">
                <a:moveTo>
                  <a:pt x="0" y="127"/>
                </a:moveTo>
                <a:lnTo>
                  <a:pt x="0" y="888"/>
                </a:lnTo>
                <a:lnTo>
                  <a:pt x="762" y="0"/>
                </a:lnTo>
                <a:close/>
              </a:path>
            </a:pathLst>
          </a:custGeom>
          <a:solidFill>
            <a:srgbClr val="000000"/>
          </a:solidFill>
          <a:ln w="12690" cap="flat">
            <a:noFill/>
            <a:prstDash val="solid"/>
            <a:miter/>
          </a:ln>
        </p:spPr>
        <p:txBody>
          <a:bodyPr anchor="ctr"/>
          <a:lstStyle/>
          <a:p>
            <a:pPr>
              <a:buNone/>
            </a:pPr>
            <a:endParaRPr/>
          </a:p>
        </p:txBody>
      </p:sp>
      <p:sp>
        <p:nvSpPr>
          <p:cNvPr id="501" name="Freeform: Shape 500">
            <a:extLst>
              <a:ext uri="{FF2B5EF4-FFF2-40B4-BE49-F238E27FC236}">
                <a16:creationId xmlns:a16="http://schemas.microsoft.com/office/drawing/2014/main" id="{1BA72C4D-EAAD-4AA5-B96F-669C7F34FC34}"/>
              </a:ext>
            </a:extLst>
          </p:cNvPr>
          <p:cNvSpPr>
            <a:spLocks noGrp="1"/>
          </p:cNvSpPr>
          <p:nvPr/>
        </p:nvSpPr>
        <p:spPr>
          <a:xfrm>
            <a:off x="8655300" y="2020288"/>
            <a:ext cx="3428" cy="1143"/>
          </a:xfrm>
          <a:custGeom>
            <a:avLst/>
            <a:gdLst>
              <a:gd name="connsiteX0" fmla="*/ 3428 w 3428"/>
              <a:gd name="connsiteY0" fmla="*/ 0 h 1143"/>
              <a:gd name="connsiteX1" fmla="*/ 0 w 3428"/>
              <a:gd name="connsiteY1" fmla="*/ 1143 h 1143"/>
              <a:gd name="connsiteX2" fmla="*/ 3428 w 3428"/>
              <a:gd name="connsiteY2" fmla="*/ 0 h 1143"/>
            </a:gdLst>
            <a:ahLst/>
            <a:cxnLst/>
            <a:rect l="l" t="t" r="r" b="b"/>
            <a:pathLst>
              <a:path w="3428" h="1143">
                <a:moveTo>
                  <a:pt x="3428" y="0"/>
                </a:moveTo>
                <a:cubicBezTo>
                  <a:pt x="2438" y="749"/>
                  <a:pt x="1245" y="1155"/>
                  <a:pt x="0" y="1143"/>
                </a:cubicBezTo>
                <a:cubicBezTo>
                  <a:pt x="1231" y="1155"/>
                  <a:pt x="2438" y="749"/>
                  <a:pt x="3428" y="0"/>
                </a:cubicBezTo>
                <a:close/>
              </a:path>
            </a:pathLst>
          </a:custGeom>
          <a:solidFill>
            <a:srgbClr val="000000"/>
          </a:solidFill>
          <a:ln w="12690" cap="flat">
            <a:noFill/>
            <a:prstDash val="solid"/>
            <a:miter/>
          </a:ln>
        </p:spPr>
        <p:txBody>
          <a:bodyPr anchor="ctr"/>
          <a:lstStyle/>
          <a:p>
            <a:pPr>
              <a:buNone/>
            </a:pPr>
            <a:endParaRPr/>
          </a:p>
        </p:txBody>
      </p:sp>
      <p:sp>
        <p:nvSpPr>
          <p:cNvPr id="502" name="Freeform: Shape 501">
            <a:extLst>
              <a:ext uri="{FF2B5EF4-FFF2-40B4-BE49-F238E27FC236}">
                <a16:creationId xmlns:a16="http://schemas.microsoft.com/office/drawing/2014/main" id="{70CD02B0-E189-4269-BE83-313848A521C3}"/>
              </a:ext>
            </a:extLst>
          </p:cNvPr>
          <p:cNvSpPr>
            <a:spLocks noGrp="1"/>
          </p:cNvSpPr>
          <p:nvPr/>
        </p:nvSpPr>
        <p:spPr>
          <a:xfrm>
            <a:off x="8258017" y="1916810"/>
            <a:ext cx="397410" cy="105002"/>
          </a:xfrm>
          <a:custGeom>
            <a:avLst/>
            <a:gdLst>
              <a:gd name="connsiteX0" fmla="*/ 394236 w 397410"/>
              <a:gd name="connsiteY0" fmla="*/ 96495 h 105002"/>
              <a:gd name="connsiteX1" fmla="*/ 396395 w 397410"/>
              <a:gd name="connsiteY1" fmla="*/ 94717 h 105002"/>
              <a:gd name="connsiteX2" fmla="*/ 12824 w 397410"/>
              <a:gd name="connsiteY2" fmla="*/ 0 h 105002"/>
              <a:gd name="connsiteX3" fmla="*/ 5460 w 397410"/>
              <a:gd name="connsiteY3" fmla="*/ 6095 h 105002"/>
              <a:gd name="connsiteX4" fmla="*/ 1904 w 397410"/>
              <a:gd name="connsiteY4" fmla="*/ 7237 h 105002"/>
              <a:gd name="connsiteX5" fmla="*/ 0 w 397410"/>
              <a:gd name="connsiteY5" fmla="*/ 7237 h 105002"/>
              <a:gd name="connsiteX6" fmla="*/ 0 w 397410"/>
              <a:gd name="connsiteY6" fmla="*/ 7237 h 105002"/>
              <a:gd name="connsiteX7" fmla="*/ 6856 w 397410"/>
              <a:gd name="connsiteY7" fmla="*/ 8888 h 105002"/>
              <a:gd name="connsiteX8" fmla="*/ 391951 w 397410"/>
              <a:gd name="connsiteY8" fmla="*/ 103986 h 105002"/>
              <a:gd name="connsiteX9" fmla="*/ 396014 w 397410"/>
              <a:gd name="connsiteY9" fmla="*/ 105002 h 105002"/>
              <a:gd name="connsiteX10" fmla="*/ 397410 w 397410"/>
              <a:gd name="connsiteY10" fmla="*/ 105002 h 105002"/>
              <a:gd name="connsiteX11" fmla="*/ 393347 w 397410"/>
              <a:gd name="connsiteY11" fmla="*/ 103351 h 105002"/>
              <a:gd name="connsiteX12" fmla="*/ 393716 w 397410"/>
              <a:gd name="connsiteY12" fmla="*/ 96901 h 105002"/>
              <a:gd name="connsiteX13" fmla="*/ 394236 w 397410"/>
              <a:gd name="connsiteY13" fmla="*/ 96495 h 105002"/>
            </a:gdLst>
            <a:ahLst/>
            <a:cxnLst/>
            <a:rect l="l" t="t" r="r" b="b"/>
            <a:pathLst>
              <a:path w="397410" h="105002">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w="12690" cap="flat">
            <a:noFill/>
            <a:prstDash val="solid"/>
            <a:miter/>
          </a:ln>
        </p:spPr>
        <p:txBody>
          <a:bodyPr anchor="ctr"/>
          <a:lstStyle/>
          <a:p>
            <a:pPr>
              <a:buNone/>
            </a:pPr>
            <a:endParaRPr/>
          </a:p>
        </p:txBody>
      </p:sp>
      <p:sp>
        <p:nvSpPr>
          <p:cNvPr id="503" name="Freeform: Shape 502">
            <a:extLst>
              <a:ext uri="{FF2B5EF4-FFF2-40B4-BE49-F238E27FC236}">
                <a16:creationId xmlns:a16="http://schemas.microsoft.com/office/drawing/2014/main" id="{D312358A-E142-4CB1-A611-B77D81D60DA4}"/>
              </a:ext>
            </a:extLst>
          </p:cNvPr>
          <p:cNvSpPr>
            <a:spLocks noGrp="1"/>
          </p:cNvSpPr>
          <p:nvPr/>
        </p:nvSpPr>
        <p:spPr>
          <a:xfrm>
            <a:off x="8650708" y="1939156"/>
            <a:ext cx="97660" cy="82404"/>
          </a:xfrm>
          <a:custGeom>
            <a:avLst/>
            <a:gdLst>
              <a:gd name="connsiteX0" fmla="*/ 96772 w 97660"/>
              <a:gd name="connsiteY0" fmla="*/ 1524 h 82404"/>
              <a:gd name="connsiteX1" fmla="*/ 91692 w 97660"/>
              <a:gd name="connsiteY1" fmla="*/ 0 h 82404"/>
              <a:gd name="connsiteX2" fmla="*/ 2815 w 97660"/>
              <a:gd name="connsiteY2" fmla="*/ 71990 h 82404"/>
              <a:gd name="connsiteX3" fmla="*/ 1545 w 97660"/>
              <a:gd name="connsiteY3" fmla="*/ 74149 h 82404"/>
              <a:gd name="connsiteX4" fmla="*/ 1139 w 97660"/>
              <a:gd name="connsiteY4" fmla="*/ 80599 h 82404"/>
              <a:gd name="connsiteX5" fmla="*/ 1545 w 97660"/>
              <a:gd name="connsiteY5" fmla="*/ 81005 h 82404"/>
              <a:gd name="connsiteX6" fmla="*/ 9037 w 97660"/>
              <a:gd name="connsiteY6" fmla="*/ 81005 h 82404"/>
              <a:gd name="connsiteX7" fmla="*/ 9037 w 97660"/>
              <a:gd name="connsiteY7" fmla="*/ 81005 h 82404"/>
              <a:gd name="connsiteX8" fmla="*/ 10941 w 97660"/>
              <a:gd name="connsiteY8" fmla="*/ 79608 h 82404"/>
              <a:gd name="connsiteX9" fmla="*/ 97660 w 97660"/>
              <a:gd name="connsiteY9" fmla="*/ 8887 h 82404"/>
            </a:gdLst>
            <a:ahLst/>
            <a:cxnLst/>
            <a:rect l="l" t="t" r="r" b="b"/>
            <a:pathLst>
              <a:path w="97660" h="82404">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w="12690" cap="flat">
            <a:noFill/>
            <a:prstDash val="solid"/>
            <a:miter/>
          </a:ln>
        </p:spPr>
        <p:txBody>
          <a:bodyPr anchor="ctr"/>
          <a:lstStyle/>
          <a:p>
            <a:pPr>
              <a:buNone/>
            </a:pPr>
            <a:endParaRPr/>
          </a:p>
        </p:txBody>
      </p:sp>
      <p:sp>
        <p:nvSpPr>
          <p:cNvPr id="504" name="Freeform: Shape 503">
            <a:extLst>
              <a:ext uri="{FF2B5EF4-FFF2-40B4-BE49-F238E27FC236}">
                <a16:creationId xmlns:a16="http://schemas.microsoft.com/office/drawing/2014/main" id="{16D8053F-620F-43B4-9DD3-4E629D8D71EC}"/>
              </a:ext>
            </a:extLst>
          </p:cNvPr>
          <p:cNvSpPr>
            <a:spLocks noGrp="1"/>
          </p:cNvSpPr>
          <p:nvPr/>
        </p:nvSpPr>
        <p:spPr>
          <a:xfrm>
            <a:off x="8757256" y="1934331"/>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rect l="l" t="t" r="r" b="b"/>
            <a:pathLst>
              <a:path w="12696" h="12696">
                <a:moveTo>
                  <a:pt x="0" y="0"/>
                </a:moveTo>
                <a:cubicBezTo>
                  <a:pt x="0" y="0"/>
                  <a:pt x="0" y="0"/>
                  <a:pt x="0" y="0"/>
                </a:cubicBez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505" name="Freeform: Shape 504">
            <a:extLst>
              <a:ext uri="{FF2B5EF4-FFF2-40B4-BE49-F238E27FC236}">
                <a16:creationId xmlns:a16="http://schemas.microsoft.com/office/drawing/2014/main" id="{30FE5E95-6AC3-49E3-95A6-BA42914E57F5}"/>
              </a:ext>
            </a:extLst>
          </p:cNvPr>
          <p:cNvSpPr>
            <a:spLocks noGrp="1"/>
          </p:cNvSpPr>
          <p:nvPr/>
        </p:nvSpPr>
        <p:spPr>
          <a:xfrm>
            <a:off x="8755097" y="1933061"/>
            <a:ext cx="761" cy="12696"/>
          </a:xfrm>
          <a:custGeom>
            <a:avLst/>
            <a:gdLst>
              <a:gd name="connsiteX0" fmla="*/ 762 w 761"/>
              <a:gd name="connsiteY0" fmla="*/ 0 h 12696"/>
              <a:gd name="connsiteX1" fmla="*/ 0 w 761"/>
              <a:gd name="connsiteY1" fmla="*/ 0 h 12696"/>
              <a:gd name="connsiteX2" fmla="*/ 762 w 761"/>
              <a:gd name="connsiteY2" fmla="*/ 0 h 12696"/>
            </a:gdLst>
            <a:ahLst/>
            <a:cxnLst/>
            <a:rect l="l" t="t" r="r" b="b"/>
            <a:pathLst>
              <a:path w="761" h="12696">
                <a:moveTo>
                  <a:pt x="762" y="0"/>
                </a:moveTo>
                <a:lnTo>
                  <a:pt x="0" y="0"/>
                </a:lnTo>
                <a:lnTo>
                  <a:pt x="762" y="0"/>
                </a:lnTo>
                <a:close/>
              </a:path>
            </a:pathLst>
          </a:custGeom>
          <a:solidFill>
            <a:srgbClr val="000000"/>
          </a:solidFill>
          <a:ln w="12690" cap="flat">
            <a:noFill/>
            <a:prstDash val="solid"/>
            <a:miter/>
          </a:ln>
        </p:spPr>
        <p:txBody>
          <a:bodyPr anchor="ctr"/>
          <a:lstStyle/>
          <a:p>
            <a:pPr>
              <a:buNone/>
            </a:pPr>
            <a:endParaRPr/>
          </a:p>
        </p:txBody>
      </p:sp>
      <p:sp>
        <p:nvSpPr>
          <p:cNvPr id="506" name="Freeform: Shape 505">
            <a:extLst>
              <a:ext uri="{FF2B5EF4-FFF2-40B4-BE49-F238E27FC236}">
                <a16:creationId xmlns:a16="http://schemas.microsoft.com/office/drawing/2014/main" id="{9628339E-C4C2-449B-8FEA-BD0B0CA7EAAC}"/>
              </a:ext>
            </a:extLst>
          </p:cNvPr>
          <p:cNvSpPr>
            <a:spLocks noGrp="1"/>
          </p:cNvSpPr>
          <p:nvPr/>
        </p:nvSpPr>
        <p:spPr>
          <a:xfrm>
            <a:off x="8758145" y="1935347"/>
            <a:ext cx="47" cy="762"/>
          </a:xfrm>
          <a:custGeom>
            <a:avLst/>
            <a:gdLst>
              <a:gd name="connsiteX0" fmla="*/ 0 w 47"/>
              <a:gd name="connsiteY0" fmla="*/ 762 h 762"/>
              <a:gd name="connsiteX1" fmla="*/ 0 w 47"/>
              <a:gd name="connsiteY1" fmla="*/ 0 h 762"/>
              <a:gd name="connsiteX2" fmla="*/ 0 w 47"/>
              <a:gd name="connsiteY2" fmla="*/ 635 h 762"/>
            </a:gdLst>
            <a:ahLst/>
            <a:cxnLst/>
            <a:rect l="l" t="t" r="r" b="b"/>
            <a:pathLst>
              <a:path w="47" h="762">
                <a:moveTo>
                  <a:pt x="0" y="762"/>
                </a:moveTo>
                <a:lnTo>
                  <a:pt x="0" y="0"/>
                </a:lnTo>
                <a:cubicBezTo>
                  <a:pt x="63" y="203"/>
                  <a:pt x="63" y="432"/>
                  <a:pt x="0" y="635"/>
                </a:cubicBezTo>
                <a:close/>
              </a:path>
            </a:pathLst>
          </a:custGeom>
          <a:solidFill>
            <a:srgbClr val="000000"/>
          </a:solidFill>
          <a:ln w="12690" cap="flat">
            <a:noFill/>
            <a:prstDash val="solid"/>
            <a:miter/>
          </a:ln>
        </p:spPr>
        <p:txBody>
          <a:bodyPr anchor="ctr"/>
          <a:lstStyle/>
          <a:p>
            <a:pPr>
              <a:buNone/>
            </a:pPr>
            <a:endParaRPr/>
          </a:p>
        </p:txBody>
      </p:sp>
      <p:sp>
        <p:nvSpPr>
          <p:cNvPr id="507" name="Freeform: Shape 506">
            <a:extLst>
              <a:ext uri="{FF2B5EF4-FFF2-40B4-BE49-F238E27FC236}">
                <a16:creationId xmlns:a16="http://schemas.microsoft.com/office/drawing/2014/main" id="{C97C4BD3-E168-4147-A362-73E0422A9943}"/>
              </a:ext>
            </a:extLst>
          </p:cNvPr>
          <p:cNvSpPr>
            <a:spLocks noGrp="1"/>
          </p:cNvSpPr>
          <p:nvPr/>
        </p:nvSpPr>
        <p:spPr>
          <a:xfrm>
            <a:off x="8581024" y="1889258"/>
            <a:ext cx="634" cy="761"/>
          </a:xfrm>
          <a:custGeom>
            <a:avLst/>
            <a:gdLst>
              <a:gd name="connsiteX0" fmla="*/ 635 w 634"/>
              <a:gd name="connsiteY0" fmla="*/ 762 h 761"/>
              <a:gd name="connsiteX1" fmla="*/ 635 w 634"/>
              <a:gd name="connsiteY1" fmla="*/ 762 h 761"/>
              <a:gd name="connsiteX2" fmla="*/ 0 w 634"/>
              <a:gd name="connsiteY2" fmla="*/ 0 h 761"/>
            </a:gdLst>
            <a:ahLst/>
            <a:cxnLst/>
            <a:rect l="l" t="t" r="r" b="b"/>
            <a:pathLst>
              <a:path w="634" h="761">
                <a:moveTo>
                  <a:pt x="635" y="762"/>
                </a:moveTo>
                <a:lnTo>
                  <a:pt x="635" y="762"/>
                </a:lnTo>
                <a:lnTo>
                  <a:pt x="0" y="0"/>
                </a:lnTo>
                <a:close/>
              </a:path>
            </a:pathLst>
          </a:custGeom>
          <a:solidFill>
            <a:srgbClr val="000000"/>
          </a:solidFill>
          <a:ln w="12690" cap="flat">
            <a:noFill/>
            <a:prstDash val="solid"/>
            <a:miter/>
          </a:ln>
        </p:spPr>
        <p:txBody>
          <a:bodyPr anchor="ctr"/>
          <a:lstStyle/>
          <a:p>
            <a:pPr>
              <a:buNone/>
            </a:pPr>
            <a:endParaRPr/>
          </a:p>
        </p:txBody>
      </p:sp>
      <p:sp>
        <p:nvSpPr>
          <p:cNvPr id="508" name="Freeform: Shape 507">
            <a:extLst>
              <a:ext uri="{FF2B5EF4-FFF2-40B4-BE49-F238E27FC236}">
                <a16:creationId xmlns:a16="http://schemas.microsoft.com/office/drawing/2014/main" id="{894D17D4-1E29-4AA0-815C-AB69D707D3CA}"/>
              </a:ext>
            </a:extLst>
          </p:cNvPr>
          <p:cNvSpPr>
            <a:spLocks noGrp="1"/>
          </p:cNvSpPr>
          <p:nvPr/>
        </p:nvSpPr>
        <p:spPr>
          <a:xfrm>
            <a:off x="8582675" y="1816633"/>
            <a:ext cx="80624" cy="68181"/>
          </a:xfrm>
          <a:custGeom>
            <a:avLst/>
            <a:gdLst>
              <a:gd name="connsiteX0" fmla="*/ 4698 w 80624"/>
              <a:gd name="connsiteY0" fmla="*/ 65515 h 68181"/>
              <a:gd name="connsiteX1" fmla="*/ 13459 w 80624"/>
              <a:gd name="connsiteY1" fmla="*/ 68181 h 68181"/>
              <a:gd name="connsiteX2" fmla="*/ 78212 w 80624"/>
              <a:gd name="connsiteY2" fmla="*/ 15109 h 68181"/>
              <a:gd name="connsiteX3" fmla="*/ 78212 w 80624"/>
              <a:gd name="connsiteY3" fmla="*/ 4063 h 68181"/>
              <a:gd name="connsiteX4" fmla="*/ 80625 w 80624"/>
              <a:gd name="connsiteY4" fmla="*/ 0 h 68181"/>
              <a:gd name="connsiteX5" fmla="*/ 80625 w 80624"/>
              <a:gd name="connsiteY5" fmla="*/ 0 h 68181"/>
              <a:gd name="connsiteX6" fmla="*/ 32757 w 80624"/>
              <a:gd name="connsiteY6" fmla="*/ 39233 h 68181"/>
              <a:gd name="connsiteX7" fmla="*/ 0 w 80624"/>
              <a:gd name="connsiteY7" fmla="*/ 66150 h 68181"/>
              <a:gd name="connsiteX8" fmla="*/ 0 w 80624"/>
              <a:gd name="connsiteY8" fmla="*/ 66150 h 68181"/>
              <a:gd name="connsiteX9" fmla="*/ 4698 w 80624"/>
              <a:gd name="connsiteY9" fmla="*/ 65515 h 68181"/>
            </a:gdLst>
            <a:ahLst/>
            <a:cxnLst/>
            <a:rect l="l" t="t" r="r" b="b"/>
            <a:pathLst>
              <a:path w="80624" h="68181">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w="12690" cap="flat">
            <a:noFill/>
            <a:prstDash val="solid"/>
            <a:miter/>
          </a:ln>
        </p:spPr>
        <p:txBody>
          <a:bodyPr anchor="ctr"/>
          <a:lstStyle/>
          <a:p>
            <a:pPr>
              <a:buNone/>
            </a:pPr>
            <a:endParaRPr/>
          </a:p>
        </p:txBody>
      </p:sp>
      <p:sp>
        <p:nvSpPr>
          <p:cNvPr id="509" name="Freeform: Shape 508">
            <a:extLst>
              <a:ext uri="{FF2B5EF4-FFF2-40B4-BE49-F238E27FC236}">
                <a16:creationId xmlns:a16="http://schemas.microsoft.com/office/drawing/2014/main" id="{E6507F78-5F78-4A16-91A5-9B3982DF5E14}"/>
              </a:ext>
            </a:extLst>
          </p:cNvPr>
          <p:cNvSpPr>
            <a:spLocks noGrp="1"/>
          </p:cNvSpPr>
          <p:nvPr/>
        </p:nvSpPr>
        <p:spPr>
          <a:xfrm>
            <a:off x="8670283" y="1817395"/>
            <a:ext cx="12696" cy="634"/>
          </a:xfrm>
          <a:custGeom>
            <a:avLst/>
            <a:gdLst>
              <a:gd name="connsiteX0" fmla="*/ 0 w 12696"/>
              <a:gd name="connsiteY0" fmla="*/ 0 h 634"/>
              <a:gd name="connsiteX1" fmla="*/ 0 w 12696"/>
              <a:gd name="connsiteY1" fmla="*/ 0 h 634"/>
              <a:gd name="connsiteX2" fmla="*/ 0 w 12696"/>
              <a:gd name="connsiteY2" fmla="*/ 635 h 634"/>
            </a:gdLst>
            <a:ahLst/>
            <a:cxnLst/>
            <a:rect l="l" t="t" r="r" b="b"/>
            <a:pathLst>
              <a:path w="12696" h="634">
                <a:moveTo>
                  <a:pt x="0" y="0"/>
                </a:moveTo>
                <a:lnTo>
                  <a:pt x="0" y="0"/>
                </a:lnTo>
                <a:lnTo>
                  <a:pt x="0" y="635"/>
                </a:lnTo>
                <a:close/>
              </a:path>
            </a:pathLst>
          </a:custGeom>
          <a:solidFill>
            <a:srgbClr val="000000"/>
          </a:solidFill>
          <a:ln w="12690" cap="flat">
            <a:noFill/>
            <a:prstDash val="solid"/>
            <a:miter/>
          </a:ln>
        </p:spPr>
        <p:txBody>
          <a:bodyPr anchor="ctr"/>
          <a:lstStyle/>
          <a:p>
            <a:pPr>
              <a:buNone/>
            </a:pPr>
            <a:endParaRPr/>
          </a:p>
        </p:txBody>
      </p:sp>
      <p:sp>
        <p:nvSpPr>
          <p:cNvPr id="510" name="Freeform: Shape 509">
            <a:extLst>
              <a:ext uri="{FF2B5EF4-FFF2-40B4-BE49-F238E27FC236}">
                <a16:creationId xmlns:a16="http://schemas.microsoft.com/office/drawing/2014/main" id="{9D84C3A3-6F86-465A-A31E-51528EB7CD5E}"/>
              </a:ext>
            </a:extLst>
          </p:cNvPr>
          <p:cNvSpPr>
            <a:spLocks noGrp="1"/>
          </p:cNvSpPr>
          <p:nvPr/>
        </p:nvSpPr>
        <p:spPr>
          <a:xfrm>
            <a:off x="8474498" y="1739183"/>
            <a:ext cx="191848" cy="67895"/>
          </a:xfrm>
          <a:custGeom>
            <a:avLst/>
            <a:gdLst>
              <a:gd name="connsiteX0" fmla="*/ 2920 w 191848"/>
              <a:gd name="connsiteY0" fmla="*/ 8634 h 67895"/>
              <a:gd name="connsiteX1" fmla="*/ 635 w 191848"/>
              <a:gd name="connsiteY1" fmla="*/ 10538 h 67895"/>
              <a:gd name="connsiteX2" fmla="*/ 187913 w 191848"/>
              <a:gd name="connsiteY2" fmla="*/ 67166 h 67895"/>
              <a:gd name="connsiteX3" fmla="*/ 190071 w 191848"/>
              <a:gd name="connsiteY3" fmla="*/ 67800 h 67895"/>
              <a:gd name="connsiteX4" fmla="*/ 191849 w 191848"/>
              <a:gd name="connsiteY4" fmla="*/ 67800 h 67895"/>
              <a:gd name="connsiteX5" fmla="*/ 186389 w 191848"/>
              <a:gd name="connsiteY5" fmla="*/ 62861 h 67895"/>
              <a:gd name="connsiteX6" fmla="*/ 186389 w 191848"/>
              <a:gd name="connsiteY6" fmla="*/ 62848 h 67895"/>
              <a:gd name="connsiteX7" fmla="*/ 186389 w 191848"/>
              <a:gd name="connsiteY7" fmla="*/ 56119 h 67895"/>
              <a:gd name="connsiteX8" fmla="*/ 1016 w 191848"/>
              <a:gd name="connsiteY8" fmla="*/ 0 h 67895"/>
              <a:gd name="connsiteX9" fmla="*/ 0 w 191848"/>
              <a:gd name="connsiteY9" fmla="*/ 0 h 67895"/>
              <a:gd name="connsiteX10" fmla="*/ 3047 w 191848"/>
              <a:gd name="connsiteY10" fmla="*/ 1524 h 67895"/>
              <a:gd name="connsiteX11" fmla="*/ 3618 w 191848"/>
              <a:gd name="connsiteY11" fmla="*/ 7961 h 67895"/>
              <a:gd name="connsiteX12" fmla="*/ 2920 w 191848"/>
              <a:gd name="connsiteY12" fmla="*/ 8634 h 67895"/>
            </a:gdLst>
            <a:ahLst/>
            <a:cxnLst/>
            <a:rect l="l" t="t" r="r" b="b"/>
            <a:pathLst>
              <a:path w="191848" h="67895">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w="12690" cap="flat">
            <a:noFill/>
            <a:prstDash val="solid"/>
            <a:miter/>
          </a:ln>
        </p:spPr>
        <p:txBody>
          <a:bodyPr anchor="ctr"/>
          <a:lstStyle/>
          <a:p>
            <a:pPr>
              <a:buNone/>
            </a:pPr>
            <a:endParaRPr/>
          </a:p>
        </p:txBody>
      </p:sp>
      <p:sp>
        <p:nvSpPr>
          <p:cNvPr id="511" name="Freeform: Shape 510">
            <a:extLst>
              <a:ext uri="{FF2B5EF4-FFF2-40B4-BE49-F238E27FC236}">
                <a16:creationId xmlns:a16="http://schemas.microsoft.com/office/drawing/2014/main" id="{EEA9919D-47AF-4795-8E10-3C1DA5DCCC32}"/>
              </a:ext>
            </a:extLst>
          </p:cNvPr>
          <p:cNvSpPr>
            <a:spLocks noGrp="1"/>
          </p:cNvSpPr>
          <p:nvPr/>
        </p:nvSpPr>
        <p:spPr>
          <a:xfrm>
            <a:off x="8671496" y="1803174"/>
            <a:ext cx="56" cy="761"/>
          </a:xfrm>
          <a:custGeom>
            <a:avLst/>
            <a:gdLst>
              <a:gd name="connsiteX0" fmla="*/ 56 w 56"/>
              <a:gd name="connsiteY0" fmla="*/ 0 h 761"/>
              <a:gd name="connsiteX1" fmla="*/ 56 w 56"/>
              <a:gd name="connsiteY1" fmla="*/ 762 h 761"/>
              <a:gd name="connsiteX2" fmla="*/ 56 w 56"/>
              <a:gd name="connsiteY2" fmla="*/ 762 h 761"/>
              <a:gd name="connsiteX3" fmla="*/ 56 w 56"/>
              <a:gd name="connsiteY3" fmla="*/ 0 h 761"/>
            </a:gdLst>
            <a:ahLst/>
            <a:cxnLst/>
            <a:rect l="l" t="t" r="r" b="b"/>
            <a:pathLst>
              <a:path w="56" h="761">
                <a:moveTo>
                  <a:pt x="56" y="0"/>
                </a:moveTo>
                <a:lnTo>
                  <a:pt x="56" y="762"/>
                </a:lnTo>
                <a:lnTo>
                  <a:pt x="56" y="762"/>
                </a:lnTo>
                <a:cubicBezTo>
                  <a:pt x="56" y="762"/>
                  <a:pt x="-71" y="254"/>
                  <a:pt x="56" y="0"/>
                </a:cubicBezTo>
                <a:close/>
              </a:path>
            </a:pathLst>
          </a:custGeom>
          <a:solidFill>
            <a:srgbClr val="000000"/>
          </a:solidFill>
          <a:ln w="12690" cap="flat">
            <a:noFill/>
            <a:prstDash val="solid"/>
            <a:miter/>
          </a:ln>
        </p:spPr>
        <p:txBody>
          <a:bodyPr anchor="ctr"/>
          <a:lstStyle/>
          <a:p>
            <a:pPr>
              <a:buNone/>
            </a:pPr>
            <a:endParaRPr/>
          </a:p>
        </p:txBody>
      </p:sp>
      <p:sp>
        <p:nvSpPr>
          <p:cNvPr id="512" name="Freeform: Shape 511">
            <a:extLst>
              <a:ext uri="{FF2B5EF4-FFF2-40B4-BE49-F238E27FC236}">
                <a16:creationId xmlns:a16="http://schemas.microsoft.com/office/drawing/2014/main" id="{AC090B7C-2FD2-4A43-A7A5-F2CB1049570D}"/>
              </a:ext>
            </a:extLst>
          </p:cNvPr>
          <p:cNvSpPr>
            <a:spLocks noGrp="1"/>
          </p:cNvSpPr>
          <p:nvPr/>
        </p:nvSpPr>
        <p:spPr>
          <a:xfrm>
            <a:off x="8253395" y="1738040"/>
            <a:ext cx="224884" cy="184356"/>
          </a:xfrm>
          <a:custGeom>
            <a:avLst/>
            <a:gdLst>
              <a:gd name="connsiteX0" fmla="*/ 814 w 224884"/>
              <a:gd name="connsiteY0" fmla="*/ 181944 h 184356"/>
              <a:gd name="connsiteX1" fmla="*/ 814 w 224884"/>
              <a:gd name="connsiteY1" fmla="*/ 182705 h 184356"/>
              <a:gd name="connsiteX2" fmla="*/ 1448 w 224884"/>
              <a:gd name="connsiteY2" fmla="*/ 183594 h 184356"/>
              <a:gd name="connsiteX3" fmla="*/ 1448 w 224884"/>
              <a:gd name="connsiteY3" fmla="*/ 183594 h 184356"/>
              <a:gd name="connsiteX4" fmla="*/ 1448 w 224884"/>
              <a:gd name="connsiteY4" fmla="*/ 183594 h 184356"/>
              <a:gd name="connsiteX5" fmla="*/ 2590 w 224884"/>
              <a:gd name="connsiteY5" fmla="*/ 184356 h 184356"/>
              <a:gd name="connsiteX6" fmla="*/ 3352 w 224884"/>
              <a:gd name="connsiteY6" fmla="*/ 184356 h 184356"/>
              <a:gd name="connsiteX7" fmla="*/ 5257 w 224884"/>
              <a:gd name="connsiteY7" fmla="*/ 184356 h 184356"/>
              <a:gd name="connsiteX8" fmla="*/ 8813 w 224884"/>
              <a:gd name="connsiteY8" fmla="*/ 183213 h 184356"/>
              <a:gd name="connsiteX9" fmla="*/ 16176 w 224884"/>
              <a:gd name="connsiteY9" fmla="*/ 177119 h 184356"/>
              <a:gd name="connsiteX10" fmla="*/ 220976 w 224884"/>
              <a:gd name="connsiteY10" fmla="*/ 10411 h 184356"/>
              <a:gd name="connsiteX11" fmla="*/ 223261 w 224884"/>
              <a:gd name="connsiteY11" fmla="*/ 8507 h 184356"/>
              <a:gd name="connsiteX12" fmla="*/ 223808 w 224884"/>
              <a:gd name="connsiteY12" fmla="*/ 2069 h 184356"/>
              <a:gd name="connsiteX13" fmla="*/ 223261 w 224884"/>
              <a:gd name="connsiteY13" fmla="*/ 1524 h 184356"/>
              <a:gd name="connsiteX14" fmla="*/ 220214 w 224884"/>
              <a:gd name="connsiteY14" fmla="*/ 0 h 184356"/>
              <a:gd name="connsiteX15" fmla="*/ 217294 w 224884"/>
              <a:gd name="connsiteY15" fmla="*/ 0 h 184356"/>
              <a:gd name="connsiteX16" fmla="*/ 216151 w 224884"/>
              <a:gd name="connsiteY16" fmla="*/ 635 h 184356"/>
              <a:gd name="connsiteX17" fmla="*/ 216151 w 224884"/>
              <a:gd name="connsiteY17" fmla="*/ 635 h 184356"/>
              <a:gd name="connsiteX18" fmla="*/ 1702 w 224884"/>
              <a:gd name="connsiteY18" fmla="*/ 175341 h 184356"/>
              <a:gd name="connsiteX19" fmla="*/ 1702 w 224884"/>
              <a:gd name="connsiteY19" fmla="*/ 175341 h 184356"/>
              <a:gd name="connsiteX20" fmla="*/ 940 w 224884"/>
              <a:gd name="connsiteY20" fmla="*/ 176230 h 184356"/>
              <a:gd name="connsiteX21" fmla="*/ 940 w 224884"/>
              <a:gd name="connsiteY21" fmla="*/ 176230 h 184356"/>
              <a:gd name="connsiteX22" fmla="*/ 940 w 224884"/>
              <a:gd name="connsiteY22" fmla="*/ 176230 h 184356"/>
              <a:gd name="connsiteX23" fmla="*/ 940 w 224884"/>
              <a:gd name="connsiteY23" fmla="*/ 177246 h 184356"/>
              <a:gd name="connsiteX24" fmla="*/ 940 w 224884"/>
              <a:gd name="connsiteY24" fmla="*/ 177881 h 184356"/>
              <a:gd name="connsiteX25" fmla="*/ 940 w 224884"/>
              <a:gd name="connsiteY25" fmla="*/ 177881 h 184356"/>
              <a:gd name="connsiteX26" fmla="*/ 699 w 224884"/>
              <a:gd name="connsiteY26" fmla="*/ 181829 h 184356"/>
              <a:gd name="connsiteX27" fmla="*/ 814 w 224884"/>
              <a:gd name="connsiteY27" fmla="*/ 181944 h 184356"/>
            </a:gdLst>
            <a:ahLst/>
            <a:cxnLst/>
            <a:rect l="l" t="t" r="r" b="b"/>
            <a:pathLst>
              <a:path w="224884" h="184356">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w="12690" cap="flat">
            <a:noFill/>
            <a:prstDash val="solid"/>
            <a:miter/>
          </a:ln>
        </p:spPr>
        <p:txBody>
          <a:bodyPr anchor="ctr"/>
          <a:lstStyle/>
          <a:p>
            <a:pPr>
              <a:buNone/>
            </a:pPr>
            <a:endParaRPr/>
          </a:p>
        </p:txBody>
      </p:sp>
      <p:sp>
        <p:nvSpPr>
          <p:cNvPr id="513" name="Freeform: Shape 512">
            <a:extLst>
              <a:ext uri="{FF2B5EF4-FFF2-40B4-BE49-F238E27FC236}">
                <a16:creationId xmlns:a16="http://schemas.microsoft.com/office/drawing/2014/main" id="{69AD6B8A-AF28-4C12-961F-0C6EC561D582}"/>
              </a:ext>
            </a:extLst>
          </p:cNvPr>
          <p:cNvSpPr>
            <a:spLocks noGrp="1"/>
          </p:cNvSpPr>
          <p:nvPr/>
        </p:nvSpPr>
        <p:spPr>
          <a:xfrm>
            <a:off x="4279213" y="33761"/>
            <a:ext cx="28" cy="761"/>
          </a:xfrm>
          <a:custGeom>
            <a:avLst/>
            <a:gdLst>
              <a:gd name="connsiteX0" fmla="*/ 0 w 28"/>
              <a:gd name="connsiteY0" fmla="*/ 0 h 761"/>
              <a:gd name="connsiteX1" fmla="*/ 0 w 28"/>
              <a:gd name="connsiteY1" fmla="*/ 762 h 761"/>
              <a:gd name="connsiteX2" fmla="*/ 0 w 28"/>
              <a:gd name="connsiteY2" fmla="*/ 127 h 761"/>
            </a:gdLst>
            <a:ahLst/>
            <a:cxnLst/>
            <a:rect l="l" t="t" r="r" b="b"/>
            <a:pathLst>
              <a:path w="28" h="761">
                <a:moveTo>
                  <a:pt x="0" y="0"/>
                </a:moveTo>
                <a:cubicBezTo>
                  <a:pt x="38" y="254"/>
                  <a:pt x="38" y="508"/>
                  <a:pt x="0" y="762"/>
                </a:cubicBezTo>
                <a:cubicBezTo>
                  <a:pt x="38" y="546"/>
                  <a:pt x="38" y="343"/>
                  <a:pt x="0" y="127"/>
                </a:cubicBezTo>
                <a:close/>
              </a:path>
            </a:pathLst>
          </a:custGeom>
          <a:solidFill>
            <a:srgbClr val="000000"/>
          </a:solidFill>
          <a:ln w="12690" cap="flat">
            <a:noFill/>
            <a:prstDash val="solid"/>
            <a:miter/>
          </a:ln>
        </p:spPr>
        <p:txBody>
          <a:bodyPr anchor="ctr"/>
          <a:lstStyle/>
          <a:p>
            <a:pPr>
              <a:buNone/>
            </a:pPr>
            <a:endParaRPr/>
          </a:p>
        </p:txBody>
      </p:sp>
      <p:sp>
        <p:nvSpPr>
          <p:cNvPr id="515" name="Freeform: Shape 514">
            <a:extLst>
              <a:ext uri="{FF2B5EF4-FFF2-40B4-BE49-F238E27FC236}">
                <a16:creationId xmlns:a16="http://schemas.microsoft.com/office/drawing/2014/main" id="{E0CB2059-0114-4616-B2EB-2D1571ADD958}"/>
              </a:ext>
            </a:extLst>
          </p:cNvPr>
          <p:cNvSpPr>
            <a:spLocks noGrp="1"/>
          </p:cNvSpPr>
          <p:nvPr/>
        </p:nvSpPr>
        <p:spPr>
          <a:xfrm>
            <a:off x="4277435" y="32619"/>
            <a:ext cx="888" cy="12696"/>
          </a:xfrm>
          <a:custGeom>
            <a:avLst/>
            <a:gdLst>
              <a:gd name="connsiteX0" fmla="*/ 0 w 888"/>
              <a:gd name="connsiteY0" fmla="*/ 0 h 12696"/>
              <a:gd name="connsiteX1" fmla="*/ 889 w 888"/>
              <a:gd name="connsiteY1" fmla="*/ 0 h 12696"/>
              <a:gd name="connsiteX2" fmla="*/ 889 w 888"/>
              <a:gd name="connsiteY2" fmla="*/ 0 h 12696"/>
            </a:gdLst>
            <a:ahLst/>
            <a:cxnLst/>
            <a:rect l="l" t="t" r="r" b="b"/>
            <a:pathLst>
              <a:path w="888" h="12696">
                <a:moveTo>
                  <a:pt x="0" y="0"/>
                </a:moveTo>
                <a:lnTo>
                  <a:pt x="889" y="0"/>
                </a:lnTo>
                <a:lnTo>
                  <a:pt x="889" y="0"/>
                </a:lnTo>
                <a:close/>
              </a:path>
            </a:pathLst>
          </a:custGeom>
          <a:solidFill>
            <a:srgbClr val="000000"/>
          </a:solidFill>
          <a:ln w="12690" cap="flat">
            <a:noFill/>
            <a:prstDash val="solid"/>
            <a:miter/>
          </a:ln>
        </p:spPr>
        <p:txBody>
          <a:bodyPr anchor="ctr"/>
          <a:lstStyle/>
          <a:p>
            <a:pPr>
              <a:buNone/>
            </a:pPr>
            <a:endParaRPr/>
          </a:p>
        </p:txBody>
      </p:sp>
      <p:sp>
        <p:nvSpPr>
          <p:cNvPr id="526" name="Freeform: Shape 525">
            <a:extLst>
              <a:ext uri="{FF2B5EF4-FFF2-40B4-BE49-F238E27FC236}">
                <a16:creationId xmlns:a16="http://schemas.microsoft.com/office/drawing/2014/main" id="{22593155-227D-4388-BBDF-8E6D85546973}"/>
              </a:ext>
            </a:extLst>
          </p:cNvPr>
          <p:cNvSpPr>
            <a:spLocks noGrp="1"/>
          </p:cNvSpPr>
          <p:nvPr/>
        </p:nvSpPr>
        <p:spPr>
          <a:xfrm>
            <a:off x="6079496" y="915675"/>
            <a:ext cx="42153" cy="28186"/>
          </a:xfrm>
          <a:custGeom>
            <a:avLst/>
            <a:gdLst>
              <a:gd name="connsiteX0" fmla="*/ 42154 w 42153"/>
              <a:gd name="connsiteY0" fmla="*/ 5713 h 28186"/>
              <a:gd name="connsiteX1" fmla="*/ 38471 w 42153"/>
              <a:gd name="connsiteY1" fmla="*/ 6983 h 28186"/>
              <a:gd name="connsiteX2" fmla="*/ 33012 w 42153"/>
              <a:gd name="connsiteY2" fmla="*/ 2158 h 28186"/>
              <a:gd name="connsiteX3" fmla="*/ 33012 w 42153"/>
              <a:gd name="connsiteY3" fmla="*/ 0 h 28186"/>
              <a:gd name="connsiteX4" fmla="*/ 0 w 42153"/>
              <a:gd name="connsiteY4" fmla="*/ 26917 h 28186"/>
              <a:gd name="connsiteX5" fmla="*/ 2412 w 42153"/>
              <a:gd name="connsiteY5" fmla="*/ 26917 h 28186"/>
              <a:gd name="connsiteX6" fmla="*/ 14347 w 42153"/>
              <a:gd name="connsiteY6" fmla="*/ 28187 h 28186"/>
              <a:gd name="connsiteX7" fmla="*/ 42026 w 42153"/>
              <a:gd name="connsiteY7" fmla="*/ 5459 h 28186"/>
            </a:gdLst>
            <a:ahLst/>
            <a:cxnLst/>
            <a:rect l="l" t="t" r="r" b="b"/>
            <a:pathLst>
              <a:path w="42153" h="28186">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w="12690" cap="flat">
            <a:noFill/>
            <a:prstDash val="solid"/>
            <a:miter/>
          </a:ln>
        </p:spPr>
        <p:txBody>
          <a:bodyPr anchor="ctr"/>
          <a:lstStyle/>
          <a:p>
            <a:pPr>
              <a:buNone/>
            </a:pPr>
            <a:endParaRPr/>
          </a:p>
        </p:txBody>
      </p:sp>
      <p:sp>
        <p:nvSpPr>
          <p:cNvPr id="527" name="Freeform: Shape 526">
            <a:extLst>
              <a:ext uri="{FF2B5EF4-FFF2-40B4-BE49-F238E27FC236}">
                <a16:creationId xmlns:a16="http://schemas.microsoft.com/office/drawing/2014/main" id="{AC787DD7-AB0D-4206-85FF-1EE86EBF8A11}"/>
              </a:ext>
            </a:extLst>
          </p:cNvPr>
          <p:cNvSpPr>
            <a:spLocks noGrp="1"/>
          </p:cNvSpPr>
          <p:nvPr/>
        </p:nvSpPr>
        <p:spPr>
          <a:xfrm>
            <a:off x="4273372" y="640029"/>
            <a:ext cx="1555107" cy="478284"/>
          </a:xfrm>
          <a:custGeom>
            <a:avLst/>
            <a:gdLst>
              <a:gd name="connsiteX0" fmla="*/ 1555107 w 1555107"/>
              <a:gd name="connsiteY0" fmla="*/ 468001 h 478284"/>
              <a:gd name="connsiteX1" fmla="*/ 7364 w 1555107"/>
              <a:gd name="connsiteY1" fmla="*/ 0 h 478284"/>
              <a:gd name="connsiteX2" fmla="*/ 7364 w 1555107"/>
              <a:gd name="connsiteY2" fmla="*/ 3555 h 478284"/>
              <a:gd name="connsiteX3" fmla="*/ 1917 w 1555107"/>
              <a:gd name="connsiteY3" fmla="*/ 8507 h 478284"/>
              <a:gd name="connsiteX4" fmla="*/ 1904 w 1555107"/>
              <a:gd name="connsiteY4" fmla="*/ 8507 h 478284"/>
              <a:gd name="connsiteX5" fmla="*/ 0 w 1555107"/>
              <a:gd name="connsiteY5" fmla="*/ 8507 h 478284"/>
              <a:gd name="connsiteX6" fmla="*/ 0 w 1555107"/>
              <a:gd name="connsiteY6" fmla="*/ 8507 h 478284"/>
              <a:gd name="connsiteX7" fmla="*/ 1554853 w 1555107"/>
              <a:gd name="connsiteY7" fmla="*/ 478285 h 478284"/>
              <a:gd name="connsiteX8" fmla="*/ 1554853 w 1555107"/>
              <a:gd name="connsiteY8" fmla="*/ 468001 h 478284"/>
            </a:gdLst>
            <a:ahLst/>
            <a:cxnLst/>
            <a:rect l="l" t="t" r="r" b="b"/>
            <a:pathLst>
              <a:path w="1555107" h="478284">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w="12690" cap="flat">
            <a:noFill/>
            <a:prstDash val="solid"/>
            <a:miter/>
          </a:ln>
        </p:spPr>
        <p:txBody>
          <a:bodyPr anchor="ctr"/>
          <a:lstStyle/>
          <a:p>
            <a:pPr>
              <a:buNone/>
            </a:pPr>
            <a:endParaRPr/>
          </a:p>
        </p:txBody>
      </p:sp>
      <p:sp>
        <p:nvSpPr>
          <p:cNvPr id="528" name="Freeform: Shape 527">
            <a:extLst>
              <a:ext uri="{FF2B5EF4-FFF2-40B4-BE49-F238E27FC236}">
                <a16:creationId xmlns:a16="http://schemas.microsoft.com/office/drawing/2014/main" id="{35C7C518-AA2E-4B2B-9221-CB253E2B3D7A}"/>
              </a:ext>
            </a:extLst>
          </p:cNvPr>
          <p:cNvSpPr>
            <a:spLocks noGrp="1"/>
          </p:cNvSpPr>
          <p:nvPr/>
        </p:nvSpPr>
        <p:spPr>
          <a:xfrm>
            <a:off x="5859333" y="505190"/>
            <a:ext cx="10538" cy="511423"/>
          </a:xfrm>
          <a:custGeom>
            <a:avLst/>
            <a:gdLst>
              <a:gd name="connsiteX0" fmla="*/ 10538 w 10538"/>
              <a:gd name="connsiteY0" fmla="*/ 488569 h 511423"/>
              <a:gd name="connsiteX1" fmla="*/ 10538 w 10538"/>
              <a:gd name="connsiteY1" fmla="*/ 0 h 511423"/>
              <a:gd name="connsiteX2" fmla="*/ 8761 w 10538"/>
              <a:gd name="connsiteY2" fmla="*/ 1397 h 511423"/>
              <a:gd name="connsiteX3" fmla="*/ 8761 w 10538"/>
              <a:gd name="connsiteY3" fmla="*/ 1397 h 511423"/>
              <a:gd name="connsiteX4" fmla="*/ 5460 w 10538"/>
              <a:gd name="connsiteY4" fmla="*/ 2539 h 511423"/>
              <a:gd name="connsiteX5" fmla="*/ 3682 w 10538"/>
              <a:gd name="connsiteY5" fmla="*/ 2539 h 511423"/>
              <a:gd name="connsiteX6" fmla="*/ 0 w 10538"/>
              <a:gd name="connsiteY6" fmla="*/ 1524 h 511423"/>
              <a:gd name="connsiteX7" fmla="*/ 0 w 10538"/>
              <a:gd name="connsiteY7" fmla="*/ 511423 h 511423"/>
              <a:gd name="connsiteX8" fmla="*/ 0 w 10538"/>
              <a:gd name="connsiteY8" fmla="*/ 510534 h 511423"/>
            </a:gdLst>
            <a:ahLst/>
            <a:cxnLst/>
            <a:rect l="l" t="t" r="r" b="b"/>
            <a:pathLst>
              <a:path w="10538" h="511423">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w="12690" cap="flat">
            <a:noFill/>
            <a:prstDash val="solid"/>
            <a:miter/>
          </a:ln>
        </p:spPr>
        <p:txBody>
          <a:bodyPr anchor="ctr"/>
          <a:lstStyle/>
          <a:p>
            <a:pPr>
              <a:buNone/>
            </a:pPr>
            <a:endParaRPr/>
          </a:p>
        </p:txBody>
      </p:sp>
      <p:sp>
        <p:nvSpPr>
          <p:cNvPr id="529" name="Freeform: Shape 528">
            <a:extLst>
              <a:ext uri="{FF2B5EF4-FFF2-40B4-BE49-F238E27FC236}">
                <a16:creationId xmlns:a16="http://schemas.microsoft.com/office/drawing/2014/main" id="{794E8630-6A9A-44CE-BD05-7209E42308CF}"/>
              </a:ext>
            </a:extLst>
          </p:cNvPr>
          <p:cNvSpPr>
            <a:spLocks noGrp="1"/>
          </p:cNvSpPr>
          <p:nvPr/>
        </p:nvSpPr>
        <p:spPr>
          <a:xfrm>
            <a:off x="5864538" y="506714"/>
            <a:ext cx="3301" cy="1145"/>
          </a:xfrm>
          <a:custGeom>
            <a:avLst/>
            <a:gdLst>
              <a:gd name="connsiteX0" fmla="*/ 3301 w 3301"/>
              <a:gd name="connsiteY0" fmla="*/ 0 h 1145"/>
              <a:gd name="connsiteX1" fmla="*/ 0 w 3301"/>
              <a:gd name="connsiteY1" fmla="*/ 1143 h 1145"/>
              <a:gd name="connsiteX2" fmla="*/ 3301 w 3301"/>
              <a:gd name="connsiteY2" fmla="*/ 0 h 1145"/>
            </a:gdLst>
            <a:ahLst/>
            <a:cxnLst/>
            <a:rect l="l" t="t" r="r" b="b"/>
            <a:pathLst>
              <a:path w="3301" h="1145">
                <a:moveTo>
                  <a:pt x="3301" y="0"/>
                </a:moveTo>
                <a:cubicBezTo>
                  <a:pt x="2362" y="736"/>
                  <a:pt x="1193" y="1130"/>
                  <a:pt x="0" y="1143"/>
                </a:cubicBezTo>
                <a:cubicBezTo>
                  <a:pt x="1206" y="1181"/>
                  <a:pt x="2374" y="775"/>
                  <a:pt x="3301" y="0"/>
                </a:cubicBezTo>
                <a:close/>
              </a:path>
            </a:pathLst>
          </a:custGeom>
          <a:solidFill>
            <a:srgbClr val="000000"/>
          </a:solidFill>
          <a:ln w="12690" cap="flat">
            <a:noFill/>
            <a:prstDash val="solid"/>
            <a:miter/>
          </a:ln>
        </p:spPr>
        <p:txBody>
          <a:bodyPr anchor="ctr"/>
          <a:lstStyle/>
          <a:p>
            <a:pPr>
              <a:buNone/>
            </a:pPr>
            <a:endParaRPr/>
          </a:p>
        </p:txBody>
      </p:sp>
      <p:sp>
        <p:nvSpPr>
          <p:cNvPr id="530" name="Freeform: Shape 529">
            <a:extLst>
              <a:ext uri="{FF2B5EF4-FFF2-40B4-BE49-F238E27FC236}">
                <a16:creationId xmlns:a16="http://schemas.microsoft.com/office/drawing/2014/main" id="{AEE64439-8EE6-432B-80C0-926FD0C3CB09}"/>
              </a:ext>
            </a:extLst>
          </p:cNvPr>
          <p:cNvSpPr>
            <a:spLocks noGrp="1"/>
          </p:cNvSpPr>
          <p:nvPr/>
        </p:nvSpPr>
        <p:spPr>
          <a:xfrm>
            <a:off x="4269524" y="17651"/>
            <a:ext cx="1595014" cy="490224"/>
          </a:xfrm>
          <a:custGeom>
            <a:avLst/>
            <a:gdLst>
              <a:gd name="connsiteX0" fmla="*/ 1595015 w 1595014"/>
              <a:gd name="connsiteY0" fmla="*/ 490205 h 490224"/>
              <a:gd name="connsiteX1" fmla="*/ 1590952 w 1595014"/>
              <a:gd name="connsiteY1" fmla="*/ 488681 h 490224"/>
              <a:gd name="connsiteX2" fmla="*/ 1590609 w 1595014"/>
              <a:gd name="connsiteY2" fmla="*/ 482041 h 490224"/>
              <a:gd name="connsiteX3" fmla="*/ 1590952 w 1595014"/>
              <a:gd name="connsiteY3" fmla="*/ 481698 h 490224"/>
              <a:gd name="connsiteX4" fmla="*/ 1593364 w 1595014"/>
              <a:gd name="connsiteY4" fmla="*/ 479794 h 490224"/>
              <a:gd name="connsiteX5" fmla="*/ 10070 w 1595014"/>
              <a:gd name="connsiteY5" fmla="*/ 1128 h 490224"/>
              <a:gd name="connsiteX6" fmla="*/ 7150 w 1595014"/>
              <a:gd name="connsiteY6" fmla="*/ 239 h 490224"/>
              <a:gd name="connsiteX7" fmla="*/ 293 w 1595014"/>
              <a:gd name="connsiteY7" fmla="*/ 3413 h 490224"/>
              <a:gd name="connsiteX8" fmla="*/ 3074 w 1595014"/>
              <a:gd name="connsiteY8" fmla="*/ 9444 h 490224"/>
              <a:gd name="connsiteX9" fmla="*/ 3721 w 1595014"/>
              <a:gd name="connsiteY9" fmla="*/ 9635 h 490224"/>
              <a:gd name="connsiteX10" fmla="*/ 10705 w 1595014"/>
              <a:gd name="connsiteY10" fmla="*/ 11666 h 490224"/>
              <a:gd name="connsiteX11" fmla="*/ 1030768 w 1595014"/>
              <a:gd name="connsiteY11" fmla="*/ 319688 h 490224"/>
              <a:gd name="connsiteX12" fmla="*/ 1589428 w 1595014"/>
              <a:gd name="connsiteY12" fmla="*/ 488935 h 490224"/>
              <a:gd name="connsiteX13" fmla="*/ 1593110 w 1595014"/>
              <a:gd name="connsiteY13" fmla="*/ 489951 h 490224"/>
              <a:gd name="connsiteX14" fmla="*/ 1595015 w 1595014"/>
              <a:gd name="connsiteY14" fmla="*/ 490205 h 490224"/>
            </a:gdLst>
            <a:ahLst/>
            <a:cxnLst/>
            <a:rect l="l" t="t" r="r" b="b"/>
            <a:pathLst>
              <a:path w="1595014" h="49022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w="12690" cap="flat">
            <a:noFill/>
            <a:prstDash val="solid"/>
            <a:miter/>
          </a:ln>
        </p:spPr>
        <p:txBody>
          <a:bodyPr anchor="ctr"/>
          <a:lstStyle/>
          <a:p>
            <a:pPr>
              <a:buNone/>
            </a:pPr>
            <a:endParaRPr/>
          </a:p>
        </p:txBody>
      </p:sp>
      <p:sp>
        <p:nvSpPr>
          <p:cNvPr id="532" name="Freeform: Shape 531">
            <a:extLst>
              <a:ext uri="{FF2B5EF4-FFF2-40B4-BE49-F238E27FC236}">
                <a16:creationId xmlns:a16="http://schemas.microsoft.com/office/drawing/2014/main" id="{94DC7205-73D8-41F2-8707-75C22064304F}"/>
              </a:ext>
            </a:extLst>
          </p:cNvPr>
          <p:cNvSpPr>
            <a:spLocks noGrp="1"/>
          </p:cNvSpPr>
          <p:nvPr/>
        </p:nvSpPr>
        <p:spPr>
          <a:xfrm>
            <a:off x="6122792" y="293917"/>
            <a:ext cx="28" cy="761"/>
          </a:xfrm>
          <a:custGeom>
            <a:avLst/>
            <a:gdLst>
              <a:gd name="connsiteX0" fmla="*/ 0 w 28"/>
              <a:gd name="connsiteY0" fmla="*/ 762 h 761"/>
              <a:gd name="connsiteX1" fmla="*/ 0 w 28"/>
              <a:gd name="connsiteY1" fmla="*/ 0 h 761"/>
              <a:gd name="connsiteX2" fmla="*/ 0 w 28"/>
              <a:gd name="connsiteY2" fmla="*/ 0 h 761"/>
            </a:gdLst>
            <a:ahLst/>
            <a:cxnLst/>
            <a:rect l="l" t="t" r="r" b="b"/>
            <a:pathLst>
              <a:path w="28" h="761">
                <a:moveTo>
                  <a:pt x="0" y="762"/>
                </a:moveTo>
                <a:cubicBezTo>
                  <a:pt x="38" y="508"/>
                  <a:pt x="38" y="254"/>
                  <a:pt x="0" y="0"/>
                </a:cubicBezTo>
                <a:lnTo>
                  <a:pt x="0" y="0"/>
                </a:lnTo>
                <a:close/>
              </a:path>
            </a:pathLst>
          </a:custGeom>
          <a:solidFill>
            <a:srgbClr val="000000"/>
          </a:solidFill>
          <a:ln w="12690" cap="flat">
            <a:noFill/>
            <a:prstDash val="solid"/>
            <a:miter/>
          </a:ln>
        </p:spPr>
        <p:txBody>
          <a:bodyPr anchor="ctr"/>
          <a:lstStyle/>
          <a:p>
            <a:pPr>
              <a:buNone/>
            </a:pPr>
            <a:endParaRPr/>
          </a:p>
        </p:txBody>
      </p:sp>
      <p:sp>
        <p:nvSpPr>
          <p:cNvPr id="533" name="Freeform: Shape 532">
            <a:extLst>
              <a:ext uri="{FF2B5EF4-FFF2-40B4-BE49-F238E27FC236}">
                <a16:creationId xmlns:a16="http://schemas.microsoft.com/office/drawing/2014/main" id="{17D58846-AB51-4324-AA25-7188492B38B9}"/>
              </a:ext>
            </a:extLst>
          </p:cNvPr>
          <p:cNvSpPr>
            <a:spLocks noGrp="1"/>
          </p:cNvSpPr>
          <p:nvPr/>
        </p:nvSpPr>
        <p:spPr>
          <a:xfrm>
            <a:off x="6123300" y="295694"/>
            <a:ext cx="12696" cy="888"/>
          </a:xfrm>
          <a:custGeom>
            <a:avLst/>
            <a:gdLst>
              <a:gd name="connsiteX0" fmla="*/ 0 w 12696"/>
              <a:gd name="connsiteY0" fmla="*/ 889 h 888"/>
              <a:gd name="connsiteX1" fmla="*/ 0 w 12696"/>
              <a:gd name="connsiteY1" fmla="*/ 0 h 888"/>
              <a:gd name="connsiteX2" fmla="*/ 0 w 12696"/>
              <a:gd name="connsiteY2" fmla="*/ 0 h 888"/>
              <a:gd name="connsiteX3" fmla="*/ 0 w 12696"/>
              <a:gd name="connsiteY3" fmla="*/ 889 h 888"/>
            </a:gdLst>
            <a:ahLst/>
            <a:cxnLst/>
            <a:rect l="l" t="t" r="r" b="b"/>
            <a:pathLst>
              <a:path w="12696" h="888">
                <a:moveTo>
                  <a:pt x="0" y="889"/>
                </a:moveTo>
                <a:cubicBezTo>
                  <a:pt x="0" y="889"/>
                  <a:pt x="0" y="889"/>
                  <a:pt x="0" y="0"/>
                </a:cubicBezTo>
                <a:lnTo>
                  <a:pt x="0" y="0"/>
                </a:lnTo>
                <a:cubicBezTo>
                  <a:pt x="0" y="0"/>
                  <a:pt x="0" y="635"/>
                  <a:pt x="0" y="889"/>
                </a:cubicBezTo>
                <a:close/>
              </a:path>
            </a:pathLst>
          </a:custGeom>
          <a:solidFill>
            <a:srgbClr val="000000"/>
          </a:solidFill>
          <a:ln w="12690" cap="flat">
            <a:noFill/>
            <a:prstDash val="solid"/>
            <a:miter/>
          </a:ln>
        </p:spPr>
        <p:txBody>
          <a:bodyPr anchor="ctr"/>
          <a:lstStyle/>
          <a:p>
            <a:pPr>
              <a:buNone/>
            </a:pPr>
            <a:endParaRPr/>
          </a:p>
        </p:txBody>
      </p:sp>
      <p:sp>
        <p:nvSpPr>
          <p:cNvPr id="534" name="Freeform: Shape 533">
            <a:extLst>
              <a:ext uri="{FF2B5EF4-FFF2-40B4-BE49-F238E27FC236}">
                <a16:creationId xmlns:a16="http://schemas.microsoft.com/office/drawing/2014/main" id="{880E0F3D-9E93-42D7-BCB4-37514957C5FF}"/>
              </a:ext>
            </a:extLst>
          </p:cNvPr>
          <p:cNvSpPr>
            <a:spLocks noGrp="1"/>
          </p:cNvSpPr>
          <p:nvPr/>
        </p:nvSpPr>
        <p:spPr>
          <a:xfrm>
            <a:off x="6120760" y="293155"/>
            <a:ext cx="888" cy="12696"/>
          </a:xfrm>
          <a:custGeom>
            <a:avLst/>
            <a:gdLst>
              <a:gd name="connsiteX0" fmla="*/ 889 w 888"/>
              <a:gd name="connsiteY0" fmla="*/ 0 h 12696"/>
              <a:gd name="connsiteX1" fmla="*/ 0 w 888"/>
              <a:gd name="connsiteY1" fmla="*/ 0 h 12696"/>
              <a:gd name="connsiteX2" fmla="*/ 0 w 888"/>
              <a:gd name="connsiteY2" fmla="*/ 0 h 12696"/>
            </a:gdLst>
            <a:ahLst/>
            <a:cxnLst/>
            <a:rect l="l" t="t" r="r" b="b"/>
            <a:pathLst>
              <a:path w="888" h="12696">
                <a:moveTo>
                  <a:pt x="889"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535" name="Freeform: Shape 534">
            <a:extLst>
              <a:ext uri="{FF2B5EF4-FFF2-40B4-BE49-F238E27FC236}">
                <a16:creationId xmlns:a16="http://schemas.microsoft.com/office/drawing/2014/main" id="{03D6C66E-DC5F-4672-96B4-9C990ABF1456}"/>
              </a:ext>
            </a:extLst>
          </p:cNvPr>
          <p:cNvSpPr>
            <a:spLocks noGrp="1"/>
          </p:cNvSpPr>
          <p:nvPr/>
        </p:nvSpPr>
        <p:spPr>
          <a:xfrm>
            <a:off x="6119237" y="292012"/>
            <a:ext cx="888" cy="12696"/>
          </a:xfrm>
          <a:custGeom>
            <a:avLst/>
            <a:gdLst>
              <a:gd name="connsiteX0" fmla="*/ 0 w 888"/>
              <a:gd name="connsiteY0" fmla="*/ 0 h 12696"/>
              <a:gd name="connsiteX1" fmla="*/ 889 w 888"/>
              <a:gd name="connsiteY1" fmla="*/ 0 h 12696"/>
              <a:gd name="connsiteX2" fmla="*/ 0 w 888"/>
              <a:gd name="connsiteY2" fmla="*/ 0 h 12696"/>
            </a:gdLst>
            <a:ahLst/>
            <a:cxnLst/>
            <a:rect l="l" t="t" r="r" b="b"/>
            <a:pathLst>
              <a:path w="888" h="12696">
                <a:moveTo>
                  <a:pt x="0" y="0"/>
                </a:moveTo>
                <a:lnTo>
                  <a:pt x="889" y="0"/>
                </a:lnTo>
                <a:lnTo>
                  <a:pt x="0" y="0"/>
                </a:lnTo>
                <a:close/>
              </a:path>
            </a:pathLst>
          </a:custGeom>
          <a:solidFill>
            <a:srgbClr val="000000"/>
          </a:solidFill>
          <a:ln w="12690" cap="flat">
            <a:noFill/>
            <a:prstDash val="solid"/>
            <a:miter/>
          </a:ln>
        </p:spPr>
        <p:txBody>
          <a:bodyPr anchor="ctr"/>
          <a:lstStyle/>
          <a:p>
            <a:pPr>
              <a:buNone/>
            </a:pPr>
            <a:endParaRPr/>
          </a:p>
        </p:txBody>
      </p:sp>
      <p:sp>
        <p:nvSpPr>
          <p:cNvPr id="536" name="Freeform: Shape 535">
            <a:extLst>
              <a:ext uri="{FF2B5EF4-FFF2-40B4-BE49-F238E27FC236}">
                <a16:creationId xmlns:a16="http://schemas.microsoft.com/office/drawing/2014/main" id="{965E7175-3120-42A1-BD91-91165FD9440A}"/>
              </a:ext>
            </a:extLst>
          </p:cNvPr>
          <p:cNvSpPr>
            <a:spLocks noGrp="1"/>
          </p:cNvSpPr>
          <p:nvPr/>
        </p:nvSpPr>
        <p:spPr>
          <a:xfrm>
            <a:off x="6121141" y="293409"/>
            <a:ext cx="761" cy="12696"/>
          </a:xfrm>
          <a:custGeom>
            <a:avLst/>
            <a:gdLst>
              <a:gd name="connsiteX0" fmla="*/ 762 w 761"/>
              <a:gd name="connsiteY0" fmla="*/ 0 h 12696"/>
              <a:gd name="connsiteX1" fmla="*/ 762 w 761"/>
              <a:gd name="connsiteY1" fmla="*/ 0 h 12696"/>
              <a:gd name="connsiteX2" fmla="*/ 0 w 761"/>
              <a:gd name="connsiteY2" fmla="*/ 0 h 12696"/>
            </a:gdLst>
            <a:ahLst/>
            <a:cxnLst/>
            <a:rect l="l" t="t" r="r" b="b"/>
            <a:pathLst>
              <a:path w="761" h="12696">
                <a:moveTo>
                  <a:pt x="762" y="0"/>
                </a:moveTo>
                <a:lnTo>
                  <a:pt x="762" y="0"/>
                </a:lnTo>
                <a:lnTo>
                  <a:pt x="0" y="0"/>
                </a:lnTo>
                <a:close/>
              </a:path>
            </a:pathLst>
          </a:custGeom>
          <a:solidFill>
            <a:srgbClr val="000000"/>
          </a:solidFill>
          <a:ln w="12690" cap="flat">
            <a:noFill/>
            <a:prstDash val="solid"/>
            <a:miter/>
          </a:ln>
        </p:spPr>
        <p:txBody>
          <a:bodyPr anchor="ctr"/>
          <a:lstStyle/>
          <a:p>
            <a:pPr>
              <a:buNone/>
            </a:pPr>
            <a:endParaRPr/>
          </a:p>
        </p:txBody>
      </p:sp>
      <p:sp>
        <p:nvSpPr>
          <p:cNvPr id="537" name="Freeform: Shape 536">
            <a:extLst>
              <a:ext uri="{FF2B5EF4-FFF2-40B4-BE49-F238E27FC236}">
                <a16:creationId xmlns:a16="http://schemas.microsoft.com/office/drawing/2014/main" id="{362A6FF1-2A61-4074-AA53-7A03532C6760}"/>
              </a:ext>
            </a:extLst>
          </p:cNvPr>
          <p:cNvSpPr>
            <a:spLocks noGrp="1"/>
          </p:cNvSpPr>
          <p:nvPr/>
        </p:nvSpPr>
        <p:spPr>
          <a:xfrm>
            <a:off x="6117205" y="291885"/>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538" name="Freeform: Shape 537">
            <a:extLst>
              <a:ext uri="{FF2B5EF4-FFF2-40B4-BE49-F238E27FC236}">
                <a16:creationId xmlns:a16="http://schemas.microsoft.com/office/drawing/2014/main" id="{0E53A99C-D931-4B97-B8B8-F37DEFFCA969}"/>
              </a:ext>
            </a:extLst>
          </p:cNvPr>
          <p:cNvSpPr>
            <a:spLocks noGrp="1"/>
          </p:cNvSpPr>
          <p:nvPr/>
        </p:nvSpPr>
        <p:spPr>
          <a:xfrm>
            <a:off x="6122919" y="294933"/>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539" name="Freeform: Shape 538">
            <a:extLst>
              <a:ext uri="{FF2B5EF4-FFF2-40B4-BE49-F238E27FC236}">
                <a16:creationId xmlns:a16="http://schemas.microsoft.com/office/drawing/2014/main" id="{6CFCB3CB-8196-4B1E-A729-739027447423}"/>
              </a:ext>
            </a:extLst>
          </p:cNvPr>
          <p:cNvSpPr>
            <a:spLocks noGrp="1"/>
          </p:cNvSpPr>
          <p:nvPr/>
        </p:nvSpPr>
        <p:spPr>
          <a:xfrm>
            <a:off x="6112507" y="296710"/>
            <a:ext cx="10468" cy="625319"/>
          </a:xfrm>
          <a:custGeom>
            <a:avLst/>
            <a:gdLst>
              <a:gd name="connsiteX0" fmla="*/ 9015 w 10468"/>
              <a:gd name="connsiteY0" fmla="*/ 3682 h 625319"/>
              <a:gd name="connsiteX1" fmla="*/ 0 w 10468"/>
              <a:gd name="connsiteY1" fmla="*/ 11046 h 625319"/>
              <a:gd name="connsiteX2" fmla="*/ 0 w 10468"/>
              <a:gd name="connsiteY2" fmla="*/ 620488 h 625319"/>
              <a:gd name="connsiteX3" fmla="*/ 5460 w 10468"/>
              <a:gd name="connsiteY3" fmla="*/ 625313 h 625319"/>
              <a:gd name="connsiteX4" fmla="*/ 9142 w 10468"/>
              <a:gd name="connsiteY4" fmla="*/ 624043 h 625319"/>
              <a:gd name="connsiteX5" fmla="*/ 9776 w 10468"/>
              <a:gd name="connsiteY5" fmla="*/ 623154 h 625319"/>
              <a:gd name="connsiteX6" fmla="*/ 10411 w 10468"/>
              <a:gd name="connsiteY6" fmla="*/ 622393 h 625319"/>
              <a:gd name="connsiteX7" fmla="*/ 10411 w 10468"/>
              <a:gd name="connsiteY7" fmla="*/ 621631 h 625319"/>
              <a:gd name="connsiteX8" fmla="*/ 10411 w 10468"/>
              <a:gd name="connsiteY8" fmla="*/ 620615 h 625319"/>
              <a:gd name="connsiteX9" fmla="*/ 10411 w 10468"/>
              <a:gd name="connsiteY9" fmla="*/ 620615 h 625319"/>
              <a:gd name="connsiteX10" fmla="*/ 10411 w 10468"/>
              <a:gd name="connsiteY10" fmla="*/ 0 h 625319"/>
              <a:gd name="connsiteX11" fmla="*/ 10411 w 10468"/>
              <a:gd name="connsiteY11" fmla="*/ 0 h 625319"/>
              <a:gd name="connsiteX12" fmla="*/ 10411 w 10468"/>
              <a:gd name="connsiteY12" fmla="*/ 0 h 625319"/>
              <a:gd name="connsiteX13" fmla="*/ 9015 w 10468"/>
              <a:gd name="connsiteY13" fmla="*/ 3682 h 625319"/>
            </a:gdLst>
            <a:ahLst/>
            <a:cxnLst/>
            <a:rect l="l" t="t" r="r" b="b"/>
            <a:pathLst>
              <a:path w="10468" h="625319">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w="12690" cap="flat">
            <a:noFill/>
            <a:prstDash val="solid"/>
            <a:miter/>
          </a:ln>
        </p:spPr>
        <p:txBody>
          <a:bodyPr anchor="ctr"/>
          <a:lstStyle/>
          <a:p>
            <a:pPr>
              <a:buNone/>
            </a:pPr>
            <a:endParaRPr/>
          </a:p>
        </p:txBody>
      </p:sp>
      <p:sp>
        <p:nvSpPr>
          <p:cNvPr id="540" name="Freeform: Shape 539">
            <a:extLst>
              <a:ext uri="{FF2B5EF4-FFF2-40B4-BE49-F238E27FC236}">
                <a16:creationId xmlns:a16="http://schemas.microsoft.com/office/drawing/2014/main" id="{B4AED7C0-0D1B-4A17-A324-38B5FDFBC3BD}"/>
              </a:ext>
            </a:extLst>
          </p:cNvPr>
          <p:cNvSpPr>
            <a:spLocks noGrp="1"/>
          </p:cNvSpPr>
          <p:nvPr/>
        </p:nvSpPr>
        <p:spPr>
          <a:xfrm>
            <a:off x="5861334" y="293663"/>
            <a:ext cx="261899" cy="214829"/>
          </a:xfrm>
          <a:custGeom>
            <a:avLst/>
            <a:gdLst>
              <a:gd name="connsiteX0" fmla="*/ 260188 w 261899"/>
              <a:gd name="connsiteY0" fmla="*/ 6729 h 214829"/>
              <a:gd name="connsiteX1" fmla="*/ 261839 w 261899"/>
              <a:gd name="connsiteY1" fmla="*/ 2412 h 214829"/>
              <a:gd name="connsiteX2" fmla="*/ 261839 w 261899"/>
              <a:gd name="connsiteY2" fmla="*/ 2412 h 214829"/>
              <a:gd name="connsiteX3" fmla="*/ 261839 w 261899"/>
              <a:gd name="connsiteY3" fmla="*/ 1651 h 214829"/>
              <a:gd name="connsiteX4" fmla="*/ 261839 w 261899"/>
              <a:gd name="connsiteY4" fmla="*/ 762 h 214829"/>
              <a:gd name="connsiteX5" fmla="*/ 261839 w 261899"/>
              <a:gd name="connsiteY5" fmla="*/ 762 h 214829"/>
              <a:gd name="connsiteX6" fmla="*/ 261839 w 261899"/>
              <a:gd name="connsiteY6" fmla="*/ 762 h 214829"/>
              <a:gd name="connsiteX7" fmla="*/ 261839 w 261899"/>
              <a:gd name="connsiteY7" fmla="*/ 762 h 214829"/>
              <a:gd name="connsiteX8" fmla="*/ 260823 w 261899"/>
              <a:gd name="connsiteY8" fmla="*/ 0 h 214829"/>
              <a:gd name="connsiteX9" fmla="*/ 260823 w 261899"/>
              <a:gd name="connsiteY9" fmla="*/ 0 h 214829"/>
              <a:gd name="connsiteX10" fmla="*/ 260823 w 261899"/>
              <a:gd name="connsiteY10" fmla="*/ 0 h 214829"/>
              <a:gd name="connsiteX11" fmla="*/ 260823 w 261899"/>
              <a:gd name="connsiteY11" fmla="*/ 0 h 214829"/>
              <a:gd name="connsiteX12" fmla="*/ 259934 w 261899"/>
              <a:gd name="connsiteY12" fmla="*/ 0 h 214829"/>
              <a:gd name="connsiteX13" fmla="*/ 257903 w 261899"/>
              <a:gd name="connsiteY13" fmla="*/ 0 h 214829"/>
              <a:gd name="connsiteX14" fmla="*/ 256760 w 261899"/>
              <a:gd name="connsiteY14" fmla="*/ 0 h 214829"/>
              <a:gd name="connsiteX15" fmla="*/ 255744 w 261899"/>
              <a:gd name="connsiteY15" fmla="*/ 0 h 214829"/>
              <a:gd name="connsiteX16" fmla="*/ 254982 w 261899"/>
              <a:gd name="connsiteY16" fmla="*/ 0 h 214829"/>
              <a:gd name="connsiteX17" fmla="*/ 248126 w 261899"/>
              <a:gd name="connsiteY17" fmla="*/ 5713 h 214829"/>
              <a:gd name="connsiteX18" fmla="*/ 3966 w 261899"/>
              <a:gd name="connsiteY18" fmla="*/ 204417 h 214829"/>
              <a:gd name="connsiteX19" fmla="*/ 1554 w 261899"/>
              <a:gd name="connsiteY19" fmla="*/ 206321 h 214829"/>
              <a:gd name="connsiteX20" fmla="*/ 1211 w 261899"/>
              <a:gd name="connsiteY20" fmla="*/ 212962 h 214829"/>
              <a:gd name="connsiteX21" fmla="*/ 1554 w 261899"/>
              <a:gd name="connsiteY21" fmla="*/ 213305 h 214829"/>
              <a:gd name="connsiteX22" fmla="*/ 5617 w 261899"/>
              <a:gd name="connsiteY22" fmla="*/ 214828 h 214829"/>
              <a:gd name="connsiteX23" fmla="*/ 8918 w 261899"/>
              <a:gd name="connsiteY23" fmla="*/ 213686 h 214829"/>
              <a:gd name="connsiteX24" fmla="*/ 8918 w 261899"/>
              <a:gd name="connsiteY24" fmla="*/ 213686 h 214829"/>
              <a:gd name="connsiteX25" fmla="*/ 10695 w 261899"/>
              <a:gd name="connsiteY25" fmla="*/ 212289 h 214829"/>
              <a:gd name="connsiteX26" fmla="*/ 251554 w 261899"/>
              <a:gd name="connsiteY26" fmla="*/ 14093 h 214829"/>
            </a:gdLst>
            <a:ahLst/>
            <a:cxnLst/>
            <a:rect l="l" t="t" r="r" b="b"/>
            <a:pathLst>
              <a:path w="261899" h="21482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w="12690" cap="flat">
            <a:noFill/>
            <a:prstDash val="solid"/>
            <a:miter/>
          </a:ln>
        </p:spPr>
        <p:txBody>
          <a:bodyPr anchor="ctr"/>
          <a:lstStyle/>
          <a:p>
            <a:pPr>
              <a:buNone/>
            </a:pPr>
            <a:endParaRPr/>
          </a:p>
        </p:txBody>
      </p:sp>
      <p:sp>
        <p:nvSpPr>
          <p:cNvPr id="541" name="Freeform: Shape 540">
            <a:extLst>
              <a:ext uri="{FF2B5EF4-FFF2-40B4-BE49-F238E27FC236}">
                <a16:creationId xmlns:a16="http://schemas.microsoft.com/office/drawing/2014/main" id="{F23CEAAA-7FBB-48C5-8E19-A5BA0A01E37F}"/>
              </a:ext>
            </a:extLst>
          </p:cNvPr>
          <p:cNvSpPr>
            <a:spLocks noGrp="1"/>
          </p:cNvSpPr>
          <p:nvPr/>
        </p:nvSpPr>
        <p:spPr>
          <a:xfrm>
            <a:off x="3883199" y="337340"/>
            <a:ext cx="253936" cy="212162"/>
          </a:xfrm>
          <a:custGeom>
            <a:avLst/>
            <a:gdLst>
              <a:gd name="connsiteX0" fmla="*/ 244160 w 253936"/>
              <a:gd name="connsiteY0" fmla="*/ 2158 h 212162"/>
              <a:gd name="connsiteX1" fmla="*/ 244160 w 253936"/>
              <a:gd name="connsiteY1" fmla="*/ 0 h 212162"/>
              <a:gd name="connsiteX2" fmla="*/ 1524 w 253936"/>
              <a:gd name="connsiteY2" fmla="*/ 197561 h 212162"/>
              <a:gd name="connsiteX3" fmla="*/ 1524 w 253936"/>
              <a:gd name="connsiteY3" fmla="*/ 208480 h 212162"/>
              <a:gd name="connsiteX4" fmla="*/ 1524 w 253936"/>
              <a:gd name="connsiteY4" fmla="*/ 209242 h 212162"/>
              <a:gd name="connsiteX5" fmla="*/ 1524 w 253936"/>
              <a:gd name="connsiteY5" fmla="*/ 210003 h 212162"/>
              <a:gd name="connsiteX6" fmla="*/ 1524 w 253936"/>
              <a:gd name="connsiteY6" fmla="*/ 210003 h 212162"/>
              <a:gd name="connsiteX7" fmla="*/ 0 w 253936"/>
              <a:gd name="connsiteY7" fmla="*/ 212162 h 212162"/>
              <a:gd name="connsiteX8" fmla="*/ 0 w 253936"/>
              <a:gd name="connsiteY8" fmla="*/ 212162 h 212162"/>
              <a:gd name="connsiteX9" fmla="*/ 253937 w 253936"/>
              <a:gd name="connsiteY9" fmla="*/ 5841 h 212162"/>
              <a:gd name="connsiteX10" fmla="*/ 253937 w 253936"/>
              <a:gd name="connsiteY10" fmla="*/ 5841 h 212162"/>
              <a:gd name="connsiteX11" fmla="*/ 250254 w 253936"/>
              <a:gd name="connsiteY11" fmla="*/ 7237 h 212162"/>
              <a:gd name="connsiteX12" fmla="*/ 244236 w 253936"/>
              <a:gd name="connsiteY12" fmla="*/ 2996 h 212162"/>
              <a:gd name="connsiteX13" fmla="*/ 244160 w 253936"/>
              <a:gd name="connsiteY13" fmla="*/ 2158 h 212162"/>
            </a:gdLst>
            <a:ahLst/>
            <a:cxnLst/>
            <a:rect l="l" t="t" r="r" b="b"/>
            <a:pathLst>
              <a:path w="253936" h="212162">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w="12690" cap="flat">
            <a:noFill/>
            <a:prstDash val="solid"/>
            <a:miter/>
          </a:ln>
        </p:spPr>
        <p:txBody>
          <a:bodyPr anchor="ctr"/>
          <a:lstStyle/>
          <a:p>
            <a:pPr>
              <a:buNone/>
            </a:pPr>
            <a:endParaRPr/>
          </a:p>
        </p:txBody>
      </p:sp>
      <p:sp>
        <p:nvSpPr>
          <p:cNvPr id="542" name="Freeform: Shape 541">
            <a:extLst>
              <a:ext uri="{FF2B5EF4-FFF2-40B4-BE49-F238E27FC236}">
                <a16:creationId xmlns:a16="http://schemas.microsoft.com/office/drawing/2014/main" id="{04B7A516-29C3-4C37-AFF2-C297459F8832}"/>
              </a:ext>
            </a:extLst>
          </p:cNvPr>
          <p:cNvSpPr>
            <a:spLocks noGrp="1"/>
          </p:cNvSpPr>
          <p:nvPr/>
        </p:nvSpPr>
        <p:spPr>
          <a:xfrm>
            <a:off x="3884468" y="546581"/>
            <a:ext cx="57" cy="888"/>
          </a:xfrm>
          <a:custGeom>
            <a:avLst/>
            <a:gdLst>
              <a:gd name="connsiteX0" fmla="*/ 0 w 57"/>
              <a:gd name="connsiteY0" fmla="*/ 762 h 888"/>
              <a:gd name="connsiteX1" fmla="*/ 0 w 57"/>
              <a:gd name="connsiteY1" fmla="*/ 0 h 888"/>
              <a:gd name="connsiteX2" fmla="*/ 0 w 57"/>
              <a:gd name="connsiteY2" fmla="*/ 889 h 888"/>
            </a:gdLst>
            <a:ahLst/>
            <a:cxnLst/>
            <a:rect l="l" t="t" r="r" b="b"/>
            <a:pathLst>
              <a:path w="57" h="888">
                <a:moveTo>
                  <a:pt x="0" y="762"/>
                </a:moveTo>
                <a:cubicBezTo>
                  <a:pt x="64" y="508"/>
                  <a:pt x="64" y="254"/>
                  <a:pt x="0" y="0"/>
                </a:cubicBezTo>
                <a:cubicBezTo>
                  <a:pt x="76" y="292"/>
                  <a:pt x="76" y="597"/>
                  <a:pt x="0" y="889"/>
                </a:cubicBezTo>
                <a:close/>
              </a:path>
            </a:pathLst>
          </a:custGeom>
          <a:solidFill>
            <a:srgbClr val="000000"/>
          </a:solidFill>
          <a:ln w="12690" cap="flat">
            <a:noFill/>
            <a:prstDash val="solid"/>
            <a:miter/>
          </a:ln>
        </p:spPr>
        <p:txBody>
          <a:bodyPr anchor="ctr"/>
          <a:lstStyle/>
          <a:p>
            <a:pPr>
              <a:buNone/>
            </a:pPr>
            <a:endParaRPr/>
          </a:p>
        </p:txBody>
      </p:sp>
      <p:sp>
        <p:nvSpPr>
          <p:cNvPr id="807" name="Freeform 806">
            <a:extLst>
              <a:ext uri="{FF2B5EF4-FFF2-40B4-BE49-F238E27FC236}">
                <a16:creationId xmlns:a16="http://schemas.microsoft.com/office/drawing/2014/main" id="{2B053F69-4645-CC09-81FA-FEE8DA57DD97}"/>
              </a:ext>
            </a:extLst>
          </p:cNvPr>
          <p:cNvSpPr>
            <a:spLocks noGrp="1"/>
          </p:cNvSpPr>
          <p:nvPr/>
        </p:nvSpPr>
        <p:spPr>
          <a:xfrm>
            <a:off x="2014803" y="-12696"/>
            <a:ext cx="1865222" cy="563292"/>
          </a:xfrm>
          <a:custGeom>
            <a:avLst/>
            <a:gdLst>
              <a:gd name="connsiteX0" fmla="*/ 0 w 1865222"/>
              <a:gd name="connsiteY0" fmla="*/ 0 h 563292"/>
              <a:gd name="connsiteX1" fmla="*/ 34554 w 1865222"/>
              <a:gd name="connsiteY1" fmla="*/ 0 h 563292"/>
              <a:gd name="connsiteX2" fmla="*/ 1859128 w 1865222"/>
              <a:gd name="connsiteY2" fmla="*/ 551786 h 563292"/>
              <a:gd name="connsiteX3" fmla="*/ 1859128 w 1865222"/>
              <a:gd name="connsiteY3" fmla="*/ 558515 h 563292"/>
              <a:gd name="connsiteX4" fmla="*/ 1859191 w 1865222"/>
              <a:gd name="connsiteY4" fmla="*/ 558998 h 563292"/>
              <a:gd name="connsiteX5" fmla="*/ 1865222 w 1865222"/>
              <a:gd name="connsiteY5" fmla="*/ 563213 h 563292"/>
              <a:gd name="connsiteX6" fmla="*/ 1863444 w 1865222"/>
              <a:gd name="connsiteY6" fmla="*/ 563213 h 563292"/>
            </a:gdLst>
            <a:ahLst/>
            <a:cxnLst/>
            <a:rect l="l" t="t" r="r" b="b"/>
            <a:pathLst>
              <a:path w="1865222" h="56329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w="12690" cap="flat">
            <a:noFill/>
            <a:prstDash val="solid"/>
            <a:miter/>
          </a:ln>
        </p:spPr>
        <p:txBody>
          <a:bodyPr wrap="square" anchor="ctr">
            <a:noAutofit/>
          </a:bodyPr>
          <a:lstStyle/>
          <a:p>
            <a:pPr>
              <a:buNone/>
            </a:pPr>
            <a:endParaRPr/>
          </a:p>
        </p:txBody>
      </p:sp>
      <p:sp>
        <p:nvSpPr>
          <p:cNvPr id="805" name="Freeform 804">
            <a:extLst>
              <a:ext uri="{FF2B5EF4-FFF2-40B4-BE49-F238E27FC236}">
                <a16:creationId xmlns:a16="http://schemas.microsoft.com/office/drawing/2014/main" id="{6A455F2E-C95D-C0C6-4699-32D861181A07}"/>
              </a:ext>
            </a:extLst>
          </p:cNvPr>
          <p:cNvSpPr>
            <a:spLocks noGrp="1"/>
          </p:cNvSpPr>
          <p:nvPr/>
        </p:nvSpPr>
        <p:spPr>
          <a:xfrm>
            <a:off x="3874057" y="-12696"/>
            <a:ext cx="10538" cy="563600"/>
          </a:xfrm>
          <a:custGeom>
            <a:avLst/>
            <a:gdLst>
              <a:gd name="connsiteX0" fmla="*/ 0 w 10538"/>
              <a:gd name="connsiteY0" fmla="*/ 0 h 563600"/>
              <a:gd name="connsiteX1" fmla="*/ 10538 w 10538"/>
              <a:gd name="connsiteY1" fmla="*/ 0 h 563600"/>
              <a:gd name="connsiteX2" fmla="*/ 10538 w 10538"/>
              <a:gd name="connsiteY2" fmla="*/ 558515 h 563600"/>
              <a:gd name="connsiteX3" fmla="*/ 10538 w 10538"/>
              <a:gd name="connsiteY3" fmla="*/ 559277 h 563600"/>
              <a:gd name="connsiteX4" fmla="*/ 9776 w 10538"/>
              <a:gd name="connsiteY4" fmla="*/ 560547 h 563600"/>
              <a:gd name="connsiteX5" fmla="*/ 8253 w 10538"/>
              <a:gd name="connsiteY5" fmla="*/ 562705 h 563600"/>
              <a:gd name="connsiteX6" fmla="*/ 5460 w 10538"/>
              <a:gd name="connsiteY6" fmla="*/ 563594 h 563600"/>
              <a:gd name="connsiteX7" fmla="*/ 5447 w 10538"/>
              <a:gd name="connsiteY7" fmla="*/ 563594 h 563600"/>
              <a:gd name="connsiteX8" fmla="*/ 0 w 10538"/>
              <a:gd name="connsiteY8" fmla="*/ 558642 h 563600"/>
            </a:gdLst>
            <a:ahLst/>
            <a:cxnLst/>
            <a:rect l="l" t="t" r="r" b="b"/>
            <a:pathLst>
              <a:path w="10538" h="563600">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w="12690" cap="flat">
            <a:noFill/>
            <a:prstDash val="solid"/>
            <a:miter/>
          </a:ln>
        </p:spPr>
        <p:txBody>
          <a:bodyPr wrap="square" anchor="ctr">
            <a:noAutofit/>
          </a:bodyPr>
          <a:lstStyle/>
          <a:p>
            <a:pPr>
              <a:buNone/>
            </a:pPr>
            <a:endParaRPr/>
          </a:p>
        </p:txBody>
      </p:sp>
      <p:sp>
        <p:nvSpPr>
          <p:cNvPr id="557" name="Freeform: Shape 556">
            <a:extLst>
              <a:ext uri="{FF2B5EF4-FFF2-40B4-BE49-F238E27FC236}">
                <a16:creationId xmlns:a16="http://schemas.microsoft.com/office/drawing/2014/main" id="{26CF45D7-1225-478A-9D53-FD476387FC7B}"/>
              </a:ext>
            </a:extLst>
          </p:cNvPr>
          <p:cNvSpPr>
            <a:spLocks noGrp="1"/>
          </p:cNvSpPr>
          <p:nvPr/>
        </p:nvSpPr>
        <p:spPr>
          <a:xfrm>
            <a:off x="7759412" y="1077164"/>
            <a:ext cx="54898" cy="40007"/>
          </a:xfrm>
          <a:custGeom>
            <a:avLst/>
            <a:gdLst>
              <a:gd name="connsiteX0" fmla="*/ 54850 w 54898"/>
              <a:gd name="connsiteY0" fmla="*/ 7631 h 40007"/>
              <a:gd name="connsiteX1" fmla="*/ 54850 w 54898"/>
              <a:gd name="connsiteY1" fmla="*/ 7631 h 40007"/>
              <a:gd name="connsiteX2" fmla="*/ 54850 w 54898"/>
              <a:gd name="connsiteY2" fmla="*/ 6742 h 40007"/>
              <a:gd name="connsiteX3" fmla="*/ 54850 w 54898"/>
              <a:gd name="connsiteY3" fmla="*/ 6742 h 40007"/>
              <a:gd name="connsiteX4" fmla="*/ 54850 w 54898"/>
              <a:gd name="connsiteY4" fmla="*/ 5980 h 40007"/>
              <a:gd name="connsiteX5" fmla="*/ 54850 w 54898"/>
              <a:gd name="connsiteY5" fmla="*/ 4837 h 40007"/>
              <a:gd name="connsiteX6" fmla="*/ 53454 w 54898"/>
              <a:gd name="connsiteY6" fmla="*/ 1409 h 40007"/>
              <a:gd name="connsiteX7" fmla="*/ 45835 w 54898"/>
              <a:gd name="connsiteY7" fmla="*/ 1409 h 40007"/>
              <a:gd name="connsiteX8" fmla="*/ 44058 w 54898"/>
              <a:gd name="connsiteY8" fmla="*/ 2933 h 40007"/>
              <a:gd name="connsiteX9" fmla="*/ 0 w 54898"/>
              <a:gd name="connsiteY9" fmla="*/ 38738 h 40007"/>
              <a:gd name="connsiteX10" fmla="*/ 4063 w 54898"/>
              <a:gd name="connsiteY10" fmla="*/ 38738 h 40007"/>
              <a:gd name="connsiteX11" fmla="*/ 15998 w 54898"/>
              <a:gd name="connsiteY11" fmla="*/ 40007 h 40007"/>
              <a:gd name="connsiteX12" fmla="*/ 54723 w 54898"/>
              <a:gd name="connsiteY12" fmla="*/ 8646 h 40007"/>
            </a:gdLst>
            <a:ahLst/>
            <a:cxnLst/>
            <a:rect l="l" t="t" r="r" b="b"/>
            <a:pathLst>
              <a:path w="54898" h="40007">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w="12690" cap="flat">
            <a:noFill/>
            <a:prstDash val="solid"/>
            <a:miter/>
          </a:ln>
        </p:spPr>
        <p:txBody>
          <a:bodyPr anchor="ctr"/>
          <a:lstStyle/>
          <a:p>
            <a:pPr>
              <a:buNone/>
            </a:pPr>
            <a:endParaRPr/>
          </a:p>
        </p:txBody>
      </p:sp>
      <p:sp>
        <p:nvSpPr>
          <p:cNvPr id="558" name="Freeform: Shape 557">
            <a:extLst>
              <a:ext uri="{FF2B5EF4-FFF2-40B4-BE49-F238E27FC236}">
                <a16:creationId xmlns:a16="http://schemas.microsoft.com/office/drawing/2014/main" id="{55CD4A31-97D6-4203-833B-B83BD8969BEF}"/>
              </a:ext>
            </a:extLst>
          </p:cNvPr>
          <p:cNvSpPr>
            <a:spLocks noGrp="1"/>
          </p:cNvSpPr>
          <p:nvPr/>
        </p:nvSpPr>
        <p:spPr>
          <a:xfrm>
            <a:off x="7050022" y="925959"/>
            <a:ext cx="19" cy="888"/>
          </a:xfrm>
          <a:custGeom>
            <a:avLst/>
            <a:gdLst>
              <a:gd name="connsiteX0" fmla="*/ 19 w 19"/>
              <a:gd name="connsiteY0" fmla="*/ 0 h 888"/>
              <a:gd name="connsiteX1" fmla="*/ 19 w 19"/>
              <a:gd name="connsiteY1" fmla="*/ 889 h 888"/>
              <a:gd name="connsiteX2" fmla="*/ 19 w 19"/>
              <a:gd name="connsiteY2" fmla="*/ 254 h 888"/>
            </a:gdLst>
            <a:ahLst/>
            <a:cxnLst/>
            <a:rect l="l" t="t" r="r" b="b"/>
            <a:pathLst>
              <a:path w="19" h="888">
                <a:moveTo>
                  <a:pt x="19" y="0"/>
                </a:moveTo>
                <a:cubicBezTo>
                  <a:pt x="-6" y="292"/>
                  <a:pt x="-6" y="597"/>
                  <a:pt x="19" y="889"/>
                </a:cubicBezTo>
                <a:lnTo>
                  <a:pt x="19" y="254"/>
                </a:lnTo>
                <a:close/>
              </a:path>
            </a:pathLst>
          </a:custGeom>
          <a:solidFill>
            <a:srgbClr val="000000"/>
          </a:solidFill>
          <a:ln w="12690" cap="flat">
            <a:noFill/>
            <a:prstDash val="solid"/>
            <a:miter/>
          </a:ln>
        </p:spPr>
        <p:txBody>
          <a:bodyPr anchor="ctr"/>
          <a:lstStyle/>
          <a:p>
            <a:pPr>
              <a:buNone/>
            </a:pPr>
            <a:endParaRPr/>
          </a:p>
        </p:txBody>
      </p:sp>
      <p:sp>
        <p:nvSpPr>
          <p:cNvPr id="559" name="Freeform: Shape 558">
            <a:extLst>
              <a:ext uri="{FF2B5EF4-FFF2-40B4-BE49-F238E27FC236}">
                <a16:creationId xmlns:a16="http://schemas.microsoft.com/office/drawing/2014/main" id="{30A07E9A-D7BF-4BE3-91AB-8756980A0F3D}"/>
              </a:ext>
            </a:extLst>
          </p:cNvPr>
          <p:cNvSpPr>
            <a:spLocks noGrp="1"/>
          </p:cNvSpPr>
          <p:nvPr/>
        </p:nvSpPr>
        <p:spPr>
          <a:xfrm>
            <a:off x="7050120" y="928371"/>
            <a:ext cx="10966" cy="114143"/>
          </a:xfrm>
          <a:custGeom>
            <a:avLst/>
            <a:gdLst>
              <a:gd name="connsiteX0" fmla="*/ 2968 w 10966"/>
              <a:gd name="connsiteY0" fmla="*/ 4825 h 114143"/>
              <a:gd name="connsiteX1" fmla="*/ 937 w 10966"/>
              <a:gd name="connsiteY1" fmla="*/ 3809 h 114143"/>
              <a:gd name="connsiteX2" fmla="*/ 937 w 10966"/>
              <a:gd name="connsiteY2" fmla="*/ 3809 h 114143"/>
              <a:gd name="connsiteX3" fmla="*/ 937 w 10966"/>
              <a:gd name="connsiteY3" fmla="*/ 3809 h 114143"/>
              <a:gd name="connsiteX4" fmla="*/ 48 w 10966"/>
              <a:gd name="connsiteY4" fmla="*/ 2920 h 114143"/>
              <a:gd name="connsiteX5" fmla="*/ 48 w 10966"/>
              <a:gd name="connsiteY5" fmla="*/ 2032 h 114143"/>
              <a:gd name="connsiteX6" fmla="*/ 48 w 10966"/>
              <a:gd name="connsiteY6" fmla="*/ 1143 h 114143"/>
              <a:gd name="connsiteX7" fmla="*/ 48 w 10966"/>
              <a:gd name="connsiteY7" fmla="*/ 0 h 114143"/>
              <a:gd name="connsiteX8" fmla="*/ 48 w 10966"/>
              <a:gd name="connsiteY8" fmla="*/ 0 h 114143"/>
              <a:gd name="connsiteX9" fmla="*/ 48 w 10966"/>
              <a:gd name="connsiteY9" fmla="*/ 635 h 114143"/>
              <a:gd name="connsiteX10" fmla="*/ 48 w 10966"/>
              <a:gd name="connsiteY10" fmla="*/ 114143 h 114143"/>
              <a:gd name="connsiteX11" fmla="*/ 6142 w 10966"/>
              <a:gd name="connsiteY11" fmla="*/ 114143 h 114143"/>
              <a:gd name="connsiteX12" fmla="*/ 10967 w 10966"/>
              <a:gd name="connsiteY12" fmla="*/ 114143 h 114143"/>
              <a:gd name="connsiteX13" fmla="*/ 10967 w 10966"/>
              <a:gd name="connsiteY13" fmla="*/ 6094 h 114143"/>
            </a:gdLst>
            <a:ahLst/>
            <a:cxnLst/>
            <a:rect l="l" t="t" r="r" b="b"/>
            <a:pathLst>
              <a:path w="10966" h="114143">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w="12690" cap="flat">
            <a:noFill/>
            <a:prstDash val="solid"/>
            <a:miter/>
          </a:ln>
        </p:spPr>
        <p:txBody>
          <a:bodyPr anchor="ctr"/>
          <a:lstStyle/>
          <a:p>
            <a:pPr>
              <a:buNone/>
            </a:pPr>
            <a:endParaRPr/>
          </a:p>
        </p:txBody>
      </p:sp>
      <p:sp>
        <p:nvSpPr>
          <p:cNvPr id="560" name="Freeform: Shape 559">
            <a:extLst>
              <a:ext uri="{FF2B5EF4-FFF2-40B4-BE49-F238E27FC236}">
                <a16:creationId xmlns:a16="http://schemas.microsoft.com/office/drawing/2014/main" id="{D6B2FCFB-99B8-48D1-984E-D887679D6885}"/>
              </a:ext>
            </a:extLst>
          </p:cNvPr>
          <p:cNvSpPr>
            <a:spLocks noGrp="1"/>
          </p:cNvSpPr>
          <p:nvPr/>
        </p:nvSpPr>
        <p:spPr>
          <a:xfrm>
            <a:off x="7570992" y="1066258"/>
            <a:ext cx="10791" cy="29710"/>
          </a:xfrm>
          <a:custGeom>
            <a:avLst/>
            <a:gdLst>
              <a:gd name="connsiteX0" fmla="*/ 8761 w 10791"/>
              <a:gd name="connsiteY0" fmla="*/ 1904 h 29710"/>
              <a:gd name="connsiteX1" fmla="*/ 8761 w 10791"/>
              <a:gd name="connsiteY1" fmla="*/ 1904 h 29710"/>
              <a:gd name="connsiteX2" fmla="*/ 5332 w 10791"/>
              <a:gd name="connsiteY2" fmla="*/ 3047 h 29710"/>
              <a:gd name="connsiteX3" fmla="*/ 3936 w 10791"/>
              <a:gd name="connsiteY3" fmla="*/ 3047 h 29710"/>
              <a:gd name="connsiteX4" fmla="*/ 0 w 10791"/>
              <a:gd name="connsiteY4" fmla="*/ 2032 h 29710"/>
              <a:gd name="connsiteX5" fmla="*/ 0 w 10791"/>
              <a:gd name="connsiteY5" fmla="*/ 29075 h 29710"/>
              <a:gd name="connsiteX6" fmla="*/ 5967 w 10791"/>
              <a:gd name="connsiteY6" fmla="*/ 29710 h 29710"/>
              <a:gd name="connsiteX7" fmla="*/ 10792 w 10791"/>
              <a:gd name="connsiteY7" fmla="*/ 29710 h 29710"/>
              <a:gd name="connsiteX8" fmla="*/ 10792 w 10791"/>
              <a:gd name="connsiteY8" fmla="*/ 0 h 29710"/>
            </a:gdLst>
            <a:ahLst/>
            <a:cxnLst/>
            <a:rect l="l" t="t" r="r" b="b"/>
            <a:pathLst>
              <a:path w="10791" h="29710">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w="12690" cap="flat">
            <a:noFill/>
            <a:prstDash val="solid"/>
            <a:miter/>
          </a:ln>
        </p:spPr>
        <p:txBody>
          <a:bodyPr anchor="ctr"/>
          <a:lstStyle/>
          <a:p>
            <a:pPr>
              <a:buNone/>
            </a:pPr>
            <a:endParaRPr/>
          </a:p>
        </p:txBody>
      </p:sp>
      <p:sp>
        <p:nvSpPr>
          <p:cNvPr id="561" name="Freeform: Shape 560">
            <a:extLst>
              <a:ext uri="{FF2B5EF4-FFF2-40B4-BE49-F238E27FC236}">
                <a16:creationId xmlns:a16="http://schemas.microsoft.com/office/drawing/2014/main" id="{F3B873D0-E326-4AD9-8BDB-C0124BBCCB2D}"/>
              </a:ext>
            </a:extLst>
          </p:cNvPr>
          <p:cNvSpPr>
            <a:spLocks noGrp="1"/>
          </p:cNvSpPr>
          <p:nvPr/>
        </p:nvSpPr>
        <p:spPr>
          <a:xfrm>
            <a:off x="7049406" y="927102"/>
            <a:ext cx="12696" cy="761"/>
          </a:xfrm>
          <a:custGeom>
            <a:avLst/>
            <a:gdLst>
              <a:gd name="connsiteX0" fmla="*/ 0 w 12696"/>
              <a:gd name="connsiteY0" fmla="*/ 0 h 761"/>
              <a:gd name="connsiteX1" fmla="*/ 0 w 12696"/>
              <a:gd name="connsiteY1" fmla="*/ 0 h 761"/>
              <a:gd name="connsiteX2" fmla="*/ 0 w 12696"/>
              <a:gd name="connsiteY2" fmla="*/ 762 h 761"/>
              <a:gd name="connsiteX3" fmla="*/ 0 w 12696"/>
              <a:gd name="connsiteY3" fmla="*/ 762 h 761"/>
            </a:gdLst>
            <a:ahLst/>
            <a:cxnLst/>
            <a:rect l="l" t="t" r="r" b="b"/>
            <a:pathLst>
              <a:path w="12696" h="761">
                <a:moveTo>
                  <a:pt x="0" y="0"/>
                </a:moveTo>
                <a:lnTo>
                  <a:pt x="0" y="0"/>
                </a:lnTo>
                <a:lnTo>
                  <a:pt x="0" y="762"/>
                </a:lnTo>
                <a:lnTo>
                  <a:pt x="0" y="762"/>
                </a:lnTo>
                <a:close/>
              </a:path>
            </a:pathLst>
          </a:custGeom>
          <a:solidFill>
            <a:srgbClr val="000000"/>
          </a:solidFill>
          <a:ln w="12690" cap="flat">
            <a:noFill/>
            <a:prstDash val="solid"/>
            <a:miter/>
          </a:ln>
        </p:spPr>
        <p:txBody>
          <a:bodyPr anchor="ctr"/>
          <a:lstStyle/>
          <a:p>
            <a:pPr>
              <a:buNone/>
            </a:pPr>
            <a:endParaRPr/>
          </a:p>
        </p:txBody>
      </p:sp>
      <p:sp>
        <p:nvSpPr>
          <p:cNvPr id="562" name="Freeform: Shape 561">
            <a:extLst>
              <a:ext uri="{FF2B5EF4-FFF2-40B4-BE49-F238E27FC236}">
                <a16:creationId xmlns:a16="http://schemas.microsoft.com/office/drawing/2014/main" id="{3329C669-5158-4B59-8F3D-C70309B79591}"/>
              </a:ext>
            </a:extLst>
          </p:cNvPr>
          <p:cNvSpPr>
            <a:spLocks noGrp="1"/>
          </p:cNvSpPr>
          <p:nvPr/>
        </p:nvSpPr>
        <p:spPr>
          <a:xfrm>
            <a:off x="7050549" y="925324"/>
            <a:ext cx="12696" cy="634"/>
          </a:xfrm>
          <a:custGeom>
            <a:avLst/>
            <a:gdLst>
              <a:gd name="connsiteX0" fmla="*/ 0 w 12696"/>
              <a:gd name="connsiteY0" fmla="*/ 0 h 634"/>
              <a:gd name="connsiteX1" fmla="*/ 0 w 12696"/>
              <a:gd name="connsiteY1" fmla="*/ 635 h 634"/>
              <a:gd name="connsiteX2" fmla="*/ 0 w 12696"/>
              <a:gd name="connsiteY2" fmla="*/ 635 h 634"/>
            </a:gdLst>
            <a:ahLst/>
            <a:cxnLst/>
            <a:rect l="l" t="t" r="r" b="b"/>
            <a:pathLst>
              <a:path w="12696" h="634">
                <a:moveTo>
                  <a:pt x="0" y="0"/>
                </a:moveTo>
                <a:lnTo>
                  <a:pt x="0" y="635"/>
                </a:lnTo>
                <a:lnTo>
                  <a:pt x="0" y="635"/>
                </a:lnTo>
                <a:close/>
              </a:path>
            </a:pathLst>
          </a:custGeom>
          <a:solidFill>
            <a:srgbClr val="000000"/>
          </a:solidFill>
          <a:ln w="12690" cap="flat">
            <a:noFill/>
            <a:prstDash val="solid"/>
            <a:miter/>
          </a:ln>
        </p:spPr>
        <p:txBody>
          <a:bodyPr anchor="ctr"/>
          <a:lstStyle/>
          <a:p>
            <a:pPr>
              <a:buNone/>
            </a:pPr>
            <a:endParaRPr/>
          </a:p>
        </p:txBody>
      </p:sp>
      <p:sp>
        <p:nvSpPr>
          <p:cNvPr id="563" name="Freeform: Shape 562">
            <a:extLst>
              <a:ext uri="{FF2B5EF4-FFF2-40B4-BE49-F238E27FC236}">
                <a16:creationId xmlns:a16="http://schemas.microsoft.com/office/drawing/2014/main" id="{C0180C1A-B8A0-465D-8409-9805C17AEF7D}"/>
              </a:ext>
            </a:extLst>
          </p:cNvPr>
          <p:cNvSpPr>
            <a:spLocks noGrp="1"/>
          </p:cNvSpPr>
          <p:nvPr/>
        </p:nvSpPr>
        <p:spPr>
          <a:xfrm>
            <a:off x="7576070" y="1068289"/>
            <a:ext cx="3428" cy="1142"/>
          </a:xfrm>
          <a:custGeom>
            <a:avLst/>
            <a:gdLst>
              <a:gd name="connsiteX0" fmla="*/ 3428 w 3428"/>
              <a:gd name="connsiteY0" fmla="*/ 0 h 1142"/>
              <a:gd name="connsiteX1" fmla="*/ 0 w 3428"/>
              <a:gd name="connsiteY1" fmla="*/ 1143 h 1142"/>
              <a:gd name="connsiteX2" fmla="*/ 3428 w 3428"/>
              <a:gd name="connsiteY2" fmla="*/ 0 h 1142"/>
            </a:gdLst>
            <a:ahLst/>
            <a:cxnLst/>
            <a:rect l="l" t="t" r="r" b="b"/>
            <a:pathLst>
              <a:path w="3428" h="1142">
                <a:moveTo>
                  <a:pt x="3428" y="0"/>
                </a:moveTo>
                <a:cubicBezTo>
                  <a:pt x="2412" y="698"/>
                  <a:pt x="1231" y="1092"/>
                  <a:pt x="0" y="1143"/>
                </a:cubicBezTo>
                <a:cubicBezTo>
                  <a:pt x="1231" y="1092"/>
                  <a:pt x="2412" y="698"/>
                  <a:pt x="3428" y="0"/>
                </a:cubicBezTo>
                <a:close/>
              </a:path>
            </a:pathLst>
          </a:custGeom>
          <a:solidFill>
            <a:srgbClr val="000000"/>
          </a:solidFill>
          <a:ln w="12690" cap="flat">
            <a:noFill/>
            <a:prstDash val="solid"/>
            <a:miter/>
          </a:ln>
        </p:spPr>
        <p:txBody>
          <a:bodyPr anchor="ctr"/>
          <a:lstStyle/>
          <a:p>
            <a:pPr>
              <a:buNone/>
            </a:pPr>
            <a:endParaRPr/>
          </a:p>
        </p:txBody>
      </p:sp>
      <p:sp>
        <p:nvSpPr>
          <p:cNvPr id="564" name="Freeform: Shape 563">
            <a:extLst>
              <a:ext uri="{FF2B5EF4-FFF2-40B4-BE49-F238E27FC236}">
                <a16:creationId xmlns:a16="http://schemas.microsoft.com/office/drawing/2014/main" id="{8AB68D1F-6E7A-4BE6-A5A2-C93C08A132E2}"/>
              </a:ext>
            </a:extLst>
          </p:cNvPr>
          <p:cNvSpPr>
            <a:spLocks noGrp="1"/>
          </p:cNvSpPr>
          <p:nvPr/>
        </p:nvSpPr>
        <p:spPr>
          <a:xfrm>
            <a:off x="7051565" y="926213"/>
            <a:ext cx="525014" cy="143218"/>
          </a:xfrm>
          <a:custGeom>
            <a:avLst/>
            <a:gdLst>
              <a:gd name="connsiteX0" fmla="*/ 521459 w 525014"/>
              <a:gd name="connsiteY0" fmla="*/ 134839 h 143218"/>
              <a:gd name="connsiteX1" fmla="*/ 523617 w 525014"/>
              <a:gd name="connsiteY1" fmla="*/ 133061 h 143218"/>
              <a:gd name="connsiteX2" fmla="*/ 13204 w 525014"/>
              <a:gd name="connsiteY2" fmla="*/ 0 h 143218"/>
              <a:gd name="connsiteX3" fmla="*/ 7619 w 525014"/>
              <a:gd name="connsiteY3" fmla="*/ 5840 h 143218"/>
              <a:gd name="connsiteX4" fmla="*/ 3555 w 525014"/>
              <a:gd name="connsiteY4" fmla="*/ 7491 h 143218"/>
              <a:gd name="connsiteX5" fmla="*/ 0 w 525014"/>
              <a:gd name="connsiteY5" fmla="*/ 6221 h 143218"/>
              <a:gd name="connsiteX6" fmla="*/ 2032 w 525014"/>
              <a:gd name="connsiteY6" fmla="*/ 7237 h 143218"/>
              <a:gd name="connsiteX7" fmla="*/ 9015 w 525014"/>
              <a:gd name="connsiteY7" fmla="*/ 9015 h 143218"/>
              <a:gd name="connsiteX8" fmla="*/ 519681 w 525014"/>
              <a:gd name="connsiteY8" fmla="*/ 142203 h 143218"/>
              <a:gd name="connsiteX9" fmla="*/ 523617 w 525014"/>
              <a:gd name="connsiteY9" fmla="*/ 143219 h 143218"/>
              <a:gd name="connsiteX10" fmla="*/ 525014 w 525014"/>
              <a:gd name="connsiteY10" fmla="*/ 143219 h 143218"/>
              <a:gd name="connsiteX11" fmla="*/ 521077 w 525014"/>
              <a:gd name="connsiteY11" fmla="*/ 141568 h 143218"/>
              <a:gd name="connsiteX12" fmla="*/ 521167 w 525014"/>
              <a:gd name="connsiteY12" fmla="*/ 135106 h 143218"/>
              <a:gd name="connsiteX13" fmla="*/ 521459 w 525014"/>
              <a:gd name="connsiteY13" fmla="*/ 134839 h 143218"/>
            </a:gdLst>
            <a:ahLst/>
            <a:cxnLst/>
            <a:rect l="l" t="t" r="r" b="b"/>
            <a:pathLst>
              <a:path w="525014" h="143218">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w="12690" cap="flat">
            <a:noFill/>
            <a:prstDash val="solid"/>
            <a:miter/>
          </a:ln>
        </p:spPr>
        <p:txBody>
          <a:bodyPr anchor="ctr"/>
          <a:lstStyle/>
          <a:p>
            <a:pPr>
              <a:buNone/>
            </a:pPr>
            <a:endParaRPr/>
          </a:p>
        </p:txBody>
      </p:sp>
      <p:sp>
        <p:nvSpPr>
          <p:cNvPr id="565" name="Freeform: Shape 564">
            <a:extLst>
              <a:ext uri="{FF2B5EF4-FFF2-40B4-BE49-F238E27FC236}">
                <a16:creationId xmlns:a16="http://schemas.microsoft.com/office/drawing/2014/main" id="{04097F6A-BBCD-42A8-9B12-FDA539928EFC}"/>
              </a:ext>
            </a:extLst>
          </p:cNvPr>
          <p:cNvSpPr>
            <a:spLocks noGrp="1"/>
          </p:cNvSpPr>
          <p:nvPr/>
        </p:nvSpPr>
        <p:spPr>
          <a:xfrm>
            <a:off x="7049251" y="705163"/>
            <a:ext cx="222820" cy="227778"/>
          </a:xfrm>
          <a:custGeom>
            <a:avLst/>
            <a:gdLst>
              <a:gd name="connsiteX0" fmla="*/ 28 w 222820"/>
              <a:gd name="connsiteY0" fmla="*/ 223843 h 227778"/>
              <a:gd name="connsiteX1" fmla="*/ 28 w 222820"/>
              <a:gd name="connsiteY1" fmla="*/ 224732 h 227778"/>
              <a:gd name="connsiteX2" fmla="*/ 28 w 222820"/>
              <a:gd name="connsiteY2" fmla="*/ 225621 h 227778"/>
              <a:gd name="connsiteX3" fmla="*/ 917 w 222820"/>
              <a:gd name="connsiteY3" fmla="*/ 226509 h 227778"/>
              <a:gd name="connsiteX4" fmla="*/ 917 w 222820"/>
              <a:gd name="connsiteY4" fmla="*/ 226509 h 227778"/>
              <a:gd name="connsiteX5" fmla="*/ 917 w 222820"/>
              <a:gd name="connsiteY5" fmla="*/ 226509 h 227778"/>
              <a:gd name="connsiteX6" fmla="*/ 4472 w 222820"/>
              <a:gd name="connsiteY6" fmla="*/ 227779 h 227778"/>
              <a:gd name="connsiteX7" fmla="*/ 8535 w 222820"/>
              <a:gd name="connsiteY7" fmla="*/ 226128 h 227778"/>
              <a:gd name="connsiteX8" fmla="*/ 14122 w 222820"/>
              <a:gd name="connsiteY8" fmla="*/ 220288 h 227778"/>
              <a:gd name="connsiteX9" fmla="*/ 219049 w 222820"/>
              <a:gd name="connsiteY9" fmla="*/ 10284 h 227778"/>
              <a:gd name="connsiteX10" fmla="*/ 219049 w 222820"/>
              <a:gd name="connsiteY10" fmla="*/ 10284 h 227778"/>
              <a:gd name="connsiteX11" fmla="*/ 221207 w 222820"/>
              <a:gd name="connsiteY11" fmla="*/ 7999 h 227778"/>
              <a:gd name="connsiteX12" fmla="*/ 221804 w 222820"/>
              <a:gd name="connsiteY12" fmla="*/ 1739 h 227778"/>
              <a:gd name="connsiteX13" fmla="*/ 221207 w 222820"/>
              <a:gd name="connsiteY13" fmla="*/ 1143 h 227778"/>
              <a:gd name="connsiteX14" fmla="*/ 218160 w 222820"/>
              <a:gd name="connsiteY14" fmla="*/ 0 h 227778"/>
              <a:gd name="connsiteX15" fmla="*/ 217144 w 222820"/>
              <a:gd name="connsiteY15" fmla="*/ 0 h 227778"/>
              <a:gd name="connsiteX16" fmla="*/ 216002 w 222820"/>
              <a:gd name="connsiteY16" fmla="*/ 0 h 227778"/>
              <a:gd name="connsiteX17" fmla="*/ 215113 w 222820"/>
              <a:gd name="connsiteY17" fmla="*/ 0 h 227778"/>
              <a:gd name="connsiteX18" fmla="*/ 214097 w 222820"/>
              <a:gd name="connsiteY18" fmla="*/ 762 h 227778"/>
              <a:gd name="connsiteX19" fmla="*/ 214097 w 222820"/>
              <a:gd name="connsiteY19" fmla="*/ 762 h 227778"/>
              <a:gd name="connsiteX20" fmla="*/ 1933 w 222820"/>
              <a:gd name="connsiteY20" fmla="*/ 219526 h 227778"/>
              <a:gd name="connsiteX21" fmla="*/ 1933 w 222820"/>
              <a:gd name="connsiteY21" fmla="*/ 219526 h 227778"/>
              <a:gd name="connsiteX22" fmla="*/ 1298 w 222820"/>
              <a:gd name="connsiteY22" fmla="*/ 220415 h 227778"/>
              <a:gd name="connsiteX23" fmla="*/ 1298 w 222820"/>
              <a:gd name="connsiteY23" fmla="*/ 221050 h 227778"/>
              <a:gd name="connsiteX24" fmla="*/ 1298 w 222820"/>
              <a:gd name="connsiteY24" fmla="*/ 222065 h 227778"/>
              <a:gd name="connsiteX25" fmla="*/ 28 w 222820"/>
              <a:gd name="connsiteY25" fmla="*/ 223843 h 227778"/>
            </a:gdLst>
            <a:ahLst/>
            <a:cxnLst/>
            <a:rect l="l" t="t" r="r" b="b"/>
            <a:pathLst>
              <a:path w="222820" h="227778">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w="12690" cap="flat">
            <a:noFill/>
            <a:prstDash val="solid"/>
            <a:miter/>
          </a:ln>
        </p:spPr>
        <p:txBody>
          <a:bodyPr anchor="ctr"/>
          <a:lstStyle/>
          <a:p>
            <a:pPr>
              <a:buNone/>
            </a:pPr>
            <a:endParaRPr/>
          </a:p>
        </p:txBody>
      </p:sp>
      <p:sp>
        <p:nvSpPr>
          <p:cNvPr id="566" name="Freeform: Shape 565">
            <a:extLst>
              <a:ext uri="{FF2B5EF4-FFF2-40B4-BE49-F238E27FC236}">
                <a16:creationId xmlns:a16="http://schemas.microsoft.com/office/drawing/2014/main" id="{3B68B931-EE14-47B2-A600-D760E722CC5C}"/>
              </a:ext>
            </a:extLst>
          </p:cNvPr>
          <p:cNvSpPr>
            <a:spLocks noGrp="1"/>
          </p:cNvSpPr>
          <p:nvPr/>
        </p:nvSpPr>
        <p:spPr>
          <a:xfrm>
            <a:off x="7571401" y="869319"/>
            <a:ext cx="244415" cy="200366"/>
          </a:xfrm>
          <a:custGeom>
            <a:avLst/>
            <a:gdLst>
              <a:gd name="connsiteX0" fmla="*/ 242862 w 244415"/>
              <a:gd name="connsiteY0" fmla="*/ 8393 h 200366"/>
              <a:gd name="connsiteX1" fmla="*/ 243205 w 244415"/>
              <a:gd name="connsiteY1" fmla="*/ 1752 h 200366"/>
              <a:gd name="connsiteX2" fmla="*/ 242862 w 244415"/>
              <a:gd name="connsiteY2" fmla="*/ 1409 h 200366"/>
              <a:gd name="connsiteX3" fmla="*/ 235244 w 244415"/>
              <a:gd name="connsiteY3" fmla="*/ 1409 h 200366"/>
              <a:gd name="connsiteX4" fmla="*/ 235244 w 244415"/>
              <a:gd name="connsiteY4" fmla="*/ 1409 h 200366"/>
              <a:gd name="connsiteX5" fmla="*/ 228261 w 244415"/>
              <a:gd name="connsiteY5" fmla="*/ 6996 h 200366"/>
              <a:gd name="connsiteX6" fmla="*/ 3273 w 244415"/>
              <a:gd name="connsiteY6" fmla="*/ 190082 h 200366"/>
              <a:gd name="connsiteX7" fmla="*/ 1623 w 244415"/>
              <a:gd name="connsiteY7" fmla="*/ 191733 h 200366"/>
              <a:gd name="connsiteX8" fmla="*/ 1076 w 244415"/>
              <a:gd name="connsiteY8" fmla="*/ 198170 h 200366"/>
              <a:gd name="connsiteX9" fmla="*/ 1623 w 244415"/>
              <a:gd name="connsiteY9" fmla="*/ 198716 h 200366"/>
              <a:gd name="connsiteX10" fmla="*/ 5559 w 244415"/>
              <a:gd name="connsiteY10" fmla="*/ 200367 h 200366"/>
              <a:gd name="connsiteX11" fmla="*/ 8987 w 244415"/>
              <a:gd name="connsiteY11" fmla="*/ 199224 h 200366"/>
              <a:gd name="connsiteX12" fmla="*/ 8987 w 244415"/>
              <a:gd name="connsiteY12" fmla="*/ 199224 h 200366"/>
              <a:gd name="connsiteX13" fmla="*/ 10764 w 244415"/>
              <a:gd name="connsiteY13" fmla="*/ 197700 h 200366"/>
              <a:gd name="connsiteX14" fmla="*/ 234101 w 244415"/>
              <a:gd name="connsiteY14" fmla="*/ 16011 h 200366"/>
              <a:gd name="connsiteX15" fmla="*/ 243116 w 244415"/>
              <a:gd name="connsiteY15" fmla="*/ 8773 h 200366"/>
            </a:gdLst>
            <a:ahLst/>
            <a:cxnLst/>
            <a:rect l="l" t="t" r="r" b="b"/>
            <a:pathLst>
              <a:path w="244415" h="200366">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w="12690" cap="flat">
            <a:noFill/>
            <a:prstDash val="solid"/>
            <a:miter/>
          </a:ln>
        </p:spPr>
        <p:txBody>
          <a:bodyPr anchor="ctr"/>
          <a:lstStyle/>
          <a:p>
            <a:pPr>
              <a:buNone/>
            </a:pPr>
            <a:endParaRPr/>
          </a:p>
        </p:txBody>
      </p:sp>
      <p:sp>
        <p:nvSpPr>
          <p:cNvPr id="567" name="Freeform: Shape 566">
            <a:extLst>
              <a:ext uri="{FF2B5EF4-FFF2-40B4-BE49-F238E27FC236}">
                <a16:creationId xmlns:a16="http://schemas.microsoft.com/office/drawing/2014/main" id="{92B17FA7-823C-402E-B484-CF6E90BE926B}"/>
              </a:ext>
            </a:extLst>
          </p:cNvPr>
          <p:cNvSpPr>
            <a:spLocks noGrp="1"/>
          </p:cNvSpPr>
          <p:nvPr/>
        </p:nvSpPr>
        <p:spPr>
          <a:xfrm>
            <a:off x="8759415" y="1993117"/>
            <a:ext cx="1077579" cy="336335"/>
          </a:xfrm>
          <a:custGeom>
            <a:avLst/>
            <a:gdLst>
              <a:gd name="connsiteX0" fmla="*/ 1075294 w 1077579"/>
              <a:gd name="connsiteY0" fmla="*/ 336082 h 336335"/>
              <a:gd name="connsiteX1" fmla="*/ 1074532 w 1077579"/>
              <a:gd name="connsiteY1" fmla="*/ 336082 h 336335"/>
              <a:gd name="connsiteX2" fmla="*/ 1073898 w 1077579"/>
              <a:gd name="connsiteY2" fmla="*/ 335320 h 336335"/>
              <a:gd name="connsiteX3" fmla="*/ 1073898 w 1077579"/>
              <a:gd name="connsiteY3" fmla="*/ 335320 h 336335"/>
              <a:gd name="connsiteX4" fmla="*/ 1073898 w 1077579"/>
              <a:gd name="connsiteY4" fmla="*/ 334431 h 336335"/>
              <a:gd name="connsiteX5" fmla="*/ 1073898 w 1077579"/>
              <a:gd name="connsiteY5" fmla="*/ 333416 h 336335"/>
              <a:gd name="connsiteX6" fmla="*/ 1073898 w 1077579"/>
              <a:gd name="connsiteY6" fmla="*/ 324909 h 336335"/>
              <a:gd name="connsiteX7" fmla="*/ 0 w 1077579"/>
              <a:gd name="connsiteY7" fmla="*/ 0 h 336335"/>
              <a:gd name="connsiteX8" fmla="*/ 0 w 1077579"/>
              <a:gd name="connsiteY8" fmla="*/ 10284 h 336335"/>
              <a:gd name="connsiteX9" fmla="*/ 1077580 w 1077579"/>
              <a:gd name="connsiteY9" fmla="*/ 336336 h 336335"/>
              <a:gd name="connsiteX10" fmla="*/ 1077580 w 1077579"/>
              <a:gd name="connsiteY10" fmla="*/ 336336 h 336335"/>
            </a:gdLst>
            <a:ahLst/>
            <a:cxnLst/>
            <a:rect l="l" t="t" r="r" b="b"/>
            <a:pathLst>
              <a:path w="1077579" h="336335">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w="12690" cap="flat">
            <a:noFill/>
            <a:prstDash val="solid"/>
            <a:miter/>
          </a:ln>
        </p:spPr>
        <p:txBody>
          <a:bodyPr anchor="ctr"/>
          <a:lstStyle/>
          <a:p>
            <a:pPr>
              <a:buNone/>
            </a:pPr>
            <a:endParaRPr/>
          </a:p>
        </p:txBody>
      </p:sp>
      <p:sp>
        <p:nvSpPr>
          <p:cNvPr id="568" name="Freeform: Shape 567">
            <a:extLst>
              <a:ext uri="{FF2B5EF4-FFF2-40B4-BE49-F238E27FC236}">
                <a16:creationId xmlns:a16="http://schemas.microsoft.com/office/drawing/2014/main" id="{325EAD3D-658D-49FD-87E2-79BB7520E290}"/>
              </a:ext>
            </a:extLst>
          </p:cNvPr>
          <p:cNvSpPr>
            <a:spLocks noGrp="1"/>
          </p:cNvSpPr>
          <p:nvPr/>
        </p:nvSpPr>
        <p:spPr>
          <a:xfrm>
            <a:off x="5832288" y="1284895"/>
            <a:ext cx="2872148" cy="449844"/>
          </a:xfrm>
          <a:custGeom>
            <a:avLst/>
            <a:gdLst>
              <a:gd name="connsiteX0" fmla="*/ 2872149 w 2872148"/>
              <a:gd name="connsiteY0" fmla="*/ 441464 h 449844"/>
              <a:gd name="connsiteX1" fmla="*/ 6983 w 2872148"/>
              <a:gd name="connsiteY1" fmla="*/ 0 h 449844"/>
              <a:gd name="connsiteX2" fmla="*/ 6983 w 2872148"/>
              <a:gd name="connsiteY2" fmla="*/ 4698 h 449844"/>
              <a:gd name="connsiteX3" fmla="*/ 1536 w 2872148"/>
              <a:gd name="connsiteY3" fmla="*/ 9650 h 449844"/>
              <a:gd name="connsiteX4" fmla="*/ 1524 w 2872148"/>
              <a:gd name="connsiteY4" fmla="*/ 9650 h 449844"/>
              <a:gd name="connsiteX5" fmla="*/ 0 w 2872148"/>
              <a:gd name="connsiteY5" fmla="*/ 9650 h 449844"/>
              <a:gd name="connsiteX6" fmla="*/ 1270 w 2872148"/>
              <a:gd name="connsiteY6" fmla="*/ 9650 h 449844"/>
              <a:gd name="connsiteX7" fmla="*/ 2861864 w 2872148"/>
              <a:gd name="connsiteY7" fmla="*/ 449844 h 449844"/>
              <a:gd name="connsiteX8" fmla="*/ 2870245 w 2872148"/>
              <a:gd name="connsiteY8" fmla="*/ 443115 h 449844"/>
            </a:gdLst>
            <a:ahLst/>
            <a:cxnLst/>
            <a:rect l="l" t="t" r="r" b="b"/>
            <a:pathLst>
              <a:path w="2872148" h="449844">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w="12690" cap="flat">
            <a:noFill/>
            <a:prstDash val="solid"/>
            <a:miter/>
          </a:ln>
        </p:spPr>
        <p:txBody>
          <a:bodyPr anchor="ctr"/>
          <a:lstStyle/>
          <a:p>
            <a:pPr>
              <a:buNone/>
            </a:pPr>
            <a:endParaRPr/>
          </a:p>
        </p:txBody>
      </p:sp>
      <p:sp>
        <p:nvSpPr>
          <p:cNvPr id="569" name="Freeform: Shape 568">
            <a:extLst>
              <a:ext uri="{FF2B5EF4-FFF2-40B4-BE49-F238E27FC236}">
                <a16:creationId xmlns:a16="http://schemas.microsoft.com/office/drawing/2014/main" id="{CE2E845E-6E70-49AB-94B8-94F3C01425F0}"/>
              </a:ext>
            </a:extLst>
          </p:cNvPr>
          <p:cNvSpPr>
            <a:spLocks noGrp="1"/>
          </p:cNvSpPr>
          <p:nvPr/>
        </p:nvSpPr>
        <p:spPr>
          <a:xfrm>
            <a:off x="9832201" y="2121608"/>
            <a:ext cx="10633" cy="203781"/>
          </a:xfrm>
          <a:custGeom>
            <a:avLst/>
            <a:gdLst>
              <a:gd name="connsiteX0" fmla="*/ 3777 w 10633"/>
              <a:gd name="connsiteY0" fmla="*/ 1143 h 203781"/>
              <a:gd name="connsiteX1" fmla="*/ 3777 w 10633"/>
              <a:gd name="connsiteY1" fmla="*/ 1143 h 203781"/>
              <a:gd name="connsiteX2" fmla="*/ 95 w 10633"/>
              <a:gd name="connsiteY2" fmla="*/ 0 h 203781"/>
              <a:gd name="connsiteX3" fmla="*/ 95 w 10633"/>
              <a:gd name="connsiteY3" fmla="*/ 203782 h 203781"/>
              <a:gd name="connsiteX4" fmla="*/ 95 w 10633"/>
              <a:gd name="connsiteY4" fmla="*/ 202132 h 203781"/>
              <a:gd name="connsiteX5" fmla="*/ 6824 w 10633"/>
              <a:gd name="connsiteY5" fmla="*/ 198830 h 203781"/>
              <a:gd name="connsiteX6" fmla="*/ 10634 w 10633"/>
              <a:gd name="connsiteY6" fmla="*/ 199973 h 203781"/>
              <a:gd name="connsiteX7" fmla="*/ 10634 w 10633"/>
              <a:gd name="connsiteY7" fmla="*/ 3174 h 203781"/>
            </a:gdLst>
            <a:ahLst/>
            <a:cxnLst/>
            <a:rect l="l" t="t" r="r" b="b"/>
            <a:pathLst>
              <a:path w="10633" h="203781">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w="12690" cap="flat">
            <a:noFill/>
            <a:prstDash val="solid"/>
            <a:miter/>
          </a:ln>
        </p:spPr>
        <p:txBody>
          <a:bodyPr anchor="ctr"/>
          <a:lstStyle/>
          <a:p>
            <a:pPr>
              <a:buNone/>
            </a:pPr>
            <a:endParaRPr/>
          </a:p>
        </p:txBody>
      </p:sp>
      <p:sp>
        <p:nvSpPr>
          <p:cNvPr id="570" name="Freeform: Shape 569">
            <a:extLst>
              <a:ext uri="{FF2B5EF4-FFF2-40B4-BE49-F238E27FC236}">
                <a16:creationId xmlns:a16="http://schemas.microsoft.com/office/drawing/2014/main" id="{CE09F9A6-13EB-49E1-9849-771472751E85}"/>
              </a:ext>
            </a:extLst>
          </p:cNvPr>
          <p:cNvSpPr>
            <a:spLocks noGrp="1"/>
          </p:cNvSpPr>
          <p:nvPr/>
        </p:nvSpPr>
        <p:spPr>
          <a:xfrm>
            <a:off x="8661202" y="1762418"/>
            <a:ext cx="114" cy="635"/>
          </a:xfrm>
          <a:custGeom>
            <a:avLst/>
            <a:gdLst>
              <a:gd name="connsiteX0" fmla="*/ 67 w 114"/>
              <a:gd name="connsiteY0" fmla="*/ 0 h 635"/>
              <a:gd name="connsiteX1" fmla="*/ 67 w 114"/>
              <a:gd name="connsiteY1" fmla="*/ 0 h 635"/>
              <a:gd name="connsiteX2" fmla="*/ 67 w 114"/>
              <a:gd name="connsiteY2" fmla="*/ 635 h 635"/>
              <a:gd name="connsiteX3" fmla="*/ 67 w 114"/>
              <a:gd name="connsiteY3" fmla="*/ 635 h 635"/>
              <a:gd name="connsiteX4" fmla="*/ 67 w 114"/>
              <a:gd name="connsiteY4" fmla="*/ 0 h 635"/>
            </a:gdLst>
            <a:ahLst/>
            <a:cxnLst/>
            <a:rect l="l" t="t" r="r" b="b"/>
            <a:pathLst>
              <a:path w="114" h="635">
                <a:moveTo>
                  <a:pt x="67" y="0"/>
                </a:moveTo>
                <a:lnTo>
                  <a:pt x="67" y="0"/>
                </a:lnTo>
                <a:cubicBezTo>
                  <a:pt x="130" y="203"/>
                  <a:pt x="130" y="432"/>
                  <a:pt x="67" y="635"/>
                </a:cubicBezTo>
                <a:lnTo>
                  <a:pt x="67" y="635"/>
                </a:lnTo>
                <a:cubicBezTo>
                  <a:pt x="-22" y="432"/>
                  <a:pt x="-22" y="203"/>
                  <a:pt x="67" y="0"/>
                </a:cubicBezTo>
                <a:close/>
              </a:path>
            </a:pathLst>
          </a:custGeom>
          <a:solidFill>
            <a:srgbClr val="000000"/>
          </a:solidFill>
          <a:ln w="12690" cap="flat">
            <a:noFill/>
            <a:prstDash val="solid"/>
            <a:miter/>
          </a:ln>
        </p:spPr>
        <p:txBody>
          <a:bodyPr anchor="ctr"/>
          <a:lstStyle/>
          <a:p>
            <a:pPr>
              <a:buNone/>
            </a:pPr>
            <a:endParaRPr/>
          </a:p>
        </p:txBody>
      </p:sp>
      <p:sp>
        <p:nvSpPr>
          <p:cNvPr id="571" name="Freeform: Shape 570">
            <a:extLst>
              <a:ext uri="{FF2B5EF4-FFF2-40B4-BE49-F238E27FC236}">
                <a16:creationId xmlns:a16="http://schemas.microsoft.com/office/drawing/2014/main" id="{CF0B6847-19D7-48C0-86BA-A1CDA198E9B9}"/>
              </a:ext>
            </a:extLst>
          </p:cNvPr>
          <p:cNvSpPr>
            <a:spLocks noGrp="1"/>
          </p:cNvSpPr>
          <p:nvPr/>
        </p:nvSpPr>
        <p:spPr>
          <a:xfrm>
            <a:off x="8672442" y="1763815"/>
            <a:ext cx="1164679" cy="359443"/>
          </a:xfrm>
          <a:custGeom>
            <a:avLst/>
            <a:gdLst>
              <a:gd name="connsiteX0" fmla="*/ 1163409 w 1164679"/>
              <a:gd name="connsiteY0" fmla="*/ 358936 h 359443"/>
              <a:gd name="connsiteX1" fmla="*/ 1163409 w 1164679"/>
              <a:gd name="connsiteY1" fmla="*/ 358936 h 359443"/>
              <a:gd name="connsiteX2" fmla="*/ 1162521 w 1164679"/>
              <a:gd name="connsiteY2" fmla="*/ 358936 h 359443"/>
              <a:gd name="connsiteX3" fmla="*/ 1161505 w 1164679"/>
              <a:gd name="connsiteY3" fmla="*/ 358174 h 359443"/>
              <a:gd name="connsiteX4" fmla="*/ 1161505 w 1164679"/>
              <a:gd name="connsiteY4" fmla="*/ 358174 h 359443"/>
              <a:gd name="connsiteX5" fmla="*/ 1161505 w 1164679"/>
              <a:gd name="connsiteY5" fmla="*/ 358174 h 359443"/>
              <a:gd name="connsiteX6" fmla="*/ 1161505 w 1164679"/>
              <a:gd name="connsiteY6" fmla="*/ 357285 h 359443"/>
              <a:gd name="connsiteX7" fmla="*/ 1161505 w 1164679"/>
              <a:gd name="connsiteY7" fmla="*/ 356397 h 359443"/>
              <a:gd name="connsiteX8" fmla="*/ 1161505 w 1164679"/>
              <a:gd name="connsiteY8" fmla="*/ 355508 h 359443"/>
              <a:gd name="connsiteX9" fmla="*/ 1161505 w 1164679"/>
              <a:gd name="connsiteY9" fmla="*/ 354492 h 359443"/>
              <a:gd name="connsiteX10" fmla="*/ 1161505 w 1164679"/>
              <a:gd name="connsiteY10" fmla="*/ 353857 h 359443"/>
              <a:gd name="connsiteX11" fmla="*/ 1161505 w 1164679"/>
              <a:gd name="connsiteY11" fmla="*/ 353857 h 359443"/>
              <a:gd name="connsiteX12" fmla="*/ 1161505 w 1164679"/>
              <a:gd name="connsiteY12" fmla="*/ 353095 h 359443"/>
              <a:gd name="connsiteX13" fmla="*/ 1162267 w 1164679"/>
              <a:gd name="connsiteY13" fmla="*/ 352206 h 359443"/>
              <a:gd name="connsiteX14" fmla="*/ 1162267 w 1164679"/>
              <a:gd name="connsiteY14" fmla="*/ 352206 h 359443"/>
              <a:gd name="connsiteX15" fmla="*/ 1164680 w 1164679"/>
              <a:gd name="connsiteY15" fmla="*/ 350302 h 359443"/>
              <a:gd name="connsiteX16" fmla="*/ 5078 w 1164679"/>
              <a:gd name="connsiteY16" fmla="*/ 0 h 359443"/>
              <a:gd name="connsiteX17" fmla="*/ 0 w 1164679"/>
              <a:gd name="connsiteY17" fmla="*/ 4063 h 359443"/>
              <a:gd name="connsiteX18" fmla="*/ 0 w 1164679"/>
              <a:gd name="connsiteY18" fmla="*/ 8761 h 359443"/>
              <a:gd name="connsiteX19" fmla="*/ 1160489 w 1164679"/>
              <a:gd name="connsiteY19" fmla="*/ 359444 h 359443"/>
            </a:gdLst>
            <a:ahLst/>
            <a:cxnLst/>
            <a:rect l="l" t="t" r="r" b="b"/>
            <a:pathLst>
              <a:path w="1164679" h="359443">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w="12690" cap="flat">
            <a:noFill/>
            <a:prstDash val="solid"/>
            <a:miter/>
          </a:ln>
        </p:spPr>
        <p:txBody>
          <a:bodyPr anchor="ctr"/>
          <a:lstStyle/>
          <a:p>
            <a:pPr>
              <a:buNone/>
            </a:pPr>
            <a:endParaRPr/>
          </a:p>
        </p:txBody>
      </p:sp>
      <p:sp>
        <p:nvSpPr>
          <p:cNvPr id="572" name="Freeform: Shape 571">
            <a:extLst>
              <a:ext uri="{FF2B5EF4-FFF2-40B4-BE49-F238E27FC236}">
                <a16:creationId xmlns:a16="http://schemas.microsoft.com/office/drawing/2014/main" id="{7A0D1969-2309-4527-B565-0D382ACAE20A}"/>
              </a:ext>
            </a:extLst>
          </p:cNvPr>
          <p:cNvSpPr>
            <a:spLocks noGrp="1"/>
          </p:cNvSpPr>
          <p:nvPr/>
        </p:nvSpPr>
        <p:spPr>
          <a:xfrm>
            <a:off x="9834455" y="1653607"/>
            <a:ext cx="569960" cy="461779"/>
          </a:xfrm>
          <a:custGeom>
            <a:avLst/>
            <a:gdLst>
              <a:gd name="connsiteX0" fmla="*/ 566914 w 569960"/>
              <a:gd name="connsiteY0" fmla="*/ 8634 h 461779"/>
              <a:gd name="connsiteX1" fmla="*/ 563447 w 569960"/>
              <a:gd name="connsiteY1" fmla="*/ 2552 h 461779"/>
              <a:gd name="connsiteX2" fmla="*/ 563485 w 569960"/>
              <a:gd name="connsiteY2" fmla="*/ 2412 h 461779"/>
              <a:gd name="connsiteX3" fmla="*/ 565517 w 569960"/>
              <a:gd name="connsiteY3" fmla="*/ 0 h 461779"/>
              <a:gd name="connsiteX4" fmla="*/ 565517 w 569960"/>
              <a:gd name="connsiteY4" fmla="*/ 0 h 461779"/>
              <a:gd name="connsiteX5" fmla="*/ 558533 w 569960"/>
              <a:gd name="connsiteY5" fmla="*/ 5586 h 461779"/>
              <a:gd name="connsiteX6" fmla="*/ 2412 w 569960"/>
              <a:gd name="connsiteY6" fmla="*/ 458478 h 461779"/>
              <a:gd name="connsiteX7" fmla="*/ 0 w 569960"/>
              <a:gd name="connsiteY7" fmla="*/ 460382 h 461779"/>
              <a:gd name="connsiteX8" fmla="*/ 0 w 569960"/>
              <a:gd name="connsiteY8" fmla="*/ 460382 h 461779"/>
              <a:gd name="connsiteX9" fmla="*/ 5460 w 569960"/>
              <a:gd name="connsiteY9" fmla="*/ 459113 h 461779"/>
              <a:gd name="connsiteX10" fmla="*/ 14347 w 569960"/>
              <a:gd name="connsiteY10" fmla="*/ 461779 h 461779"/>
              <a:gd name="connsiteX11" fmla="*/ 569961 w 569960"/>
              <a:gd name="connsiteY11" fmla="*/ 9523 h 461779"/>
            </a:gdLst>
            <a:ahLst/>
            <a:cxnLst/>
            <a:rect l="l" t="t" r="r" b="b"/>
            <a:pathLst>
              <a:path w="569960" h="461779">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w="12690" cap="flat">
            <a:noFill/>
            <a:prstDash val="solid"/>
            <a:miter/>
          </a:ln>
        </p:spPr>
        <p:txBody>
          <a:bodyPr anchor="ctr"/>
          <a:lstStyle/>
          <a:p>
            <a:pPr>
              <a:buNone/>
            </a:pPr>
            <a:endParaRPr/>
          </a:p>
        </p:txBody>
      </p:sp>
      <p:sp>
        <p:nvSpPr>
          <p:cNvPr id="573" name="Freeform: Shape 572">
            <a:extLst>
              <a:ext uri="{FF2B5EF4-FFF2-40B4-BE49-F238E27FC236}">
                <a16:creationId xmlns:a16="http://schemas.microsoft.com/office/drawing/2014/main" id="{0A5D9D3E-7913-4F41-9245-F3F8CFB57DFC}"/>
              </a:ext>
            </a:extLst>
          </p:cNvPr>
          <p:cNvSpPr>
            <a:spLocks noGrp="1"/>
          </p:cNvSpPr>
          <p:nvPr/>
        </p:nvSpPr>
        <p:spPr>
          <a:xfrm>
            <a:off x="9833820" y="212148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574" name="Freeform: Shape 573">
            <a:extLst>
              <a:ext uri="{FF2B5EF4-FFF2-40B4-BE49-F238E27FC236}">
                <a16:creationId xmlns:a16="http://schemas.microsoft.com/office/drawing/2014/main" id="{6F433BA3-B2E0-456B-A0B6-481438B9997A}"/>
              </a:ext>
            </a:extLst>
          </p:cNvPr>
          <p:cNvSpPr>
            <a:spLocks noGrp="1"/>
          </p:cNvSpPr>
          <p:nvPr/>
        </p:nvSpPr>
        <p:spPr>
          <a:xfrm>
            <a:off x="5828733" y="1080605"/>
            <a:ext cx="12696" cy="12696"/>
          </a:xfrm>
          <a:custGeom>
            <a:avLst/>
            <a:gdLst>
              <a:gd name="connsiteX0" fmla="*/ 0 w 12696"/>
              <a:gd name="connsiteY0" fmla="*/ 0 h 12696"/>
              <a:gd name="connsiteX1" fmla="*/ 0 w 12696"/>
              <a:gd name="connsiteY1" fmla="*/ 0 h 12696"/>
              <a:gd name="connsiteX2" fmla="*/ 0 w 12696"/>
              <a:gd name="connsiteY2" fmla="*/ 0 h 12696"/>
              <a:gd name="connsiteX3" fmla="*/ 0 w 12696"/>
              <a:gd name="connsiteY3" fmla="*/ 0 h 12696"/>
            </a:gdLst>
            <a:ahLst/>
            <a:cxnLst/>
            <a:rect l="l" t="t" r="r" b="b"/>
            <a:pathLst>
              <a:path w="12696" h="12696">
                <a:moveTo>
                  <a:pt x="0" y="0"/>
                </a:moveTo>
                <a:cubicBezTo>
                  <a:pt x="0" y="0"/>
                  <a:pt x="0" y="0"/>
                  <a:pt x="0" y="0"/>
                </a:cubicBezTo>
                <a:lnTo>
                  <a:pt x="0" y="0"/>
                </a:lnTo>
                <a:cubicBezTo>
                  <a:pt x="0" y="0"/>
                  <a:pt x="0" y="0"/>
                  <a:pt x="0" y="0"/>
                </a:cubicBezTo>
                <a:close/>
              </a:path>
            </a:pathLst>
          </a:custGeom>
          <a:solidFill>
            <a:srgbClr val="000000"/>
          </a:solidFill>
          <a:ln w="12690" cap="flat">
            <a:noFill/>
            <a:prstDash val="solid"/>
            <a:miter/>
          </a:ln>
        </p:spPr>
        <p:txBody>
          <a:bodyPr anchor="ctr"/>
          <a:lstStyle/>
          <a:p>
            <a:pPr>
              <a:buNone/>
            </a:pPr>
            <a:endParaRPr/>
          </a:p>
        </p:txBody>
      </p:sp>
      <p:sp>
        <p:nvSpPr>
          <p:cNvPr id="575" name="Freeform: Shape 574">
            <a:extLst>
              <a:ext uri="{FF2B5EF4-FFF2-40B4-BE49-F238E27FC236}">
                <a16:creationId xmlns:a16="http://schemas.microsoft.com/office/drawing/2014/main" id="{6D9E2D1F-52BC-4F16-B043-6F54EF066A6B}"/>
              </a:ext>
            </a:extLst>
          </p:cNvPr>
          <p:cNvSpPr>
            <a:spLocks noGrp="1"/>
          </p:cNvSpPr>
          <p:nvPr/>
        </p:nvSpPr>
        <p:spPr>
          <a:xfrm>
            <a:off x="5839272" y="1078192"/>
            <a:ext cx="3082407" cy="482728"/>
          </a:xfrm>
          <a:custGeom>
            <a:avLst/>
            <a:gdLst>
              <a:gd name="connsiteX0" fmla="*/ 0 w 3082407"/>
              <a:gd name="connsiteY0" fmla="*/ 9649 h 482728"/>
              <a:gd name="connsiteX1" fmla="*/ 3068949 w 3082407"/>
              <a:gd name="connsiteY1" fmla="*/ 482729 h 482728"/>
              <a:gd name="connsiteX2" fmla="*/ 3077330 w 3082407"/>
              <a:gd name="connsiteY2" fmla="*/ 475999 h 482728"/>
              <a:gd name="connsiteX3" fmla="*/ 3082408 w 3082407"/>
              <a:gd name="connsiteY3" fmla="*/ 474984 h 482728"/>
              <a:gd name="connsiteX4" fmla="*/ 3081773 w 3082407"/>
              <a:gd name="connsiteY4" fmla="*/ 474984 h 482728"/>
              <a:gd name="connsiteX5" fmla="*/ 2285 w 3082407"/>
              <a:gd name="connsiteY5" fmla="*/ 0 h 482728"/>
              <a:gd name="connsiteX6" fmla="*/ 0 w 3082407"/>
              <a:gd name="connsiteY6" fmla="*/ 4825 h 482728"/>
            </a:gdLst>
            <a:ahLst/>
            <a:cxnLst/>
            <a:rect l="l" t="t" r="r" b="b"/>
            <a:pathLst>
              <a:path w="3082407" h="482728">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w="12690" cap="flat">
            <a:noFill/>
            <a:prstDash val="solid"/>
            <a:miter/>
          </a:ln>
        </p:spPr>
        <p:txBody>
          <a:bodyPr anchor="ctr"/>
          <a:lstStyle/>
          <a:p>
            <a:pPr>
              <a:buNone/>
            </a:pPr>
            <a:endParaRPr/>
          </a:p>
        </p:txBody>
      </p:sp>
      <p:sp>
        <p:nvSpPr>
          <p:cNvPr id="576" name="Freeform: Shape 575">
            <a:extLst>
              <a:ext uri="{FF2B5EF4-FFF2-40B4-BE49-F238E27FC236}">
                <a16:creationId xmlns:a16="http://schemas.microsoft.com/office/drawing/2014/main" id="{851A2706-F22E-4245-BA88-DC99D77E414B}"/>
              </a:ext>
            </a:extLst>
          </p:cNvPr>
          <p:cNvSpPr>
            <a:spLocks noGrp="1"/>
          </p:cNvSpPr>
          <p:nvPr/>
        </p:nvSpPr>
        <p:spPr>
          <a:xfrm>
            <a:off x="8925489" y="15586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anchor="ctr"/>
          <a:lstStyle/>
          <a:p>
            <a:pPr>
              <a:buNone/>
            </a:pPr>
            <a:endParaRPr/>
          </a:p>
        </p:txBody>
      </p:sp>
      <p:sp>
        <p:nvSpPr>
          <p:cNvPr id="577" name="Freeform: Shape 576">
            <a:extLst>
              <a:ext uri="{FF2B5EF4-FFF2-40B4-BE49-F238E27FC236}">
                <a16:creationId xmlns:a16="http://schemas.microsoft.com/office/drawing/2014/main" id="{47E8660C-2934-424D-8975-FA77D4983B30}"/>
              </a:ext>
            </a:extLst>
          </p:cNvPr>
          <p:cNvSpPr>
            <a:spLocks noGrp="1"/>
          </p:cNvSpPr>
          <p:nvPr/>
        </p:nvSpPr>
        <p:spPr>
          <a:xfrm>
            <a:off x="11524783" y="118560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578" name="Freeform: Shape 577">
            <a:extLst>
              <a:ext uri="{FF2B5EF4-FFF2-40B4-BE49-F238E27FC236}">
                <a16:creationId xmlns:a16="http://schemas.microsoft.com/office/drawing/2014/main" id="{5025475E-C4F9-444D-900C-5530FCC025E8}"/>
              </a:ext>
            </a:extLst>
          </p:cNvPr>
          <p:cNvSpPr>
            <a:spLocks noGrp="1"/>
          </p:cNvSpPr>
          <p:nvPr/>
        </p:nvSpPr>
        <p:spPr>
          <a:xfrm>
            <a:off x="11454950" y="1184845"/>
            <a:ext cx="62849" cy="64245"/>
          </a:xfrm>
          <a:custGeom>
            <a:avLst/>
            <a:gdLst>
              <a:gd name="connsiteX0" fmla="*/ 62849 w 62849"/>
              <a:gd name="connsiteY0" fmla="*/ 0 h 64245"/>
              <a:gd name="connsiteX1" fmla="*/ 62215 w 62849"/>
              <a:gd name="connsiteY1" fmla="*/ 0 h 64245"/>
              <a:gd name="connsiteX2" fmla="*/ 1524 w 62849"/>
              <a:gd name="connsiteY2" fmla="*/ 49644 h 64245"/>
              <a:gd name="connsiteX3" fmla="*/ 1524 w 62849"/>
              <a:gd name="connsiteY3" fmla="*/ 60563 h 64245"/>
              <a:gd name="connsiteX4" fmla="*/ 1524 w 62849"/>
              <a:gd name="connsiteY4" fmla="*/ 61325 h 64245"/>
              <a:gd name="connsiteX5" fmla="*/ 1524 w 62849"/>
              <a:gd name="connsiteY5" fmla="*/ 62214 h 64245"/>
              <a:gd name="connsiteX6" fmla="*/ 1524 w 62849"/>
              <a:gd name="connsiteY6" fmla="*/ 62214 h 64245"/>
              <a:gd name="connsiteX7" fmla="*/ 0 w 62849"/>
              <a:gd name="connsiteY7" fmla="*/ 64245 h 64245"/>
              <a:gd name="connsiteX8" fmla="*/ 0 w 62849"/>
              <a:gd name="connsiteY8" fmla="*/ 64245 h 64245"/>
              <a:gd name="connsiteX9" fmla="*/ 60691 w 62849"/>
              <a:gd name="connsiteY9" fmla="*/ 14601 h 64245"/>
              <a:gd name="connsiteX10" fmla="*/ 60691 w 62849"/>
              <a:gd name="connsiteY10" fmla="*/ 3682 h 64245"/>
              <a:gd name="connsiteX11" fmla="*/ 62849 w 62849"/>
              <a:gd name="connsiteY11" fmla="*/ 0 h 64245"/>
            </a:gdLst>
            <a:ahLst/>
            <a:cxnLst/>
            <a:rect l="l" t="t" r="r" b="b"/>
            <a:pathLst>
              <a:path w="62849" h="64245">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w="12690" cap="flat">
            <a:noFill/>
            <a:prstDash val="solid"/>
            <a:miter/>
          </a:ln>
        </p:spPr>
        <p:txBody>
          <a:bodyPr anchor="ctr"/>
          <a:lstStyle/>
          <a:p>
            <a:pPr>
              <a:buNone/>
            </a:pPr>
            <a:endParaRPr/>
          </a:p>
        </p:txBody>
      </p:sp>
      <p:sp>
        <p:nvSpPr>
          <p:cNvPr id="579" name="Freeform: Shape 578">
            <a:extLst>
              <a:ext uri="{FF2B5EF4-FFF2-40B4-BE49-F238E27FC236}">
                <a16:creationId xmlns:a16="http://schemas.microsoft.com/office/drawing/2014/main" id="{B60D164B-7B29-4FF3-A199-2A7C1E3CF597}"/>
              </a:ext>
            </a:extLst>
          </p:cNvPr>
          <p:cNvSpPr>
            <a:spLocks noGrp="1"/>
          </p:cNvSpPr>
          <p:nvPr/>
        </p:nvSpPr>
        <p:spPr>
          <a:xfrm>
            <a:off x="11456220" y="1246276"/>
            <a:ext cx="12696" cy="1289"/>
          </a:xfrm>
          <a:custGeom>
            <a:avLst/>
            <a:gdLst>
              <a:gd name="connsiteX0" fmla="*/ 0 w 12696"/>
              <a:gd name="connsiteY0" fmla="*/ 1163 h 1289"/>
              <a:gd name="connsiteX1" fmla="*/ 0 w 12696"/>
              <a:gd name="connsiteY1" fmla="*/ 274 h 1289"/>
              <a:gd name="connsiteX2" fmla="*/ 0 w 12696"/>
              <a:gd name="connsiteY2" fmla="*/ 1290 h 1289"/>
            </a:gdLst>
            <a:ahLst/>
            <a:cxnLst/>
            <a:rect l="l" t="t" r="r" b="b"/>
            <a:pathLst>
              <a:path w="12696" h="1289">
                <a:moveTo>
                  <a:pt x="0" y="1163"/>
                </a:moveTo>
                <a:cubicBezTo>
                  <a:pt x="0" y="1163"/>
                  <a:pt x="0" y="1163"/>
                  <a:pt x="0" y="274"/>
                </a:cubicBezTo>
                <a:cubicBezTo>
                  <a:pt x="0" y="-614"/>
                  <a:pt x="0" y="909"/>
                  <a:pt x="0" y="1290"/>
                </a:cubicBezTo>
                <a:close/>
              </a:path>
            </a:pathLst>
          </a:custGeom>
          <a:solidFill>
            <a:srgbClr val="000000"/>
          </a:solidFill>
          <a:ln w="12690" cap="flat">
            <a:noFill/>
            <a:prstDash val="solid"/>
            <a:miter/>
          </a:ln>
        </p:spPr>
        <p:txBody>
          <a:bodyPr anchor="ctr"/>
          <a:lstStyle/>
          <a:p>
            <a:pPr>
              <a:buNone/>
            </a:pPr>
            <a:endParaRPr/>
          </a:p>
        </p:txBody>
      </p:sp>
      <p:sp>
        <p:nvSpPr>
          <p:cNvPr id="580" name="Freeform: Shape 579">
            <a:extLst>
              <a:ext uri="{FF2B5EF4-FFF2-40B4-BE49-F238E27FC236}">
                <a16:creationId xmlns:a16="http://schemas.microsoft.com/office/drawing/2014/main" id="{9BA5C683-F0E6-4E49-AF39-5A5CA0168BC9}"/>
              </a:ext>
            </a:extLst>
          </p:cNvPr>
          <p:cNvSpPr>
            <a:spLocks noGrp="1"/>
          </p:cNvSpPr>
          <p:nvPr/>
        </p:nvSpPr>
        <p:spPr>
          <a:xfrm>
            <a:off x="11314269" y="1198811"/>
            <a:ext cx="136745" cy="51431"/>
          </a:xfrm>
          <a:custGeom>
            <a:avLst/>
            <a:gdLst>
              <a:gd name="connsiteX0" fmla="*/ 131286 w 136745"/>
              <a:gd name="connsiteY0" fmla="*/ 46978 h 51431"/>
              <a:gd name="connsiteX1" fmla="*/ 131286 w 136745"/>
              <a:gd name="connsiteY1" fmla="*/ 39995 h 51431"/>
              <a:gd name="connsiteX2" fmla="*/ 0 w 136745"/>
              <a:gd name="connsiteY2" fmla="*/ 0 h 51431"/>
              <a:gd name="connsiteX3" fmla="*/ 0 w 136745"/>
              <a:gd name="connsiteY3" fmla="*/ 10284 h 51431"/>
              <a:gd name="connsiteX4" fmla="*/ 134967 w 136745"/>
              <a:gd name="connsiteY4" fmla="*/ 51422 h 51431"/>
              <a:gd name="connsiteX5" fmla="*/ 136745 w 136745"/>
              <a:gd name="connsiteY5" fmla="*/ 51422 h 51431"/>
              <a:gd name="connsiteX6" fmla="*/ 131286 w 136745"/>
              <a:gd name="connsiteY6" fmla="*/ 46978 h 51431"/>
            </a:gdLst>
            <a:ahLst/>
            <a:cxnLst/>
            <a:rect l="l" t="t" r="r" b="b"/>
            <a:pathLst>
              <a:path w="136745" h="51431">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w="12690" cap="flat">
            <a:noFill/>
            <a:prstDash val="solid"/>
            <a:miter/>
          </a:ln>
        </p:spPr>
        <p:txBody>
          <a:bodyPr anchor="ctr"/>
          <a:lstStyle/>
          <a:p>
            <a:pPr>
              <a:buNone/>
            </a:pPr>
            <a:endParaRPr/>
          </a:p>
        </p:txBody>
      </p:sp>
      <p:sp>
        <p:nvSpPr>
          <p:cNvPr id="581" name="Freeform: Shape 580">
            <a:extLst>
              <a:ext uri="{FF2B5EF4-FFF2-40B4-BE49-F238E27FC236}">
                <a16:creationId xmlns:a16="http://schemas.microsoft.com/office/drawing/2014/main" id="{AB3DE9B2-4448-4FC7-B443-424CBC1AE4FA}"/>
              </a:ext>
            </a:extLst>
          </p:cNvPr>
          <p:cNvSpPr>
            <a:spLocks noGrp="1"/>
          </p:cNvSpPr>
          <p:nvPr/>
        </p:nvSpPr>
        <p:spPr>
          <a:xfrm>
            <a:off x="11445809" y="1144215"/>
            <a:ext cx="10537" cy="106404"/>
          </a:xfrm>
          <a:custGeom>
            <a:avLst/>
            <a:gdLst>
              <a:gd name="connsiteX0" fmla="*/ 10538 w 10537"/>
              <a:gd name="connsiteY0" fmla="*/ 102335 h 106404"/>
              <a:gd name="connsiteX1" fmla="*/ 10538 w 10537"/>
              <a:gd name="connsiteY1" fmla="*/ 101573 h 106404"/>
              <a:gd name="connsiteX2" fmla="*/ 10538 w 10537"/>
              <a:gd name="connsiteY2" fmla="*/ 0 h 106404"/>
              <a:gd name="connsiteX3" fmla="*/ 8761 w 10537"/>
              <a:gd name="connsiteY3" fmla="*/ 1397 h 106404"/>
              <a:gd name="connsiteX4" fmla="*/ 8761 w 10537"/>
              <a:gd name="connsiteY4" fmla="*/ 1397 h 106404"/>
              <a:gd name="connsiteX5" fmla="*/ 5460 w 10537"/>
              <a:gd name="connsiteY5" fmla="*/ 2539 h 106404"/>
              <a:gd name="connsiteX6" fmla="*/ 3682 w 10537"/>
              <a:gd name="connsiteY6" fmla="*/ 2539 h 106404"/>
              <a:gd name="connsiteX7" fmla="*/ 0 w 10537"/>
              <a:gd name="connsiteY7" fmla="*/ 1524 h 106404"/>
              <a:gd name="connsiteX8" fmla="*/ 0 w 10537"/>
              <a:gd name="connsiteY8" fmla="*/ 101447 h 106404"/>
              <a:gd name="connsiteX9" fmla="*/ 5446 w 10537"/>
              <a:gd name="connsiteY9" fmla="*/ 106398 h 106404"/>
              <a:gd name="connsiteX10" fmla="*/ 5460 w 10537"/>
              <a:gd name="connsiteY10" fmla="*/ 106398 h 106404"/>
              <a:gd name="connsiteX11" fmla="*/ 8252 w 10537"/>
              <a:gd name="connsiteY11" fmla="*/ 105636 h 106404"/>
              <a:gd name="connsiteX12" fmla="*/ 8252 w 10537"/>
              <a:gd name="connsiteY12" fmla="*/ 105636 h 106404"/>
              <a:gd name="connsiteX13" fmla="*/ 8252 w 10537"/>
              <a:gd name="connsiteY13" fmla="*/ 105636 h 106404"/>
              <a:gd name="connsiteX14" fmla="*/ 9776 w 10537"/>
              <a:gd name="connsiteY14" fmla="*/ 103605 h 106404"/>
              <a:gd name="connsiteX15" fmla="*/ 10538 w 10537"/>
              <a:gd name="connsiteY15" fmla="*/ 102335 h 106404"/>
            </a:gdLst>
            <a:ahLst/>
            <a:cxnLst/>
            <a:rect l="l" t="t" r="r" b="b"/>
            <a:pathLst>
              <a:path w="10537" h="106404">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w="12690" cap="flat">
            <a:noFill/>
            <a:prstDash val="solid"/>
            <a:miter/>
          </a:ln>
        </p:spPr>
        <p:txBody>
          <a:bodyPr anchor="ctr"/>
          <a:lstStyle/>
          <a:p>
            <a:pPr>
              <a:buNone/>
            </a:pPr>
            <a:endParaRPr/>
          </a:p>
        </p:txBody>
      </p:sp>
      <p:sp>
        <p:nvSpPr>
          <p:cNvPr id="582" name="Freeform: Shape 581">
            <a:extLst>
              <a:ext uri="{FF2B5EF4-FFF2-40B4-BE49-F238E27FC236}">
                <a16:creationId xmlns:a16="http://schemas.microsoft.com/office/drawing/2014/main" id="{FAB2F728-3C32-4318-AC0A-B150D6855D1D}"/>
              </a:ext>
            </a:extLst>
          </p:cNvPr>
          <p:cNvSpPr>
            <a:spLocks noGrp="1"/>
          </p:cNvSpPr>
          <p:nvPr/>
        </p:nvSpPr>
        <p:spPr>
          <a:xfrm>
            <a:off x="11314396" y="1095460"/>
            <a:ext cx="136617" cy="51516"/>
          </a:xfrm>
          <a:custGeom>
            <a:avLst/>
            <a:gdLst>
              <a:gd name="connsiteX0" fmla="*/ 133063 w 136617"/>
              <a:gd name="connsiteY0" fmla="*/ 43169 h 51516"/>
              <a:gd name="connsiteX1" fmla="*/ 135476 w 136617"/>
              <a:gd name="connsiteY1" fmla="*/ 41264 h 51516"/>
              <a:gd name="connsiteX2" fmla="*/ 0 w 136617"/>
              <a:gd name="connsiteY2" fmla="*/ 0 h 51516"/>
              <a:gd name="connsiteX3" fmla="*/ 0 w 136617"/>
              <a:gd name="connsiteY3" fmla="*/ 10411 h 51516"/>
              <a:gd name="connsiteX4" fmla="*/ 131158 w 136617"/>
              <a:gd name="connsiteY4" fmla="*/ 50406 h 51516"/>
              <a:gd name="connsiteX5" fmla="*/ 134840 w 136617"/>
              <a:gd name="connsiteY5" fmla="*/ 51422 h 51516"/>
              <a:gd name="connsiteX6" fmla="*/ 136618 w 136617"/>
              <a:gd name="connsiteY6" fmla="*/ 51422 h 51516"/>
              <a:gd name="connsiteX7" fmla="*/ 132555 w 136617"/>
              <a:gd name="connsiteY7" fmla="*/ 49771 h 51516"/>
              <a:gd name="connsiteX8" fmla="*/ 132885 w 136617"/>
              <a:gd name="connsiteY8" fmla="*/ 43321 h 51516"/>
              <a:gd name="connsiteX9" fmla="*/ 133063 w 136617"/>
              <a:gd name="connsiteY9" fmla="*/ 43169 h 51516"/>
            </a:gdLst>
            <a:ahLst/>
            <a:cxnLst/>
            <a:rect l="l" t="t" r="r" b="b"/>
            <a:pathLst>
              <a:path w="136617" h="51516">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w="12690" cap="flat">
            <a:noFill/>
            <a:prstDash val="solid"/>
            <a:miter/>
          </a:ln>
        </p:spPr>
        <p:txBody>
          <a:bodyPr anchor="ctr"/>
          <a:lstStyle/>
          <a:p>
            <a:pPr>
              <a:buNone/>
            </a:pPr>
            <a:endParaRPr/>
          </a:p>
        </p:txBody>
      </p:sp>
      <p:sp>
        <p:nvSpPr>
          <p:cNvPr id="583" name="Freeform: Shape 582">
            <a:extLst>
              <a:ext uri="{FF2B5EF4-FFF2-40B4-BE49-F238E27FC236}">
                <a16:creationId xmlns:a16="http://schemas.microsoft.com/office/drawing/2014/main" id="{BDA095EC-B11E-4EB7-BF5B-85AA4DBD80FF}"/>
              </a:ext>
            </a:extLst>
          </p:cNvPr>
          <p:cNvSpPr>
            <a:spLocks noGrp="1"/>
          </p:cNvSpPr>
          <p:nvPr/>
        </p:nvSpPr>
        <p:spPr>
          <a:xfrm>
            <a:off x="11451141" y="1145993"/>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rect l="l" t="t" r="r" b="b"/>
            <a:pathLst>
              <a:path w="3301" h="1142">
                <a:moveTo>
                  <a:pt x="3301" y="0"/>
                </a:moveTo>
                <a:cubicBezTo>
                  <a:pt x="2361" y="736"/>
                  <a:pt x="1193" y="1130"/>
                  <a:pt x="0" y="1143"/>
                </a:cubicBezTo>
                <a:cubicBezTo>
                  <a:pt x="1193" y="1130"/>
                  <a:pt x="2361" y="736"/>
                  <a:pt x="3301" y="0"/>
                </a:cubicBezTo>
                <a:close/>
              </a:path>
            </a:pathLst>
          </a:custGeom>
          <a:solidFill>
            <a:srgbClr val="000000"/>
          </a:solidFill>
          <a:ln w="12690" cap="flat">
            <a:noFill/>
            <a:prstDash val="solid"/>
            <a:miter/>
          </a:ln>
        </p:spPr>
        <p:txBody>
          <a:bodyPr anchor="ctr"/>
          <a:lstStyle/>
          <a:p>
            <a:pPr>
              <a:buNone/>
            </a:pPr>
            <a:endParaRPr/>
          </a:p>
        </p:txBody>
      </p:sp>
      <p:sp>
        <p:nvSpPr>
          <p:cNvPr id="584" name="Freeform: Shape 583">
            <a:extLst>
              <a:ext uri="{FF2B5EF4-FFF2-40B4-BE49-F238E27FC236}">
                <a16:creationId xmlns:a16="http://schemas.microsoft.com/office/drawing/2014/main" id="{44AC4327-2457-4D5A-A280-A716BD0AA1B4}"/>
              </a:ext>
            </a:extLst>
          </p:cNvPr>
          <p:cNvSpPr>
            <a:spLocks noGrp="1"/>
          </p:cNvSpPr>
          <p:nvPr/>
        </p:nvSpPr>
        <p:spPr>
          <a:xfrm>
            <a:off x="11824682" y="837096"/>
            <a:ext cx="761" cy="112"/>
          </a:xfrm>
          <a:custGeom>
            <a:avLst/>
            <a:gdLst>
              <a:gd name="connsiteX0" fmla="*/ 762 w 761"/>
              <a:gd name="connsiteY0" fmla="*/ 113 h 112"/>
              <a:gd name="connsiteX1" fmla="*/ 0 w 761"/>
              <a:gd name="connsiteY1" fmla="*/ 113 h 112"/>
              <a:gd name="connsiteX2" fmla="*/ 0 w 761"/>
              <a:gd name="connsiteY2" fmla="*/ 113 h 112"/>
              <a:gd name="connsiteX3" fmla="*/ 762 w 761"/>
              <a:gd name="connsiteY3" fmla="*/ 113 h 112"/>
            </a:gdLst>
            <a:ahLst/>
            <a:cxnLst/>
            <a:rect l="l" t="t" r="r" b="b"/>
            <a:pathLst>
              <a:path w="761" h="112">
                <a:moveTo>
                  <a:pt x="762" y="113"/>
                </a:moveTo>
                <a:cubicBezTo>
                  <a:pt x="762" y="113"/>
                  <a:pt x="762" y="113"/>
                  <a:pt x="0" y="113"/>
                </a:cubicBezTo>
                <a:lnTo>
                  <a:pt x="0" y="113"/>
                </a:lnTo>
                <a:cubicBezTo>
                  <a:pt x="0" y="113"/>
                  <a:pt x="635" y="-141"/>
                  <a:pt x="762" y="113"/>
                </a:cubicBezTo>
                <a:close/>
              </a:path>
            </a:pathLst>
          </a:custGeom>
          <a:solidFill>
            <a:srgbClr val="000000"/>
          </a:solidFill>
          <a:ln w="12690" cap="flat">
            <a:noFill/>
            <a:prstDash val="solid"/>
            <a:miter/>
          </a:ln>
        </p:spPr>
        <p:txBody>
          <a:bodyPr anchor="ctr"/>
          <a:lstStyle/>
          <a:p>
            <a:pPr>
              <a:buNone/>
            </a:pPr>
            <a:endParaRPr/>
          </a:p>
        </p:txBody>
      </p:sp>
      <p:sp>
        <p:nvSpPr>
          <p:cNvPr id="585" name="Freeform: Shape 584">
            <a:extLst>
              <a:ext uri="{FF2B5EF4-FFF2-40B4-BE49-F238E27FC236}">
                <a16:creationId xmlns:a16="http://schemas.microsoft.com/office/drawing/2014/main" id="{8BA86C55-201D-4337-AB76-A435B2B64EF3}"/>
              </a:ext>
            </a:extLst>
          </p:cNvPr>
          <p:cNvSpPr>
            <a:spLocks noGrp="1"/>
          </p:cNvSpPr>
          <p:nvPr/>
        </p:nvSpPr>
        <p:spPr>
          <a:xfrm>
            <a:off x="11826460" y="837971"/>
            <a:ext cx="12696" cy="761"/>
          </a:xfrm>
          <a:custGeom>
            <a:avLst/>
            <a:gdLst>
              <a:gd name="connsiteX0" fmla="*/ 0 w 12696"/>
              <a:gd name="connsiteY0" fmla="*/ 762 h 761"/>
              <a:gd name="connsiteX1" fmla="*/ 0 w 12696"/>
              <a:gd name="connsiteY1" fmla="*/ 0 h 761"/>
              <a:gd name="connsiteX2" fmla="*/ 0 w 12696"/>
              <a:gd name="connsiteY2" fmla="*/ 0 h 761"/>
            </a:gdLst>
            <a:ahLst/>
            <a:cxnLst/>
            <a:rect l="l" t="t" r="r" b="b"/>
            <a:pathLst>
              <a:path w="12696" h="761">
                <a:moveTo>
                  <a:pt x="0" y="762"/>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586" name="Freeform: Shape 585">
            <a:extLst>
              <a:ext uri="{FF2B5EF4-FFF2-40B4-BE49-F238E27FC236}">
                <a16:creationId xmlns:a16="http://schemas.microsoft.com/office/drawing/2014/main" id="{245BD389-1219-4FF1-A2C0-026F97288269}"/>
              </a:ext>
            </a:extLst>
          </p:cNvPr>
          <p:cNvSpPr>
            <a:spLocks noGrp="1"/>
          </p:cNvSpPr>
          <p:nvPr/>
        </p:nvSpPr>
        <p:spPr>
          <a:xfrm>
            <a:off x="11827221" y="839748"/>
            <a:ext cx="38" cy="761"/>
          </a:xfrm>
          <a:custGeom>
            <a:avLst/>
            <a:gdLst>
              <a:gd name="connsiteX0" fmla="*/ 0 w 38"/>
              <a:gd name="connsiteY0" fmla="*/ 762 h 761"/>
              <a:gd name="connsiteX1" fmla="*/ 0 w 38"/>
              <a:gd name="connsiteY1" fmla="*/ 0 h 761"/>
              <a:gd name="connsiteX2" fmla="*/ 0 w 38"/>
              <a:gd name="connsiteY2" fmla="*/ 0 h 761"/>
              <a:gd name="connsiteX3" fmla="*/ 0 w 38"/>
              <a:gd name="connsiteY3" fmla="*/ 762 h 761"/>
            </a:gdLst>
            <a:ahLst/>
            <a:cxnLst/>
            <a:rect l="l" t="t" r="r" b="b"/>
            <a:pathLst>
              <a:path w="38" h="761">
                <a:moveTo>
                  <a:pt x="0" y="762"/>
                </a:moveTo>
                <a:cubicBezTo>
                  <a:pt x="51" y="508"/>
                  <a:pt x="51" y="254"/>
                  <a:pt x="0" y="0"/>
                </a:cubicBezTo>
                <a:lnTo>
                  <a:pt x="0" y="0"/>
                </a:lnTo>
                <a:cubicBezTo>
                  <a:pt x="0" y="0"/>
                  <a:pt x="0" y="635"/>
                  <a:pt x="0" y="762"/>
                </a:cubicBezTo>
                <a:close/>
              </a:path>
            </a:pathLst>
          </a:custGeom>
          <a:solidFill>
            <a:srgbClr val="000000"/>
          </a:solidFill>
          <a:ln w="12690" cap="flat">
            <a:noFill/>
            <a:prstDash val="solid"/>
            <a:miter/>
          </a:ln>
        </p:spPr>
        <p:txBody>
          <a:bodyPr anchor="ctr"/>
          <a:lstStyle/>
          <a:p>
            <a:pPr>
              <a:buNone/>
            </a:pPr>
            <a:endParaRPr/>
          </a:p>
        </p:txBody>
      </p:sp>
      <p:sp>
        <p:nvSpPr>
          <p:cNvPr id="587" name="Freeform: Shape 586">
            <a:extLst>
              <a:ext uri="{FF2B5EF4-FFF2-40B4-BE49-F238E27FC236}">
                <a16:creationId xmlns:a16="http://schemas.microsoft.com/office/drawing/2014/main" id="{BB2DA4D3-F128-4DAF-A6B6-3076BE338450}"/>
              </a:ext>
            </a:extLst>
          </p:cNvPr>
          <p:cNvSpPr>
            <a:spLocks noGrp="1"/>
          </p:cNvSpPr>
          <p:nvPr/>
        </p:nvSpPr>
        <p:spPr>
          <a:xfrm>
            <a:off x="11607441" y="772710"/>
            <a:ext cx="214955" cy="69070"/>
          </a:xfrm>
          <a:custGeom>
            <a:avLst/>
            <a:gdLst>
              <a:gd name="connsiteX0" fmla="*/ 5331 w 214955"/>
              <a:gd name="connsiteY0" fmla="*/ 0 h 69070"/>
              <a:gd name="connsiteX1" fmla="*/ 4315 w 214955"/>
              <a:gd name="connsiteY1" fmla="*/ 0 h 69070"/>
              <a:gd name="connsiteX2" fmla="*/ 3299 w 214955"/>
              <a:gd name="connsiteY2" fmla="*/ 0 h 69070"/>
              <a:gd name="connsiteX3" fmla="*/ 2410 w 214955"/>
              <a:gd name="connsiteY3" fmla="*/ 0 h 69070"/>
              <a:gd name="connsiteX4" fmla="*/ 252 w 214955"/>
              <a:gd name="connsiteY4" fmla="*/ 2412 h 69070"/>
              <a:gd name="connsiteX5" fmla="*/ 3198 w 214955"/>
              <a:gd name="connsiteY5" fmla="*/ 8367 h 69070"/>
              <a:gd name="connsiteX6" fmla="*/ 3680 w 214955"/>
              <a:gd name="connsiteY6" fmla="*/ 8507 h 69070"/>
              <a:gd name="connsiteX7" fmla="*/ 6728 w 214955"/>
              <a:gd name="connsiteY7" fmla="*/ 9396 h 69070"/>
              <a:gd name="connsiteX8" fmla="*/ 203782 w 214955"/>
              <a:gd name="connsiteY8" fmla="*/ 69070 h 69070"/>
              <a:gd name="connsiteX9" fmla="*/ 210765 w 214955"/>
              <a:gd name="connsiteY9" fmla="*/ 63484 h 69070"/>
              <a:gd name="connsiteX10" fmla="*/ 210765 w 214955"/>
              <a:gd name="connsiteY10" fmla="*/ 63484 h 69070"/>
              <a:gd name="connsiteX11" fmla="*/ 211781 w 214955"/>
              <a:gd name="connsiteY11" fmla="*/ 63484 h 69070"/>
              <a:gd name="connsiteX12" fmla="*/ 212924 w 214955"/>
              <a:gd name="connsiteY12" fmla="*/ 63484 h 69070"/>
              <a:gd name="connsiteX13" fmla="*/ 213939 w 214955"/>
              <a:gd name="connsiteY13" fmla="*/ 63484 h 69070"/>
              <a:gd name="connsiteX14" fmla="*/ 214955 w 214955"/>
              <a:gd name="connsiteY14" fmla="*/ 63484 h 69070"/>
              <a:gd name="connsiteX15" fmla="*/ 214955 w 214955"/>
              <a:gd name="connsiteY15" fmla="*/ 63484 h 69070"/>
              <a:gd name="connsiteX16" fmla="*/ 5965 w 214955"/>
              <a:gd name="connsiteY16" fmla="*/ 0 h 69070"/>
              <a:gd name="connsiteX17" fmla="*/ 4188 w 214955"/>
              <a:gd name="connsiteY17" fmla="*/ 0 h 69070"/>
            </a:gdLst>
            <a:ahLst/>
            <a:cxnLst/>
            <a:rect l="l" t="t" r="r" b="b"/>
            <a:pathLst>
              <a:path w="214955" h="69070">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w="12690" cap="flat">
            <a:noFill/>
            <a:prstDash val="solid"/>
            <a:miter/>
          </a:ln>
        </p:spPr>
        <p:txBody>
          <a:bodyPr anchor="ctr"/>
          <a:lstStyle/>
          <a:p>
            <a:pPr>
              <a:buNone/>
            </a:pPr>
            <a:endParaRPr/>
          </a:p>
        </p:txBody>
      </p:sp>
      <p:sp>
        <p:nvSpPr>
          <p:cNvPr id="588" name="Freeform: Shape 587">
            <a:extLst>
              <a:ext uri="{FF2B5EF4-FFF2-40B4-BE49-F238E27FC236}">
                <a16:creationId xmlns:a16="http://schemas.microsoft.com/office/drawing/2014/main" id="{3F70F715-DD14-4EF5-81B4-4487578EDD35}"/>
              </a:ext>
            </a:extLst>
          </p:cNvPr>
          <p:cNvSpPr>
            <a:spLocks noGrp="1"/>
          </p:cNvSpPr>
          <p:nvPr/>
        </p:nvSpPr>
        <p:spPr>
          <a:xfrm>
            <a:off x="11823031" y="836320"/>
            <a:ext cx="1015" cy="12696"/>
          </a:xfrm>
          <a:custGeom>
            <a:avLst/>
            <a:gdLst>
              <a:gd name="connsiteX0" fmla="*/ 1016 w 1015"/>
              <a:gd name="connsiteY0" fmla="*/ 0 h 12696"/>
              <a:gd name="connsiteX1" fmla="*/ 0 w 1015"/>
              <a:gd name="connsiteY1" fmla="*/ 0 h 12696"/>
            </a:gdLst>
            <a:ahLst/>
            <a:cxnLst/>
            <a:rect l="l" t="t" r="r" b="b"/>
            <a:pathLst>
              <a:path w="1015" h="12696">
                <a:moveTo>
                  <a:pt x="1016" y="0"/>
                </a:moveTo>
                <a:lnTo>
                  <a:pt x="0" y="0"/>
                </a:lnTo>
                <a:close/>
              </a:path>
            </a:pathLst>
          </a:custGeom>
          <a:solidFill>
            <a:srgbClr val="000000"/>
          </a:solidFill>
          <a:ln w="12690" cap="flat">
            <a:noFill/>
            <a:prstDash val="solid"/>
            <a:miter/>
          </a:ln>
        </p:spPr>
        <p:txBody>
          <a:bodyPr anchor="ctr"/>
          <a:lstStyle/>
          <a:p>
            <a:pPr>
              <a:buNone/>
            </a:pPr>
            <a:endParaRPr/>
          </a:p>
        </p:txBody>
      </p:sp>
      <p:sp>
        <p:nvSpPr>
          <p:cNvPr id="589" name="Freeform: Shape 588">
            <a:extLst>
              <a:ext uri="{FF2B5EF4-FFF2-40B4-BE49-F238E27FC236}">
                <a16:creationId xmlns:a16="http://schemas.microsoft.com/office/drawing/2014/main" id="{E77407F8-1976-435F-A68A-5CD4B4DBCE1C}"/>
              </a:ext>
            </a:extLst>
          </p:cNvPr>
          <p:cNvSpPr>
            <a:spLocks noGrp="1"/>
          </p:cNvSpPr>
          <p:nvPr/>
        </p:nvSpPr>
        <p:spPr>
          <a:xfrm>
            <a:off x="11821762" y="835812"/>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590" name="Freeform: Shape 589">
            <a:extLst>
              <a:ext uri="{FF2B5EF4-FFF2-40B4-BE49-F238E27FC236}">
                <a16:creationId xmlns:a16="http://schemas.microsoft.com/office/drawing/2014/main" id="{A9DB3EA9-7164-4EC5-913F-8863ED6E91F9}"/>
              </a:ext>
            </a:extLst>
          </p:cNvPr>
          <p:cNvSpPr>
            <a:spLocks noGrp="1"/>
          </p:cNvSpPr>
          <p:nvPr/>
        </p:nvSpPr>
        <p:spPr>
          <a:xfrm>
            <a:off x="11816429" y="840637"/>
            <a:ext cx="10796" cy="57135"/>
          </a:xfrm>
          <a:custGeom>
            <a:avLst/>
            <a:gdLst>
              <a:gd name="connsiteX0" fmla="*/ 9014 w 10796"/>
              <a:gd name="connsiteY0" fmla="*/ 3809 h 57135"/>
              <a:gd name="connsiteX1" fmla="*/ 0 w 10796"/>
              <a:gd name="connsiteY1" fmla="*/ 11046 h 57135"/>
              <a:gd name="connsiteX2" fmla="*/ 0 w 10796"/>
              <a:gd name="connsiteY2" fmla="*/ 57135 h 57135"/>
              <a:gd name="connsiteX3" fmla="*/ 1524 w 10796"/>
              <a:gd name="connsiteY3" fmla="*/ 55739 h 57135"/>
              <a:gd name="connsiteX4" fmla="*/ 1524 w 10796"/>
              <a:gd name="connsiteY4" fmla="*/ 55739 h 57135"/>
              <a:gd name="connsiteX5" fmla="*/ 10792 w 10796"/>
              <a:gd name="connsiteY5" fmla="*/ 47613 h 57135"/>
              <a:gd name="connsiteX6" fmla="*/ 10792 w 10796"/>
              <a:gd name="connsiteY6" fmla="*/ 0 h 57135"/>
              <a:gd name="connsiteX7" fmla="*/ 10792 w 10796"/>
              <a:gd name="connsiteY7" fmla="*/ 0 h 57135"/>
              <a:gd name="connsiteX8" fmla="*/ 9014 w 10796"/>
              <a:gd name="connsiteY8" fmla="*/ 3809 h 57135"/>
            </a:gdLst>
            <a:ahLst/>
            <a:cxnLst/>
            <a:rect l="l" t="t" r="r" b="b"/>
            <a:pathLst>
              <a:path w="10796" h="57135">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w="12690" cap="flat">
            <a:noFill/>
            <a:prstDash val="solid"/>
            <a:miter/>
          </a:ln>
        </p:spPr>
        <p:txBody>
          <a:bodyPr anchor="ctr"/>
          <a:lstStyle/>
          <a:p>
            <a:pPr>
              <a:buNone/>
            </a:pPr>
            <a:endParaRPr/>
          </a:p>
        </p:txBody>
      </p:sp>
      <p:sp>
        <p:nvSpPr>
          <p:cNvPr id="591" name="Freeform: Shape 590">
            <a:extLst>
              <a:ext uri="{FF2B5EF4-FFF2-40B4-BE49-F238E27FC236}">
                <a16:creationId xmlns:a16="http://schemas.microsoft.com/office/drawing/2014/main" id="{12F5818C-E85F-4390-8E48-AB01B0FBC282}"/>
              </a:ext>
            </a:extLst>
          </p:cNvPr>
          <p:cNvSpPr>
            <a:spLocks noGrp="1"/>
          </p:cNvSpPr>
          <p:nvPr/>
        </p:nvSpPr>
        <p:spPr>
          <a:xfrm>
            <a:off x="11825698" y="83733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cubicBezTo>
                  <a:pt x="0" y="0"/>
                  <a:pt x="0" y="0"/>
                  <a:pt x="0" y="0"/>
                </a:cubicBezTo>
                <a:close/>
              </a:path>
            </a:pathLst>
          </a:custGeom>
          <a:solidFill>
            <a:srgbClr val="000000"/>
          </a:solidFill>
          <a:ln w="12690" cap="flat">
            <a:noFill/>
            <a:prstDash val="solid"/>
            <a:miter/>
          </a:ln>
        </p:spPr>
        <p:txBody>
          <a:bodyPr anchor="ctr"/>
          <a:lstStyle/>
          <a:p>
            <a:pPr>
              <a:buNone/>
            </a:pPr>
            <a:endParaRPr/>
          </a:p>
        </p:txBody>
      </p:sp>
      <p:sp>
        <p:nvSpPr>
          <p:cNvPr id="592" name="Freeform: Shape 591">
            <a:extLst>
              <a:ext uri="{FF2B5EF4-FFF2-40B4-BE49-F238E27FC236}">
                <a16:creationId xmlns:a16="http://schemas.microsoft.com/office/drawing/2014/main" id="{4B3BF30F-7B0C-4BAB-B653-181E409E56DB}"/>
              </a:ext>
            </a:extLst>
          </p:cNvPr>
          <p:cNvSpPr>
            <a:spLocks noGrp="1"/>
          </p:cNvSpPr>
          <p:nvPr/>
        </p:nvSpPr>
        <p:spPr>
          <a:xfrm>
            <a:off x="11826460" y="838352"/>
            <a:ext cx="12696" cy="634"/>
          </a:xfrm>
          <a:custGeom>
            <a:avLst/>
            <a:gdLst>
              <a:gd name="connsiteX0" fmla="*/ 0 w 12696"/>
              <a:gd name="connsiteY0" fmla="*/ 635 h 634"/>
              <a:gd name="connsiteX1" fmla="*/ 0 w 12696"/>
              <a:gd name="connsiteY1" fmla="*/ 635 h 634"/>
              <a:gd name="connsiteX2" fmla="*/ 0 w 12696"/>
              <a:gd name="connsiteY2" fmla="*/ 0 h 634"/>
            </a:gdLst>
            <a:ahLst/>
            <a:cxnLst/>
            <a:rect l="l" t="t" r="r" b="b"/>
            <a:pathLst>
              <a:path w="12696" h="634">
                <a:moveTo>
                  <a:pt x="0" y="635"/>
                </a:moveTo>
                <a:lnTo>
                  <a:pt x="0" y="635"/>
                </a:lnTo>
                <a:lnTo>
                  <a:pt x="0" y="0"/>
                </a:lnTo>
                <a:close/>
              </a:path>
            </a:pathLst>
          </a:custGeom>
          <a:solidFill>
            <a:srgbClr val="000000"/>
          </a:solidFill>
          <a:ln w="12690" cap="flat">
            <a:noFill/>
            <a:prstDash val="solid"/>
            <a:miter/>
          </a:ln>
        </p:spPr>
        <p:txBody>
          <a:bodyPr anchor="ctr"/>
          <a:lstStyle/>
          <a:p>
            <a:pPr>
              <a:buNone/>
            </a:pPr>
            <a:endParaRPr/>
          </a:p>
        </p:txBody>
      </p:sp>
      <p:sp>
        <p:nvSpPr>
          <p:cNvPr id="593" name="Freeform: Shape 592">
            <a:extLst>
              <a:ext uri="{FF2B5EF4-FFF2-40B4-BE49-F238E27FC236}">
                <a16:creationId xmlns:a16="http://schemas.microsoft.com/office/drawing/2014/main" id="{EC7A4833-191C-4412-BE9D-7206A7DB3E8A}"/>
              </a:ext>
            </a:extLst>
          </p:cNvPr>
          <p:cNvSpPr>
            <a:spLocks noGrp="1"/>
          </p:cNvSpPr>
          <p:nvPr/>
        </p:nvSpPr>
        <p:spPr>
          <a:xfrm>
            <a:off x="11445914" y="835812"/>
            <a:ext cx="381368" cy="311835"/>
          </a:xfrm>
          <a:custGeom>
            <a:avLst/>
            <a:gdLst>
              <a:gd name="connsiteX0" fmla="*/ 376102 w 381368"/>
              <a:gd name="connsiteY0" fmla="*/ 0 h 311835"/>
              <a:gd name="connsiteX1" fmla="*/ 375086 w 381368"/>
              <a:gd name="connsiteY1" fmla="*/ 0 h 311835"/>
              <a:gd name="connsiteX2" fmla="*/ 373943 w 381368"/>
              <a:gd name="connsiteY2" fmla="*/ 0 h 311835"/>
              <a:gd name="connsiteX3" fmla="*/ 372928 w 381368"/>
              <a:gd name="connsiteY3" fmla="*/ 0 h 311835"/>
              <a:gd name="connsiteX4" fmla="*/ 372928 w 381368"/>
              <a:gd name="connsiteY4" fmla="*/ 0 h 311835"/>
              <a:gd name="connsiteX5" fmla="*/ 365944 w 381368"/>
              <a:gd name="connsiteY5" fmla="*/ 5587 h 311835"/>
              <a:gd name="connsiteX6" fmla="*/ 3958 w 381368"/>
              <a:gd name="connsiteY6" fmla="*/ 301420 h 311835"/>
              <a:gd name="connsiteX7" fmla="*/ 1546 w 381368"/>
              <a:gd name="connsiteY7" fmla="*/ 303324 h 311835"/>
              <a:gd name="connsiteX8" fmla="*/ 1139 w 381368"/>
              <a:gd name="connsiteY8" fmla="*/ 309774 h 311835"/>
              <a:gd name="connsiteX9" fmla="*/ 1546 w 381368"/>
              <a:gd name="connsiteY9" fmla="*/ 310181 h 311835"/>
              <a:gd name="connsiteX10" fmla="*/ 5608 w 381368"/>
              <a:gd name="connsiteY10" fmla="*/ 311831 h 311835"/>
              <a:gd name="connsiteX11" fmla="*/ 8909 w 381368"/>
              <a:gd name="connsiteY11" fmla="*/ 310688 h 311835"/>
              <a:gd name="connsiteX12" fmla="*/ 8909 w 381368"/>
              <a:gd name="connsiteY12" fmla="*/ 310688 h 311835"/>
              <a:gd name="connsiteX13" fmla="*/ 10687 w 381368"/>
              <a:gd name="connsiteY13" fmla="*/ 309292 h 311835"/>
              <a:gd name="connsiteX14" fmla="*/ 370642 w 381368"/>
              <a:gd name="connsiteY14" fmla="*/ 16506 h 311835"/>
              <a:gd name="connsiteX15" fmla="*/ 379657 w 381368"/>
              <a:gd name="connsiteY15" fmla="*/ 9269 h 311835"/>
              <a:gd name="connsiteX16" fmla="*/ 381307 w 381368"/>
              <a:gd name="connsiteY16" fmla="*/ 4952 h 311835"/>
              <a:gd name="connsiteX17" fmla="*/ 381307 w 381368"/>
              <a:gd name="connsiteY17" fmla="*/ 4952 h 311835"/>
              <a:gd name="connsiteX18" fmla="*/ 381307 w 381368"/>
              <a:gd name="connsiteY18" fmla="*/ 4190 h 311835"/>
              <a:gd name="connsiteX19" fmla="*/ 381307 w 381368"/>
              <a:gd name="connsiteY19" fmla="*/ 3301 h 311835"/>
              <a:gd name="connsiteX20" fmla="*/ 381307 w 381368"/>
              <a:gd name="connsiteY20" fmla="*/ 3301 h 311835"/>
              <a:gd name="connsiteX21" fmla="*/ 381307 w 381368"/>
              <a:gd name="connsiteY21" fmla="*/ 3301 h 311835"/>
              <a:gd name="connsiteX22" fmla="*/ 381307 w 381368"/>
              <a:gd name="connsiteY22" fmla="*/ 3301 h 311835"/>
              <a:gd name="connsiteX23" fmla="*/ 380419 w 381368"/>
              <a:gd name="connsiteY23" fmla="*/ 3301 h 311835"/>
              <a:gd name="connsiteX24" fmla="*/ 380419 w 381368"/>
              <a:gd name="connsiteY24" fmla="*/ 3301 h 311835"/>
              <a:gd name="connsiteX25" fmla="*/ 379784 w 381368"/>
              <a:gd name="connsiteY25" fmla="*/ 3301 h 311835"/>
              <a:gd name="connsiteX26" fmla="*/ 378768 w 381368"/>
              <a:gd name="connsiteY26" fmla="*/ 3301 h 311835"/>
            </a:gdLst>
            <a:ahLst/>
            <a:cxnLst/>
            <a:rect l="l" t="t" r="r" b="b"/>
            <a:pathLst>
              <a:path w="381368" h="311835">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w="12690" cap="flat">
            <a:noFill/>
            <a:prstDash val="solid"/>
            <a:miter/>
          </a:ln>
        </p:spPr>
        <p:txBody>
          <a:bodyPr anchor="ctr"/>
          <a:lstStyle/>
          <a:p>
            <a:pPr>
              <a:buNone/>
            </a:pPr>
            <a:endParaRPr/>
          </a:p>
        </p:txBody>
      </p:sp>
      <p:sp>
        <p:nvSpPr>
          <p:cNvPr id="594" name="Freeform: Shape 593">
            <a:extLst>
              <a:ext uri="{FF2B5EF4-FFF2-40B4-BE49-F238E27FC236}">
                <a16:creationId xmlns:a16="http://schemas.microsoft.com/office/drawing/2014/main" id="{731C477D-FC59-4663-8F6C-458C450A099F}"/>
              </a:ext>
            </a:extLst>
          </p:cNvPr>
          <p:cNvSpPr>
            <a:spLocks noGrp="1"/>
          </p:cNvSpPr>
          <p:nvPr/>
        </p:nvSpPr>
        <p:spPr>
          <a:xfrm>
            <a:off x="11196570" y="1592028"/>
            <a:ext cx="116049" cy="89765"/>
          </a:xfrm>
          <a:custGeom>
            <a:avLst/>
            <a:gdLst>
              <a:gd name="connsiteX0" fmla="*/ 107034 w 116049"/>
              <a:gd name="connsiteY0" fmla="*/ 2285 h 89765"/>
              <a:gd name="connsiteX1" fmla="*/ 107034 w 116049"/>
              <a:gd name="connsiteY1" fmla="*/ 0 h 89765"/>
              <a:gd name="connsiteX2" fmla="*/ 0 w 116049"/>
              <a:gd name="connsiteY2" fmla="*/ 87099 h 89765"/>
              <a:gd name="connsiteX3" fmla="*/ 2793 w 116049"/>
              <a:gd name="connsiteY3" fmla="*/ 87734 h 89765"/>
              <a:gd name="connsiteX4" fmla="*/ 2793 w 116049"/>
              <a:gd name="connsiteY4" fmla="*/ 87734 h 89765"/>
              <a:gd name="connsiteX5" fmla="*/ 12950 w 116049"/>
              <a:gd name="connsiteY5" fmla="*/ 89766 h 89765"/>
              <a:gd name="connsiteX6" fmla="*/ 116049 w 116049"/>
              <a:gd name="connsiteY6" fmla="*/ 5840 h 89765"/>
              <a:gd name="connsiteX7" fmla="*/ 116049 w 116049"/>
              <a:gd name="connsiteY7" fmla="*/ 5840 h 89765"/>
              <a:gd name="connsiteX8" fmla="*/ 112367 w 116049"/>
              <a:gd name="connsiteY8" fmla="*/ 7110 h 89765"/>
              <a:gd name="connsiteX9" fmla="*/ 107034 w 116049"/>
              <a:gd name="connsiteY9" fmla="*/ 2285 h 89765"/>
            </a:gdLst>
            <a:ahLst/>
            <a:cxnLst/>
            <a:rect l="l" t="t" r="r" b="b"/>
            <a:pathLst>
              <a:path w="116049" h="89765">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w="12690" cap="flat">
            <a:noFill/>
            <a:prstDash val="solid"/>
            <a:miter/>
          </a:ln>
        </p:spPr>
        <p:txBody>
          <a:bodyPr anchor="ctr"/>
          <a:lstStyle/>
          <a:p>
            <a:pPr>
              <a:buNone/>
            </a:pPr>
            <a:endParaRPr/>
          </a:p>
        </p:txBody>
      </p:sp>
      <p:sp>
        <p:nvSpPr>
          <p:cNvPr id="595" name="Freeform: Shape 594">
            <a:extLst>
              <a:ext uri="{FF2B5EF4-FFF2-40B4-BE49-F238E27FC236}">
                <a16:creationId xmlns:a16="http://schemas.microsoft.com/office/drawing/2014/main" id="{0A8CF1FF-C7A4-47D3-9914-232F1747CB92}"/>
              </a:ext>
            </a:extLst>
          </p:cNvPr>
          <p:cNvSpPr>
            <a:spLocks noGrp="1"/>
          </p:cNvSpPr>
          <p:nvPr/>
        </p:nvSpPr>
        <p:spPr>
          <a:xfrm>
            <a:off x="11050176" y="1181925"/>
            <a:ext cx="10665" cy="468889"/>
          </a:xfrm>
          <a:custGeom>
            <a:avLst/>
            <a:gdLst>
              <a:gd name="connsiteX0" fmla="*/ 8761 w 10665"/>
              <a:gd name="connsiteY0" fmla="*/ 1524 h 468889"/>
              <a:gd name="connsiteX1" fmla="*/ 7237 w 10665"/>
              <a:gd name="connsiteY1" fmla="*/ 2412 h 468889"/>
              <a:gd name="connsiteX2" fmla="*/ 5460 w 10665"/>
              <a:gd name="connsiteY2" fmla="*/ 2412 h 468889"/>
              <a:gd name="connsiteX3" fmla="*/ 3683 w 10665"/>
              <a:gd name="connsiteY3" fmla="*/ 2412 h 468889"/>
              <a:gd name="connsiteX4" fmla="*/ 0 w 10665"/>
              <a:gd name="connsiteY4" fmla="*/ 1270 h 468889"/>
              <a:gd name="connsiteX5" fmla="*/ 0 w 10665"/>
              <a:gd name="connsiteY5" fmla="*/ 466604 h 468889"/>
              <a:gd name="connsiteX6" fmla="*/ 6603 w 10665"/>
              <a:gd name="connsiteY6" fmla="*/ 468001 h 468889"/>
              <a:gd name="connsiteX7" fmla="*/ 6603 w 10665"/>
              <a:gd name="connsiteY7" fmla="*/ 468001 h 468889"/>
              <a:gd name="connsiteX8" fmla="*/ 10666 w 10665"/>
              <a:gd name="connsiteY8" fmla="*/ 468889 h 468889"/>
              <a:gd name="connsiteX9" fmla="*/ 10666 w 10665"/>
              <a:gd name="connsiteY9" fmla="*/ 0 h 468889"/>
              <a:gd name="connsiteX10" fmla="*/ 8888 w 10665"/>
              <a:gd name="connsiteY10" fmla="*/ 1397 h 468889"/>
            </a:gdLst>
            <a:ahLst/>
            <a:cxnLst/>
            <a:rect l="l" t="t" r="r" b="b"/>
            <a:pathLst>
              <a:path w="10665" h="468889">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w="12690" cap="flat">
            <a:noFill/>
            <a:prstDash val="solid"/>
            <a:miter/>
          </a:ln>
        </p:spPr>
        <p:txBody>
          <a:bodyPr anchor="ctr"/>
          <a:lstStyle/>
          <a:p>
            <a:pPr>
              <a:buNone/>
            </a:pPr>
            <a:endParaRPr/>
          </a:p>
        </p:txBody>
      </p:sp>
      <p:sp>
        <p:nvSpPr>
          <p:cNvPr id="596" name="Freeform: Shape 595">
            <a:extLst>
              <a:ext uri="{FF2B5EF4-FFF2-40B4-BE49-F238E27FC236}">
                <a16:creationId xmlns:a16="http://schemas.microsoft.com/office/drawing/2014/main" id="{4FA93D4E-4F58-425A-A7D3-CC83EB6AACDB}"/>
              </a:ext>
            </a:extLst>
          </p:cNvPr>
          <p:cNvSpPr>
            <a:spLocks noGrp="1"/>
          </p:cNvSpPr>
          <p:nvPr/>
        </p:nvSpPr>
        <p:spPr>
          <a:xfrm>
            <a:off x="10633409" y="1048107"/>
            <a:ext cx="422100" cy="135562"/>
          </a:xfrm>
          <a:custGeom>
            <a:avLst/>
            <a:gdLst>
              <a:gd name="connsiteX0" fmla="*/ 5517 w 422100"/>
              <a:gd name="connsiteY0" fmla="*/ 248 h 135562"/>
              <a:gd name="connsiteX1" fmla="*/ 57 w 422100"/>
              <a:gd name="connsiteY1" fmla="*/ 1390 h 135562"/>
              <a:gd name="connsiteX2" fmla="*/ 57 w 422100"/>
              <a:gd name="connsiteY2" fmla="*/ 2279 h 135562"/>
              <a:gd name="connsiteX3" fmla="*/ 57 w 422100"/>
              <a:gd name="connsiteY3" fmla="*/ 3168 h 135562"/>
              <a:gd name="connsiteX4" fmla="*/ 57 w 422100"/>
              <a:gd name="connsiteY4" fmla="*/ 3930 h 135562"/>
              <a:gd name="connsiteX5" fmla="*/ 57 w 422100"/>
              <a:gd name="connsiteY5" fmla="*/ 4945 h 135562"/>
              <a:gd name="connsiteX6" fmla="*/ 57 w 422100"/>
              <a:gd name="connsiteY6" fmla="*/ 5834 h 135562"/>
              <a:gd name="connsiteX7" fmla="*/ 57 w 422100"/>
              <a:gd name="connsiteY7" fmla="*/ 6850 h 135562"/>
              <a:gd name="connsiteX8" fmla="*/ 57 w 422100"/>
              <a:gd name="connsiteY8" fmla="*/ 7612 h 135562"/>
              <a:gd name="connsiteX9" fmla="*/ 57 w 422100"/>
              <a:gd name="connsiteY9" fmla="*/ 8374 h 135562"/>
              <a:gd name="connsiteX10" fmla="*/ 1073 w 422100"/>
              <a:gd name="connsiteY10" fmla="*/ 9008 h 135562"/>
              <a:gd name="connsiteX11" fmla="*/ 1962 w 422100"/>
              <a:gd name="connsiteY11" fmla="*/ 9008 h 135562"/>
              <a:gd name="connsiteX12" fmla="*/ 1962 w 422100"/>
              <a:gd name="connsiteY12" fmla="*/ 9008 h 135562"/>
              <a:gd name="connsiteX13" fmla="*/ 9072 w 422100"/>
              <a:gd name="connsiteY13" fmla="*/ 11167 h 135562"/>
              <a:gd name="connsiteX14" fmla="*/ 416640 w 422100"/>
              <a:gd name="connsiteY14" fmla="*/ 134325 h 135562"/>
              <a:gd name="connsiteX15" fmla="*/ 420322 w 422100"/>
              <a:gd name="connsiteY15" fmla="*/ 135468 h 135562"/>
              <a:gd name="connsiteX16" fmla="*/ 422100 w 422100"/>
              <a:gd name="connsiteY16" fmla="*/ 135468 h 135562"/>
              <a:gd name="connsiteX17" fmla="*/ 418037 w 422100"/>
              <a:gd name="connsiteY17" fmla="*/ 133817 h 135562"/>
              <a:gd name="connsiteX18" fmla="*/ 417630 w 422100"/>
              <a:gd name="connsiteY18" fmla="*/ 127367 h 135562"/>
              <a:gd name="connsiteX19" fmla="*/ 418037 w 422100"/>
              <a:gd name="connsiteY19" fmla="*/ 126961 h 135562"/>
              <a:gd name="connsiteX20" fmla="*/ 420322 w 422100"/>
              <a:gd name="connsiteY20" fmla="*/ 125056 h 135562"/>
              <a:gd name="connsiteX21" fmla="*/ 14024 w 422100"/>
              <a:gd name="connsiteY21" fmla="*/ 2152 h 135562"/>
            </a:gdLst>
            <a:ahLst/>
            <a:cxnLst/>
            <a:rect l="l" t="t" r="r" b="b"/>
            <a:pathLst>
              <a:path w="422100" h="135562">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w="12690" cap="flat">
            <a:noFill/>
            <a:prstDash val="solid"/>
            <a:miter/>
          </a:ln>
        </p:spPr>
        <p:txBody>
          <a:bodyPr anchor="ctr"/>
          <a:lstStyle/>
          <a:p>
            <a:pPr>
              <a:buNone/>
            </a:pPr>
            <a:endParaRPr/>
          </a:p>
        </p:txBody>
      </p:sp>
      <p:sp>
        <p:nvSpPr>
          <p:cNvPr id="597" name="Freeform: Shape 596">
            <a:extLst>
              <a:ext uri="{FF2B5EF4-FFF2-40B4-BE49-F238E27FC236}">
                <a16:creationId xmlns:a16="http://schemas.microsoft.com/office/drawing/2014/main" id="{85E7C36D-DA35-4CAD-8A69-F15DFF0CBC58}"/>
              </a:ext>
            </a:extLst>
          </p:cNvPr>
          <p:cNvSpPr>
            <a:spLocks noGrp="1"/>
          </p:cNvSpPr>
          <p:nvPr/>
        </p:nvSpPr>
        <p:spPr>
          <a:xfrm>
            <a:off x="11313889" y="970651"/>
            <a:ext cx="12696" cy="761"/>
          </a:xfrm>
          <a:custGeom>
            <a:avLst/>
            <a:gdLst>
              <a:gd name="connsiteX0" fmla="*/ 0 w 12696"/>
              <a:gd name="connsiteY0" fmla="*/ 762 h 761"/>
              <a:gd name="connsiteX1" fmla="*/ 0 w 12696"/>
              <a:gd name="connsiteY1" fmla="*/ 0 h 761"/>
              <a:gd name="connsiteX2" fmla="*/ 0 w 12696"/>
              <a:gd name="connsiteY2" fmla="*/ 0 h 761"/>
            </a:gdLst>
            <a:ahLst/>
            <a:cxnLst/>
            <a:rect l="l" t="t" r="r" b="b"/>
            <a:pathLst>
              <a:path w="12696" h="761">
                <a:moveTo>
                  <a:pt x="0" y="762"/>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598" name="Freeform: Shape 597">
            <a:extLst>
              <a:ext uri="{FF2B5EF4-FFF2-40B4-BE49-F238E27FC236}">
                <a16:creationId xmlns:a16="http://schemas.microsoft.com/office/drawing/2014/main" id="{BE552C46-0DB1-4BC6-A93B-636D23778941}"/>
              </a:ext>
            </a:extLst>
          </p:cNvPr>
          <p:cNvSpPr>
            <a:spLocks noGrp="1"/>
          </p:cNvSpPr>
          <p:nvPr/>
        </p:nvSpPr>
        <p:spPr>
          <a:xfrm>
            <a:off x="11311984" y="969890"/>
            <a:ext cx="761" cy="12696"/>
          </a:xfrm>
          <a:custGeom>
            <a:avLst/>
            <a:gdLst>
              <a:gd name="connsiteX0" fmla="*/ 762 w 761"/>
              <a:gd name="connsiteY0" fmla="*/ 0 h 12696"/>
              <a:gd name="connsiteX1" fmla="*/ 0 w 761"/>
              <a:gd name="connsiteY1" fmla="*/ 0 h 12696"/>
              <a:gd name="connsiteX2" fmla="*/ 0 w 761"/>
              <a:gd name="connsiteY2" fmla="*/ 0 h 12696"/>
            </a:gdLst>
            <a:ahLst/>
            <a:cxnLst/>
            <a:rect l="l" t="t" r="r" b="b"/>
            <a:pathLst>
              <a:path w="761" h="12696">
                <a:moveTo>
                  <a:pt x="762"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599" name="Freeform: Shape 598">
            <a:extLst>
              <a:ext uri="{FF2B5EF4-FFF2-40B4-BE49-F238E27FC236}">
                <a16:creationId xmlns:a16="http://schemas.microsoft.com/office/drawing/2014/main" id="{F6140378-FDFB-4031-A37C-0834971DC2B1}"/>
              </a:ext>
            </a:extLst>
          </p:cNvPr>
          <p:cNvSpPr>
            <a:spLocks noGrp="1"/>
          </p:cNvSpPr>
          <p:nvPr/>
        </p:nvSpPr>
        <p:spPr>
          <a:xfrm>
            <a:off x="11314396" y="972429"/>
            <a:ext cx="12696" cy="761"/>
          </a:xfrm>
          <a:custGeom>
            <a:avLst/>
            <a:gdLst>
              <a:gd name="connsiteX0" fmla="*/ 0 w 12696"/>
              <a:gd name="connsiteY0" fmla="*/ 762 h 761"/>
              <a:gd name="connsiteX1" fmla="*/ 0 w 12696"/>
              <a:gd name="connsiteY1" fmla="*/ 0 h 761"/>
              <a:gd name="connsiteX2" fmla="*/ 0 w 12696"/>
              <a:gd name="connsiteY2" fmla="*/ 0 h 761"/>
              <a:gd name="connsiteX3" fmla="*/ 0 w 12696"/>
              <a:gd name="connsiteY3" fmla="*/ 762 h 761"/>
            </a:gdLst>
            <a:ahLst/>
            <a:cxnLst/>
            <a:rect l="l" t="t" r="r" b="b"/>
            <a:pathLst>
              <a:path w="12696" h="761">
                <a:moveTo>
                  <a:pt x="0" y="762"/>
                </a:moveTo>
                <a:cubicBezTo>
                  <a:pt x="0" y="762"/>
                  <a:pt x="0" y="762"/>
                  <a:pt x="0" y="0"/>
                </a:cubicBezTo>
                <a:lnTo>
                  <a:pt x="0" y="0"/>
                </a:lnTo>
                <a:cubicBezTo>
                  <a:pt x="0" y="0"/>
                  <a:pt x="0" y="635"/>
                  <a:pt x="0" y="762"/>
                </a:cubicBezTo>
                <a:close/>
              </a:path>
            </a:pathLst>
          </a:custGeom>
          <a:solidFill>
            <a:srgbClr val="000000"/>
          </a:solidFill>
          <a:ln w="12690" cap="flat">
            <a:noFill/>
            <a:prstDash val="solid"/>
            <a:miter/>
          </a:ln>
        </p:spPr>
        <p:txBody>
          <a:bodyPr anchor="ctr"/>
          <a:lstStyle/>
          <a:p>
            <a:pPr>
              <a:buNone/>
            </a:pPr>
            <a:endParaRPr/>
          </a:p>
        </p:txBody>
      </p:sp>
      <p:sp>
        <p:nvSpPr>
          <p:cNvPr id="600" name="Freeform: Shape 599">
            <a:extLst>
              <a:ext uri="{FF2B5EF4-FFF2-40B4-BE49-F238E27FC236}">
                <a16:creationId xmlns:a16="http://schemas.microsoft.com/office/drawing/2014/main" id="{040D2034-7E6D-47A8-BAC2-ACD318784616}"/>
              </a:ext>
            </a:extLst>
          </p:cNvPr>
          <p:cNvSpPr>
            <a:spLocks noGrp="1"/>
          </p:cNvSpPr>
          <p:nvPr/>
        </p:nvSpPr>
        <p:spPr>
          <a:xfrm>
            <a:off x="10889434" y="843049"/>
            <a:ext cx="420391" cy="132553"/>
          </a:xfrm>
          <a:custGeom>
            <a:avLst/>
            <a:gdLst>
              <a:gd name="connsiteX0" fmla="*/ 6729 w 420391"/>
              <a:gd name="connsiteY0" fmla="*/ 5459 h 132553"/>
              <a:gd name="connsiteX1" fmla="*/ 1651 w 420391"/>
              <a:gd name="connsiteY1" fmla="*/ 8888 h 132553"/>
              <a:gd name="connsiteX2" fmla="*/ 0 w 420391"/>
              <a:gd name="connsiteY2" fmla="*/ 8888 h 132553"/>
              <a:gd name="connsiteX3" fmla="*/ 2920 w 420391"/>
              <a:gd name="connsiteY3" fmla="*/ 9777 h 132553"/>
              <a:gd name="connsiteX4" fmla="*/ 409218 w 420391"/>
              <a:gd name="connsiteY4" fmla="*/ 132554 h 132553"/>
              <a:gd name="connsiteX5" fmla="*/ 416074 w 420391"/>
              <a:gd name="connsiteY5" fmla="*/ 126967 h 132553"/>
              <a:gd name="connsiteX6" fmla="*/ 416074 w 420391"/>
              <a:gd name="connsiteY6" fmla="*/ 126967 h 132553"/>
              <a:gd name="connsiteX7" fmla="*/ 417217 w 420391"/>
              <a:gd name="connsiteY7" fmla="*/ 126967 h 132553"/>
              <a:gd name="connsiteX8" fmla="*/ 418233 w 420391"/>
              <a:gd name="connsiteY8" fmla="*/ 126967 h 132553"/>
              <a:gd name="connsiteX9" fmla="*/ 419249 w 420391"/>
              <a:gd name="connsiteY9" fmla="*/ 126967 h 132553"/>
              <a:gd name="connsiteX10" fmla="*/ 420392 w 420391"/>
              <a:gd name="connsiteY10" fmla="*/ 126967 h 132553"/>
              <a:gd name="connsiteX11" fmla="*/ 420392 w 420391"/>
              <a:gd name="connsiteY11" fmla="*/ 126967 h 132553"/>
              <a:gd name="connsiteX12" fmla="*/ 2540 w 420391"/>
              <a:gd name="connsiteY12" fmla="*/ 0 h 132553"/>
              <a:gd name="connsiteX13" fmla="*/ 6742 w 420391"/>
              <a:gd name="connsiteY13" fmla="*/ 5371 h 132553"/>
              <a:gd name="connsiteX14" fmla="*/ 6729 w 420391"/>
              <a:gd name="connsiteY14" fmla="*/ 5459 h 132553"/>
            </a:gdLst>
            <a:ahLst/>
            <a:cxnLst/>
            <a:rect l="l" t="t" r="r" b="b"/>
            <a:pathLst>
              <a:path w="420391" h="132553">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w="12690" cap="flat">
            <a:noFill/>
            <a:prstDash val="solid"/>
            <a:miter/>
          </a:ln>
        </p:spPr>
        <p:txBody>
          <a:bodyPr anchor="ctr"/>
          <a:lstStyle/>
          <a:p>
            <a:pPr>
              <a:buNone/>
            </a:pPr>
            <a:endParaRPr/>
          </a:p>
        </p:txBody>
      </p:sp>
      <p:sp>
        <p:nvSpPr>
          <p:cNvPr id="601" name="Freeform: Shape 600">
            <a:extLst>
              <a:ext uri="{FF2B5EF4-FFF2-40B4-BE49-F238E27FC236}">
                <a16:creationId xmlns:a16="http://schemas.microsoft.com/office/drawing/2014/main" id="{1A6DB887-4D10-4528-AE08-66E71BBF71D9}"/>
              </a:ext>
            </a:extLst>
          </p:cNvPr>
          <p:cNvSpPr>
            <a:spLocks noGrp="1"/>
          </p:cNvSpPr>
          <p:nvPr/>
        </p:nvSpPr>
        <p:spPr>
          <a:xfrm>
            <a:off x="11051043" y="969382"/>
            <a:ext cx="254846" cy="214828"/>
          </a:xfrm>
          <a:custGeom>
            <a:avLst/>
            <a:gdLst>
              <a:gd name="connsiteX0" fmla="*/ 254847 w 254846"/>
              <a:gd name="connsiteY0" fmla="*/ 0 h 214828"/>
              <a:gd name="connsiteX1" fmla="*/ 254847 w 254846"/>
              <a:gd name="connsiteY1" fmla="*/ 0 h 214828"/>
              <a:gd name="connsiteX2" fmla="*/ 247991 w 254846"/>
              <a:gd name="connsiteY2" fmla="*/ 5587 h 214828"/>
              <a:gd name="connsiteX3" fmla="*/ 3830 w 254846"/>
              <a:gd name="connsiteY3" fmla="*/ 204417 h 214828"/>
              <a:gd name="connsiteX4" fmla="*/ 1545 w 254846"/>
              <a:gd name="connsiteY4" fmla="*/ 206321 h 214828"/>
              <a:gd name="connsiteX5" fmla="*/ 1139 w 254846"/>
              <a:gd name="connsiteY5" fmla="*/ 212771 h 214828"/>
              <a:gd name="connsiteX6" fmla="*/ 1545 w 254846"/>
              <a:gd name="connsiteY6" fmla="*/ 213178 h 214828"/>
              <a:gd name="connsiteX7" fmla="*/ 5608 w 254846"/>
              <a:gd name="connsiteY7" fmla="*/ 214828 h 214828"/>
              <a:gd name="connsiteX8" fmla="*/ 7386 w 254846"/>
              <a:gd name="connsiteY8" fmla="*/ 214828 h 214828"/>
              <a:gd name="connsiteX9" fmla="*/ 8909 w 254846"/>
              <a:gd name="connsiteY9" fmla="*/ 213940 h 214828"/>
              <a:gd name="connsiteX10" fmla="*/ 8909 w 254846"/>
              <a:gd name="connsiteY10" fmla="*/ 213940 h 214828"/>
              <a:gd name="connsiteX11" fmla="*/ 10687 w 254846"/>
              <a:gd name="connsiteY11" fmla="*/ 212543 h 214828"/>
              <a:gd name="connsiteX12" fmla="*/ 252562 w 254846"/>
              <a:gd name="connsiteY12" fmla="*/ 15490 h 214828"/>
              <a:gd name="connsiteX13" fmla="*/ 252562 w 254846"/>
              <a:gd name="connsiteY13" fmla="*/ 4571 h 214828"/>
              <a:gd name="connsiteX14" fmla="*/ 254847 w 254846"/>
              <a:gd name="connsiteY14" fmla="*/ 0 h 214828"/>
            </a:gdLst>
            <a:ahLst/>
            <a:cxnLst/>
            <a:rect l="l" t="t" r="r" b="b"/>
            <a:pathLst>
              <a:path w="254846" h="214828">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w="12690" cap="flat">
            <a:noFill/>
            <a:prstDash val="solid"/>
            <a:miter/>
          </a:ln>
        </p:spPr>
        <p:txBody>
          <a:bodyPr anchor="ctr"/>
          <a:lstStyle/>
          <a:p>
            <a:pPr>
              <a:buNone/>
            </a:pPr>
            <a:endParaRPr/>
          </a:p>
        </p:txBody>
      </p:sp>
      <p:sp>
        <p:nvSpPr>
          <p:cNvPr id="602" name="Freeform: Shape 601">
            <a:extLst>
              <a:ext uri="{FF2B5EF4-FFF2-40B4-BE49-F238E27FC236}">
                <a16:creationId xmlns:a16="http://schemas.microsoft.com/office/drawing/2014/main" id="{43D53B88-0CC9-4C2E-8D81-2ED89E137BEA}"/>
              </a:ext>
            </a:extLst>
          </p:cNvPr>
          <p:cNvSpPr>
            <a:spLocks noGrp="1"/>
          </p:cNvSpPr>
          <p:nvPr/>
        </p:nvSpPr>
        <p:spPr>
          <a:xfrm>
            <a:off x="11314269" y="971413"/>
            <a:ext cx="57" cy="1015"/>
          </a:xfrm>
          <a:custGeom>
            <a:avLst/>
            <a:gdLst>
              <a:gd name="connsiteX0" fmla="*/ 0 w 57"/>
              <a:gd name="connsiteY0" fmla="*/ 762 h 1015"/>
              <a:gd name="connsiteX1" fmla="*/ 0 w 57"/>
              <a:gd name="connsiteY1" fmla="*/ 0 h 1015"/>
              <a:gd name="connsiteX2" fmla="*/ 0 w 57"/>
              <a:gd name="connsiteY2" fmla="*/ 1016 h 1015"/>
            </a:gdLst>
            <a:ahLst/>
            <a:cxnLst/>
            <a:rect l="l" t="t" r="r" b="b"/>
            <a:pathLst>
              <a:path w="57" h="1015">
                <a:moveTo>
                  <a:pt x="0" y="762"/>
                </a:moveTo>
                <a:cubicBezTo>
                  <a:pt x="0" y="762"/>
                  <a:pt x="0" y="762"/>
                  <a:pt x="0" y="0"/>
                </a:cubicBezTo>
                <a:cubicBezTo>
                  <a:pt x="77" y="330"/>
                  <a:pt x="77" y="686"/>
                  <a:pt x="0" y="1016"/>
                </a:cubicBezTo>
                <a:close/>
              </a:path>
            </a:pathLst>
          </a:custGeom>
          <a:solidFill>
            <a:srgbClr val="000000"/>
          </a:solidFill>
          <a:ln w="12690" cap="flat">
            <a:noFill/>
            <a:prstDash val="solid"/>
            <a:miter/>
          </a:ln>
        </p:spPr>
        <p:txBody>
          <a:bodyPr anchor="ctr"/>
          <a:lstStyle/>
          <a:p>
            <a:pPr>
              <a:buNone/>
            </a:pPr>
            <a:endParaRPr/>
          </a:p>
        </p:txBody>
      </p:sp>
      <p:sp>
        <p:nvSpPr>
          <p:cNvPr id="603" name="Freeform: Shape 602">
            <a:extLst>
              <a:ext uri="{FF2B5EF4-FFF2-40B4-BE49-F238E27FC236}">
                <a16:creationId xmlns:a16="http://schemas.microsoft.com/office/drawing/2014/main" id="{6450B234-A296-4771-B7D8-B2E5D74E20C2}"/>
              </a:ext>
            </a:extLst>
          </p:cNvPr>
          <p:cNvSpPr>
            <a:spLocks noGrp="1"/>
          </p:cNvSpPr>
          <p:nvPr/>
        </p:nvSpPr>
        <p:spPr>
          <a:xfrm>
            <a:off x="11311222" y="969382"/>
            <a:ext cx="761" cy="12696"/>
          </a:xfrm>
          <a:custGeom>
            <a:avLst/>
            <a:gdLst>
              <a:gd name="connsiteX0" fmla="*/ 762 w 761"/>
              <a:gd name="connsiteY0" fmla="*/ 0 h 12696"/>
              <a:gd name="connsiteX1" fmla="*/ 0 w 761"/>
              <a:gd name="connsiteY1" fmla="*/ 0 h 12696"/>
              <a:gd name="connsiteX2" fmla="*/ 762 w 761"/>
              <a:gd name="connsiteY2" fmla="*/ 0 h 12696"/>
            </a:gdLst>
            <a:ahLst/>
            <a:cxnLst/>
            <a:rect l="l" t="t" r="r" b="b"/>
            <a:pathLst>
              <a:path w="761" h="12696">
                <a:moveTo>
                  <a:pt x="762" y="0"/>
                </a:moveTo>
                <a:cubicBezTo>
                  <a:pt x="762" y="0"/>
                  <a:pt x="762" y="0"/>
                  <a:pt x="0" y="0"/>
                </a:cubicBezTo>
                <a:lnTo>
                  <a:pt x="762" y="0"/>
                </a:lnTo>
                <a:close/>
              </a:path>
            </a:pathLst>
          </a:custGeom>
          <a:solidFill>
            <a:srgbClr val="000000"/>
          </a:solidFill>
          <a:ln w="12690" cap="flat">
            <a:noFill/>
            <a:prstDash val="solid"/>
            <a:miter/>
          </a:ln>
        </p:spPr>
        <p:txBody>
          <a:bodyPr anchor="ctr"/>
          <a:lstStyle/>
          <a:p>
            <a:pPr>
              <a:buNone/>
            </a:pPr>
            <a:endParaRPr/>
          </a:p>
        </p:txBody>
      </p:sp>
      <p:sp>
        <p:nvSpPr>
          <p:cNvPr id="604" name="Freeform: Shape 603">
            <a:extLst>
              <a:ext uri="{FF2B5EF4-FFF2-40B4-BE49-F238E27FC236}">
                <a16:creationId xmlns:a16="http://schemas.microsoft.com/office/drawing/2014/main" id="{D31C1287-2B78-4D81-A929-C72993856B18}"/>
              </a:ext>
            </a:extLst>
          </p:cNvPr>
          <p:cNvSpPr>
            <a:spLocks noGrp="1"/>
          </p:cNvSpPr>
          <p:nvPr/>
        </p:nvSpPr>
        <p:spPr>
          <a:xfrm>
            <a:off x="11313381" y="970651"/>
            <a:ext cx="12696" cy="761"/>
          </a:xfrm>
          <a:custGeom>
            <a:avLst/>
            <a:gdLst>
              <a:gd name="connsiteX0" fmla="*/ 0 w 12696"/>
              <a:gd name="connsiteY0" fmla="*/ 0 h 761"/>
              <a:gd name="connsiteX1" fmla="*/ 0 w 12696"/>
              <a:gd name="connsiteY1" fmla="*/ 0 h 761"/>
              <a:gd name="connsiteX2" fmla="*/ 0 w 12696"/>
              <a:gd name="connsiteY2" fmla="*/ 0 h 761"/>
              <a:gd name="connsiteX3" fmla="*/ 0 w 12696"/>
              <a:gd name="connsiteY3" fmla="*/ 762 h 761"/>
            </a:gdLst>
            <a:ahLst/>
            <a:cxnLst/>
            <a:rect l="l" t="t" r="r" b="b"/>
            <a:pathLst>
              <a:path w="12696" h="761">
                <a:moveTo>
                  <a:pt x="0" y="0"/>
                </a:moveTo>
                <a:cubicBezTo>
                  <a:pt x="0" y="0"/>
                  <a:pt x="0" y="0"/>
                  <a:pt x="0" y="0"/>
                </a:cubicBezTo>
                <a:lnTo>
                  <a:pt x="0" y="0"/>
                </a:lnTo>
                <a:lnTo>
                  <a:pt x="0" y="762"/>
                </a:lnTo>
                <a:close/>
              </a:path>
            </a:pathLst>
          </a:custGeom>
          <a:solidFill>
            <a:srgbClr val="000000"/>
          </a:solidFill>
          <a:ln w="12690" cap="flat">
            <a:noFill/>
            <a:prstDash val="solid"/>
            <a:miter/>
          </a:ln>
        </p:spPr>
        <p:txBody>
          <a:bodyPr anchor="ctr"/>
          <a:lstStyle/>
          <a:p>
            <a:pPr>
              <a:buNone/>
            </a:pPr>
            <a:endParaRPr/>
          </a:p>
        </p:txBody>
      </p:sp>
      <p:sp>
        <p:nvSpPr>
          <p:cNvPr id="605" name="Freeform: Shape 604">
            <a:extLst>
              <a:ext uri="{FF2B5EF4-FFF2-40B4-BE49-F238E27FC236}">
                <a16:creationId xmlns:a16="http://schemas.microsoft.com/office/drawing/2014/main" id="{33F8F802-FCE8-4FE3-8704-39D2B5FADC89}"/>
              </a:ext>
            </a:extLst>
          </p:cNvPr>
          <p:cNvSpPr>
            <a:spLocks noGrp="1"/>
          </p:cNvSpPr>
          <p:nvPr/>
        </p:nvSpPr>
        <p:spPr>
          <a:xfrm>
            <a:off x="12075476" y="495174"/>
            <a:ext cx="115128" cy="42392"/>
          </a:xfrm>
          <a:custGeom>
            <a:avLst/>
            <a:gdLst>
              <a:gd name="connsiteX0" fmla="*/ 6951 w 115128"/>
              <a:gd name="connsiteY0" fmla="*/ 239 h 42392"/>
              <a:gd name="connsiteX1" fmla="*/ 95 w 115128"/>
              <a:gd name="connsiteY1" fmla="*/ 3413 h 42392"/>
              <a:gd name="connsiteX2" fmla="*/ 95 w 115128"/>
              <a:gd name="connsiteY2" fmla="*/ 5064 h 42392"/>
              <a:gd name="connsiteX3" fmla="*/ 95 w 115128"/>
              <a:gd name="connsiteY3" fmla="*/ 6080 h 42392"/>
              <a:gd name="connsiteX4" fmla="*/ 95 w 115128"/>
              <a:gd name="connsiteY4" fmla="*/ 6968 h 42392"/>
              <a:gd name="connsiteX5" fmla="*/ 730 w 115128"/>
              <a:gd name="connsiteY5" fmla="*/ 7730 h 42392"/>
              <a:gd name="connsiteX6" fmla="*/ 730 w 115128"/>
              <a:gd name="connsiteY6" fmla="*/ 8492 h 42392"/>
              <a:gd name="connsiteX7" fmla="*/ 1492 w 115128"/>
              <a:gd name="connsiteY7" fmla="*/ 8492 h 42392"/>
              <a:gd name="connsiteX8" fmla="*/ 2508 w 115128"/>
              <a:gd name="connsiteY8" fmla="*/ 8492 h 42392"/>
              <a:gd name="connsiteX9" fmla="*/ 2508 w 115128"/>
              <a:gd name="connsiteY9" fmla="*/ 8492 h 42392"/>
              <a:gd name="connsiteX10" fmla="*/ 115129 w 115128"/>
              <a:gd name="connsiteY10" fmla="*/ 42392 h 42392"/>
              <a:gd name="connsiteX11" fmla="*/ 115129 w 115128"/>
              <a:gd name="connsiteY11" fmla="*/ 32108 h 42392"/>
              <a:gd name="connsiteX12" fmla="*/ 9618 w 115128"/>
              <a:gd name="connsiteY12" fmla="*/ 239 h 42392"/>
            </a:gdLst>
            <a:ahLst/>
            <a:cxnLst/>
            <a:rect l="l" t="t" r="r" b="b"/>
            <a:pathLst>
              <a:path w="115128" h="42392">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w="12690" cap="flat">
            <a:noFill/>
            <a:prstDash val="solid"/>
            <a:miter/>
          </a:ln>
        </p:spPr>
        <p:txBody>
          <a:bodyPr anchor="ctr"/>
          <a:lstStyle/>
          <a:p>
            <a:pPr>
              <a:buNone/>
            </a:pPr>
            <a:endParaRPr/>
          </a:p>
        </p:txBody>
      </p:sp>
      <p:sp>
        <p:nvSpPr>
          <p:cNvPr id="606" name="Freeform: Shape 605">
            <a:extLst>
              <a:ext uri="{FF2B5EF4-FFF2-40B4-BE49-F238E27FC236}">
                <a16:creationId xmlns:a16="http://schemas.microsoft.com/office/drawing/2014/main" id="{00F383F2-495A-4D04-8C0B-5CD541B370FC}"/>
              </a:ext>
            </a:extLst>
          </p:cNvPr>
          <p:cNvSpPr>
            <a:spLocks noGrp="1"/>
          </p:cNvSpPr>
          <p:nvPr/>
        </p:nvSpPr>
        <p:spPr>
          <a:xfrm>
            <a:off x="12076276" y="81349"/>
            <a:ext cx="115217" cy="42813"/>
          </a:xfrm>
          <a:custGeom>
            <a:avLst/>
            <a:gdLst>
              <a:gd name="connsiteX0" fmla="*/ 6151 w 115217"/>
              <a:gd name="connsiteY0" fmla="*/ 279 h 42813"/>
              <a:gd name="connsiteX1" fmla="*/ 692 w 115217"/>
              <a:gd name="connsiteY1" fmla="*/ 1422 h 42813"/>
              <a:gd name="connsiteX2" fmla="*/ 57 w 115217"/>
              <a:gd name="connsiteY2" fmla="*/ 2311 h 42813"/>
              <a:gd name="connsiteX3" fmla="*/ 57 w 115217"/>
              <a:gd name="connsiteY3" fmla="*/ 3073 h 42813"/>
              <a:gd name="connsiteX4" fmla="*/ 57 w 115217"/>
              <a:gd name="connsiteY4" fmla="*/ 3073 h 42813"/>
              <a:gd name="connsiteX5" fmla="*/ 57 w 115217"/>
              <a:gd name="connsiteY5" fmla="*/ 3708 h 42813"/>
              <a:gd name="connsiteX6" fmla="*/ 57 w 115217"/>
              <a:gd name="connsiteY6" fmla="*/ 4723 h 42813"/>
              <a:gd name="connsiteX7" fmla="*/ 57 w 115217"/>
              <a:gd name="connsiteY7" fmla="*/ 5612 h 42813"/>
              <a:gd name="connsiteX8" fmla="*/ 57 w 115217"/>
              <a:gd name="connsiteY8" fmla="*/ 6501 h 42813"/>
              <a:gd name="connsiteX9" fmla="*/ 57 w 115217"/>
              <a:gd name="connsiteY9" fmla="*/ 7390 h 42813"/>
              <a:gd name="connsiteX10" fmla="*/ 692 w 115217"/>
              <a:gd name="connsiteY10" fmla="*/ 8024 h 42813"/>
              <a:gd name="connsiteX11" fmla="*/ 1708 w 115217"/>
              <a:gd name="connsiteY11" fmla="*/ 8786 h 42813"/>
              <a:gd name="connsiteX12" fmla="*/ 2596 w 115217"/>
              <a:gd name="connsiteY12" fmla="*/ 8786 h 42813"/>
              <a:gd name="connsiteX13" fmla="*/ 2596 w 115217"/>
              <a:gd name="connsiteY13" fmla="*/ 8786 h 42813"/>
              <a:gd name="connsiteX14" fmla="*/ 9707 w 115217"/>
              <a:gd name="connsiteY14" fmla="*/ 10945 h 42813"/>
              <a:gd name="connsiteX15" fmla="*/ 115217 w 115217"/>
              <a:gd name="connsiteY15" fmla="*/ 42814 h 42813"/>
              <a:gd name="connsiteX16" fmla="*/ 115217 w 115217"/>
              <a:gd name="connsiteY16" fmla="*/ 32529 h 42813"/>
              <a:gd name="connsiteX17" fmla="*/ 14912 w 115217"/>
              <a:gd name="connsiteY17" fmla="*/ 2184 h 42813"/>
            </a:gdLst>
            <a:ahLst/>
            <a:cxnLst/>
            <a:rect l="l" t="t" r="r" b="b"/>
            <a:pathLst>
              <a:path w="115217" h="42813">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w="12690" cap="flat">
            <a:noFill/>
            <a:prstDash val="solid"/>
            <a:miter/>
          </a:ln>
        </p:spPr>
        <p:txBody>
          <a:bodyPr anchor="ctr"/>
          <a:lstStyle/>
          <a:p>
            <a:pPr>
              <a:buNone/>
            </a:pPr>
            <a:endParaRPr/>
          </a:p>
        </p:txBody>
      </p:sp>
      <p:sp>
        <p:nvSpPr>
          <p:cNvPr id="607" name="Freeform: Shape 606">
            <a:extLst>
              <a:ext uri="{FF2B5EF4-FFF2-40B4-BE49-F238E27FC236}">
                <a16:creationId xmlns:a16="http://schemas.microsoft.com/office/drawing/2014/main" id="{3A5CB5C7-2174-4571-8F04-ABC313A4C6D2}"/>
              </a:ext>
            </a:extLst>
          </p:cNvPr>
          <p:cNvSpPr>
            <a:spLocks noGrp="1"/>
          </p:cNvSpPr>
          <p:nvPr/>
        </p:nvSpPr>
        <p:spPr>
          <a:xfrm>
            <a:off x="11518816" y="1372121"/>
            <a:ext cx="672931" cy="224858"/>
          </a:xfrm>
          <a:custGeom>
            <a:avLst/>
            <a:gdLst>
              <a:gd name="connsiteX0" fmla="*/ 7364 w 672931"/>
              <a:gd name="connsiteY0" fmla="*/ 3555 h 224858"/>
              <a:gd name="connsiteX1" fmla="*/ 1904 w 672931"/>
              <a:gd name="connsiteY1" fmla="*/ 8380 h 224858"/>
              <a:gd name="connsiteX2" fmla="*/ 0 w 672931"/>
              <a:gd name="connsiteY2" fmla="*/ 8380 h 224858"/>
              <a:gd name="connsiteX3" fmla="*/ 0 w 672931"/>
              <a:gd name="connsiteY3" fmla="*/ 8380 h 224858"/>
              <a:gd name="connsiteX4" fmla="*/ 672932 w 672931"/>
              <a:gd name="connsiteY4" fmla="*/ 224859 h 224858"/>
              <a:gd name="connsiteX5" fmla="*/ 672932 w 672931"/>
              <a:gd name="connsiteY5" fmla="*/ 214448 h 224858"/>
              <a:gd name="connsiteX6" fmla="*/ 7364 w 672931"/>
              <a:gd name="connsiteY6" fmla="*/ 0 h 224858"/>
            </a:gdLst>
            <a:ahLst/>
            <a:cxnLst/>
            <a:rect l="l" t="t" r="r" b="b"/>
            <a:pathLst>
              <a:path w="672931" h="224858">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w="12690" cap="flat">
            <a:noFill/>
            <a:prstDash val="solid"/>
            <a:miter/>
          </a:ln>
        </p:spPr>
        <p:txBody>
          <a:bodyPr anchor="ctr"/>
          <a:lstStyle/>
          <a:p>
            <a:pPr>
              <a:buNone/>
            </a:pPr>
            <a:endParaRPr/>
          </a:p>
        </p:txBody>
      </p:sp>
      <p:sp>
        <p:nvSpPr>
          <p:cNvPr id="608" name="Freeform: Shape 607">
            <a:extLst>
              <a:ext uri="{FF2B5EF4-FFF2-40B4-BE49-F238E27FC236}">
                <a16:creationId xmlns:a16="http://schemas.microsoft.com/office/drawing/2014/main" id="{056E8007-D843-4FB7-AA9E-1BEC565C6666}"/>
              </a:ext>
            </a:extLst>
          </p:cNvPr>
          <p:cNvSpPr>
            <a:spLocks noGrp="1"/>
          </p:cNvSpPr>
          <p:nvPr/>
        </p:nvSpPr>
        <p:spPr>
          <a:xfrm>
            <a:off x="11515642" y="1166689"/>
            <a:ext cx="9" cy="888"/>
          </a:xfrm>
          <a:custGeom>
            <a:avLst/>
            <a:gdLst>
              <a:gd name="connsiteX0" fmla="*/ 0 w 9"/>
              <a:gd name="connsiteY0" fmla="*/ 127 h 888"/>
              <a:gd name="connsiteX1" fmla="*/ 0 w 9"/>
              <a:gd name="connsiteY1" fmla="*/ 889 h 888"/>
              <a:gd name="connsiteX2" fmla="*/ 0 w 9"/>
              <a:gd name="connsiteY2" fmla="*/ 0 h 888"/>
            </a:gdLst>
            <a:ahLst/>
            <a:cxnLst/>
            <a:rect l="l" t="t" r="r" b="b"/>
            <a:pathLst>
              <a:path w="9" h="888">
                <a:moveTo>
                  <a:pt x="0" y="127"/>
                </a:moveTo>
                <a:cubicBezTo>
                  <a:pt x="0" y="127"/>
                  <a:pt x="0" y="127"/>
                  <a:pt x="0" y="889"/>
                </a:cubicBezTo>
                <a:cubicBezTo>
                  <a:pt x="12" y="597"/>
                  <a:pt x="12" y="292"/>
                  <a:pt x="0" y="0"/>
                </a:cubicBezTo>
                <a:close/>
              </a:path>
            </a:pathLst>
          </a:custGeom>
          <a:solidFill>
            <a:srgbClr val="000000"/>
          </a:solidFill>
          <a:ln w="12690" cap="flat">
            <a:noFill/>
            <a:prstDash val="solid"/>
            <a:miter/>
          </a:ln>
        </p:spPr>
        <p:txBody>
          <a:bodyPr anchor="ctr"/>
          <a:lstStyle/>
          <a:p>
            <a:pPr>
              <a:buNone/>
            </a:pPr>
            <a:endParaRPr/>
          </a:p>
        </p:txBody>
      </p:sp>
      <p:sp>
        <p:nvSpPr>
          <p:cNvPr id="609" name="Freeform: Shape 608">
            <a:extLst>
              <a:ext uri="{FF2B5EF4-FFF2-40B4-BE49-F238E27FC236}">
                <a16:creationId xmlns:a16="http://schemas.microsoft.com/office/drawing/2014/main" id="{792DEF78-5B52-4AB5-98E5-4766575947E3}"/>
              </a:ext>
            </a:extLst>
          </p:cNvPr>
          <p:cNvSpPr>
            <a:spLocks noGrp="1"/>
          </p:cNvSpPr>
          <p:nvPr/>
        </p:nvSpPr>
        <p:spPr>
          <a:xfrm>
            <a:off x="11518816" y="1166054"/>
            <a:ext cx="672677" cy="223208"/>
          </a:xfrm>
          <a:custGeom>
            <a:avLst/>
            <a:gdLst>
              <a:gd name="connsiteX0" fmla="*/ 5713 w 672677"/>
              <a:gd name="connsiteY0" fmla="*/ 5967 h 223208"/>
              <a:gd name="connsiteX1" fmla="*/ 1904 w 672677"/>
              <a:gd name="connsiteY1" fmla="*/ 7364 h 223208"/>
              <a:gd name="connsiteX2" fmla="*/ 0 w 672677"/>
              <a:gd name="connsiteY2" fmla="*/ 7364 h 223208"/>
              <a:gd name="connsiteX3" fmla="*/ 0 w 672677"/>
              <a:gd name="connsiteY3" fmla="*/ 7364 h 223208"/>
              <a:gd name="connsiteX4" fmla="*/ 1777 w 672677"/>
              <a:gd name="connsiteY4" fmla="*/ 7364 h 223208"/>
              <a:gd name="connsiteX5" fmla="*/ 672678 w 672677"/>
              <a:gd name="connsiteY5" fmla="*/ 223208 h 223208"/>
              <a:gd name="connsiteX6" fmla="*/ 672678 w 672677"/>
              <a:gd name="connsiteY6" fmla="*/ 212797 h 223208"/>
              <a:gd name="connsiteX7" fmla="*/ 12443 w 672677"/>
              <a:gd name="connsiteY7" fmla="*/ 0 h 223208"/>
            </a:gdLst>
            <a:ahLst/>
            <a:cxnLst/>
            <a:rect l="l" t="t" r="r" b="b"/>
            <a:pathLst>
              <a:path w="672677" h="223208">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w="12690" cap="flat">
            <a:noFill/>
            <a:prstDash val="solid"/>
            <a:miter/>
          </a:ln>
        </p:spPr>
        <p:txBody>
          <a:bodyPr anchor="ctr"/>
          <a:lstStyle/>
          <a:p>
            <a:pPr>
              <a:buNone/>
            </a:pPr>
            <a:endParaRPr/>
          </a:p>
        </p:txBody>
      </p:sp>
      <p:sp>
        <p:nvSpPr>
          <p:cNvPr id="610" name="Freeform: Shape 609">
            <a:extLst>
              <a:ext uri="{FF2B5EF4-FFF2-40B4-BE49-F238E27FC236}">
                <a16:creationId xmlns:a16="http://schemas.microsoft.com/office/drawing/2014/main" id="{0372DF7C-7C4E-4099-A7D6-7571AF2C13A0}"/>
              </a:ext>
            </a:extLst>
          </p:cNvPr>
          <p:cNvSpPr>
            <a:spLocks noGrp="1"/>
          </p:cNvSpPr>
          <p:nvPr/>
        </p:nvSpPr>
        <p:spPr>
          <a:xfrm>
            <a:off x="12104139" y="643457"/>
            <a:ext cx="87608" cy="36566"/>
          </a:xfrm>
          <a:custGeom>
            <a:avLst/>
            <a:gdLst>
              <a:gd name="connsiteX0" fmla="*/ 0 w 87608"/>
              <a:gd name="connsiteY0" fmla="*/ 0 h 36566"/>
              <a:gd name="connsiteX1" fmla="*/ 2920 w 87608"/>
              <a:gd name="connsiteY1" fmla="*/ 1270 h 36566"/>
              <a:gd name="connsiteX2" fmla="*/ 3263 w 87608"/>
              <a:gd name="connsiteY2" fmla="*/ 7910 h 36566"/>
              <a:gd name="connsiteX3" fmla="*/ 2920 w 87608"/>
              <a:gd name="connsiteY3" fmla="*/ 8253 h 36566"/>
              <a:gd name="connsiteX4" fmla="*/ 635 w 87608"/>
              <a:gd name="connsiteY4" fmla="*/ 10284 h 36566"/>
              <a:gd name="connsiteX5" fmla="*/ 87608 w 87608"/>
              <a:gd name="connsiteY5" fmla="*/ 36567 h 36566"/>
              <a:gd name="connsiteX6" fmla="*/ 87608 w 87608"/>
              <a:gd name="connsiteY6" fmla="*/ 26282 h 36566"/>
              <a:gd name="connsiteX7" fmla="*/ 889 w 87608"/>
              <a:gd name="connsiteY7" fmla="*/ 0 h 36566"/>
            </a:gdLst>
            <a:ahLst/>
            <a:cxnLst/>
            <a:rect l="l" t="t" r="r" b="b"/>
            <a:pathLst>
              <a:path w="87608" h="36566">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w="12690" cap="flat">
            <a:noFill/>
            <a:prstDash val="solid"/>
            <a:miter/>
          </a:ln>
        </p:spPr>
        <p:txBody>
          <a:bodyPr anchor="ctr"/>
          <a:lstStyle/>
          <a:p>
            <a:pPr>
              <a:buNone/>
            </a:pPr>
            <a:endParaRPr/>
          </a:p>
        </p:txBody>
      </p:sp>
      <p:sp>
        <p:nvSpPr>
          <p:cNvPr id="611" name="Freeform: Shape 610">
            <a:extLst>
              <a:ext uri="{FF2B5EF4-FFF2-40B4-BE49-F238E27FC236}">
                <a16:creationId xmlns:a16="http://schemas.microsoft.com/office/drawing/2014/main" id="{44A7381D-AB02-43E2-BB2B-6F049DC067C1}"/>
              </a:ext>
            </a:extLst>
          </p:cNvPr>
          <p:cNvSpPr>
            <a:spLocks noGrp="1"/>
          </p:cNvSpPr>
          <p:nvPr/>
        </p:nvSpPr>
        <p:spPr>
          <a:xfrm>
            <a:off x="11997740" y="2095706"/>
            <a:ext cx="189690" cy="251267"/>
          </a:xfrm>
          <a:custGeom>
            <a:avLst/>
            <a:gdLst>
              <a:gd name="connsiteX0" fmla="*/ 184231 w 189690"/>
              <a:gd name="connsiteY0" fmla="*/ 6475 h 251267"/>
              <a:gd name="connsiteX1" fmla="*/ 178899 w 189690"/>
              <a:gd name="connsiteY1" fmla="*/ 1663 h 251267"/>
              <a:gd name="connsiteX2" fmla="*/ 178899 w 189690"/>
              <a:gd name="connsiteY2" fmla="*/ 1524 h 251267"/>
              <a:gd name="connsiteX3" fmla="*/ 178899 w 189690"/>
              <a:gd name="connsiteY3" fmla="*/ 0 h 251267"/>
              <a:gd name="connsiteX4" fmla="*/ 0 w 189690"/>
              <a:gd name="connsiteY4" fmla="*/ 233746 h 251267"/>
              <a:gd name="connsiteX5" fmla="*/ 0 w 189690"/>
              <a:gd name="connsiteY5" fmla="*/ 249363 h 251267"/>
              <a:gd name="connsiteX6" fmla="*/ 0 w 189690"/>
              <a:gd name="connsiteY6" fmla="*/ 249363 h 251267"/>
              <a:gd name="connsiteX7" fmla="*/ 0 w 189690"/>
              <a:gd name="connsiteY7" fmla="*/ 250379 h 251267"/>
              <a:gd name="connsiteX8" fmla="*/ 0 w 189690"/>
              <a:gd name="connsiteY8" fmla="*/ 251268 h 251267"/>
              <a:gd name="connsiteX9" fmla="*/ 0 w 189690"/>
              <a:gd name="connsiteY9" fmla="*/ 251268 h 251267"/>
              <a:gd name="connsiteX10" fmla="*/ 189691 w 189690"/>
              <a:gd name="connsiteY10" fmla="*/ 3809 h 251267"/>
              <a:gd name="connsiteX11" fmla="*/ 189691 w 189690"/>
              <a:gd name="connsiteY11" fmla="*/ 3809 h 251267"/>
              <a:gd name="connsiteX12" fmla="*/ 184231 w 189690"/>
              <a:gd name="connsiteY12" fmla="*/ 6475 h 251267"/>
            </a:gdLst>
            <a:ahLst/>
            <a:cxnLst/>
            <a:rect l="l" t="t" r="r" b="b"/>
            <a:pathLst>
              <a:path w="189690" h="251267">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w="12690" cap="flat">
            <a:noFill/>
            <a:prstDash val="solid"/>
            <a:miter/>
          </a:ln>
        </p:spPr>
        <p:txBody>
          <a:bodyPr anchor="ctr"/>
          <a:lstStyle/>
          <a:p>
            <a:pPr>
              <a:buNone/>
            </a:pPr>
            <a:endParaRPr/>
          </a:p>
        </p:txBody>
      </p:sp>
      <p:sp>
        <p:nvSpPr>
          <p:cNvPr id="612" name="Freeform: Shape 611">
            <a:extLst>
              <a:ext uri="{FF2B5EF4-FFF2-40B4-BE49-F238E27FC236}">
                <a16:creationId xmlns:a16="http://schemas.microsoft.com/office/drawing/2014/main" id="{5221CEDD-2E0C-4609-8D6B-A1CDBE79C16D}"/>
              </a:ext>
            </a:extLst>
          </p:cNvPr>
          <p:cNvSpPr>
            <a:spLocks noGrp="1"/>
          </p:cNvSpPr>
          <p:nvPr/>
        </p:nvSpPr>
        <p:spPr>
          <a:xfrm>
            <a:off x="12183621" y="1886338"/>
            <a:ext cx="1015" cy="12696"/>
          </a:xfrm>
          <a:custGeom>
            <a:avLst/>
            <a:gdLst>
              <a:gd name="connsiteX0" fmla="*/ 1016 w 1015"/>
              <a:gd name="connsiteY0" fmla="*/ 0 h 12696"/>
              <a:gd name="connsiteX1" fmla="*/ 0 w 1015"/>
              <a:gd name="connsiteY1" fmla="*/ 0 h 12696"/>
              <a:gd name="connsiteX2" fmla="*/ 0 w 1015"/>
              <a:gd name="connsiteY2" fmla="*/ 0 h 12696"/>
            </a:gdLst>
            <a:ahLst/>
            <a:cxnLst/>
            <a:rect l="l" t="t" r="r" b="b"/>
            <a:pathLst>
              <a:path w="1015" h="12696">
                <a:moveTo>
                  <a:pt x="1016"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613" name="Freeform: Shape 612">
            <a:extLst>
              <a:ext uri="{FF2B5EF4-FFF2-40B4-BE49-F238E27FC236}">
                <a16:creationId xmlns:a16="http://schemas.microsoft.com/office/drawing/2014/main" id="{CB23C1D4-C987-48AC-B43C-8CEADAEB4A38}"/>
              </a:ext>
            </a:extLst>
          </p:cNvPr>
          <p:cNvSpPr>
            <a:spLocks noGrp="1"/>
          </p:cNvSpPr>
          <p:nvPr/>
        </p:nvSpPr>
        <p:spPr>
          <a:xfrm>
            <a:off x="12176765" y="1890401"/>
            <a:ext cx="10537" cy="211909"/>
          </a:xfrm>
          <a:custGeom>
            <a:avLst/>
            <a:gdLst>
              <a:gd name="connsiteX0" fmla="*/ 10538 w 10537"/>
              <a:gd name="connsiteY0" fmla="*/ 1143 h 211909"/>
              <a:gd name="connsiteX1" fmla="*/ 10538 w 10537"/>
              <a:gd name="connsiteY1" fmla="*/ 1143 h 211909"/>
              <a:gd name="connsiteX2" fmla="*/ 9776 w 10537"/>
              <a:gd name="connsiteY2" fmla="*/ 2793 h 211909"/>
              <a:gd name="connsiteX3" fmla="*/ 0 w 10537"/>
              <a:gd name="connsiteY3" fmla="*/ 15490 h 211909"/>
              <a:gd name="connsiteX4" fmla="*/ 0 w 10537"/>
              <a:gd name="connsiteY4" fmla="*/ 206956 h 211909"/>
              <a:gd name="connsiteX5" fmla="*/ 5193 w 10537"/>
              <a:gd name="connsiteY5" fmla="*/ 211908 h 211909"/>
              <a:gd name="connsiteX6" fmla="*/ 5332 w 10537"/>
              <a:gd name="connsiteY6" fmla="*/ 211908 h 211909"/>
              <a:gd name="connsiteX7" fmla="*/ 10030 w 10537"/>
              <a:gd name="connsiteY7" fmla="*/ 209369 h 211909"/>
              <a:gd name="connsiteX8" fmla="*/ 10030 w 10537"/>
              <a:gd name="connsiteY8" fmla="*/ 208480 h 211909"/>
              <a:gd name="connsiteX9" fmla="*/ 10030 w 10537"/>
              <a:gd name="connsiteY9" fmla="*/ 207464 h 211909"/>
              <a:gd name="connsiteX10" fmla="*/ 10030 w 10537"/>
              <a:gd name="connsiteY10" fmla="*/ 207464 h 211909"/>
              <a:gd name="connsiteX11" fmla="*/ 10030 w 10537"/>
              <a:gd name="connsiteY11" fmla="*/ 0 h 211909"/>
              <a:gd name="connsiteX12" fmla="*/ 10538 w 10537"/>
              <a:gd name="connsiteY12" fmla="*/ 1143 h 211909"/>
            </a:gdLst>
            <a:ahLst/>
            <a:cxnLst/>
            <a:rect l="l" t="t" r="r" b="b"/>
            <a:pathLst>
              <a:path w="10537" h="211909">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w="12690" cap="flat">
            <a:noFill/>
            <a:prstDash val="solid"/>
            <a:miter/>
          </a:ln>
        </p:spPr>
        <p:txBody>
          <a:bodyPr anchor="ctr"/>
          <a:lstStyle/>
          <a:p>
            <a:pPr>
              <a:buNone/>
            </a:pPr>
            <a:endParaRPr/>
          </a:p>
        </p:txBody>
      </p:sp>
      <p:sp>
        <p:nvSpPr>
          <p:cNvPr id="614" name="Freeform: Shape 613">
            <a:extLst>
              <a:ext uri="{FF2B5EF4-FFF2-40B4-BE49-F238E27FC236}">
                <a16:creationId xmlns:a16="http://schemas.microsoft.com/office/drawing/2014/main" id="{177334C3-6332-4795-A390-2B4AF7593E57}"/>
              </a:ext>
            </a:extLst>
          </p:cNvPr>
          <p:cNvSpPr>
            <a:spLocks noGrp="1"/>
          </p:cNvSpPr>
          <p:nvPr/>
        </p:nvSpPr>
        <p:spPr>
          <a:xfrm>
            <a:off x="11987075" y="1888496"/>
            <a:ext cx="197054" cy="247712"/>
          </a:xfrm>
          <a:custGeom>
            <a:avLst/>
            <a:gdLst>
              <a:gd name="connsiteX0" fmla="*/ 6856 w 197054"/>
              <a:gd name="connsiteY0" fmla="*/ 244792 h 247712"/>
              <a:gd name="connsiteX1" fmla="*/ 6856 w 197054"/>
              <a:gd name="connsiteY1" fmla="*/ 244792 h 247712"/>
              <a:gd name="connsiteX2" fmla="*/ 7618 w 197054"/>
              <a:gd name="connsiteY2" fmla="*/ 244792 h 247712"/>
              <a:gd name="connsiteX3" fmla="*/ 7618 w 197054"/>
              <a:gd name="connsiteY3" fmla="*/ 244792 h 247712"/>
              <a:gd name="connsiteX4" fmla="*/ 7618 w 197054"/>
              <a:gd name="connsiteY4" fmla="*/ 244792 h 247712"/>
              <a:gd name="connsiteX5" fmla="*/ 7618 w 197054"/>
              <a:gd name="connsiteY5" fmla="*/ 244792 h 247712"/>
              <a:gd name="connsiteX6" fmla="*/ 7618 w 197054"/>
              <a:gd name="connsiteY6" fmla="*/ 244792 h 247712"/>
              <a:gd name="connsiteX7" fmla="*/ 7618 w 197054"/>
              <a:gd name="connsiteY7" fmla="*/ 244792 h 247712"/>
              <a:gd name="connsiteX8" fmla="*/ 7618 w 197054"/>
              <a:gd name="connsiteY8" fmla="*/ 244792 h 247712"/>
              <a:gd name="connsiteX9" fmla="*/ 7618 w 197054"/>
              <a:gd name="connsiteY9" fmla="*/ 245554 h 247712"/>
              <a:gd name="connsiteX10" fmla="*/ 7618 w 197054"/>
              <a:gd name="connsiteY10" fmla="*/ 247712 h 247712"/>
              <a:gd name="connsiteX11" fmla="*/ 186516 w 197054"/>
              <a:gd name="connsiteY11" fmla="*/ 14347 h 247712"/>
              <a:gd name="connsiteX12" fmla="*/ 196292 w 197054"/>
              <a:gd name="connsiteY12" fmla="*/ 1650 h 247712"/>
              <a:gd name="connsiteX13" fmla="*/ 197054 w 197054"/>
              <a:gd name="connsiteY13" fmla="*/ 0 h 247712"/>
              <a:gd name="connsiteX14" fmla="*/ 191849 w 197054"/>
              <a:gd name="connsiteY14" fmla="*/ 3809 h 247712"/>
              <a:gd name="connsiteX15" fmla="*/ 190706 w 197054"/>
              <a:gd name="connsiteY15" fmla="*/ 3809 h 247712"/>
              <a:gd name="connsiteX16" fmla="*/ 182834 w 197054"/>
              <a:gd name="connsiteY16" fmla="*/ 2158 h 247712"/>
              <a:gd name="connsiteX17" fmla="*/ 0 w 197054"/>
              <a:gd name="connsiteY17" fmla="*/ 240602 h 247712"/>
            </a:gdLst>
            <a:ahLst/>
            <a:cxnLst/>
            <a:rect l="l" t="t" r="r" b="b"/>
            <a:pathLst>
              <a:path w="197054" h="247712">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w="12690" cap="flat">
            <a:noFill/>
            <a:prstDash val="solid"/>
            <a:miter/>
          </a:ln>
        </p:spPr>
        <p:txBody>
          <a:bodyPr anchor="ctr"/>
          <a:lstStyle/>
          <a:p>
            <a:pPr>
              <a:buNone/>
            </a:pPr>
            <a:endParaRPr/>
          </a:p>
        </p:txBody>
      </p:sp>
      <p:sp>
        <p:nvSpPr>
          <p:cNvPr id="615" name="Freeform: Shape 614">
            <a:extLst>
              <a:ext uri="{FF2B5EF4-FFF2-40B4-BE49-F238E27FC236}">
                <a16:creationId xmlns:a16="http://schemas.microsoft.com/office/drawing/2014/main" id="{B0446DA4-CFE1-4C49-A455-7800BC5CE3D1}"/>
              </a:ext>
            </a:extLst>
          </p:cNvPr>
          <p:cNvSpPr>
            <a:spLocks noGrp="1"/>
          </p:cNvSpPr>
          <p:nvPr/>
        </p:nvSpPr>
        <p:spPr>
          <a:xfrm>
            <a:off x="12184256" y="1886300"/>
            <a:ext cx="888" cy="38"/>
          </a:xfrm>
          <a:custGeom>
            <a:avLst/>
            <a:gdLst>
              <a:gd name="connsiteX0" fmla="*/ 889 w 888"/>
              <a:gd name="connsiteY0" fmla="*/ 38 h 38"/>
              <a:gd name="connsiteX1" fmla="*/ 889 w 888"/>
              <a:gd name="connsiteY1" fmla="*/ 38 h 38"/>
              <a:gd name="connsiteX2" fmla="*/ 0 w 888"/>
              <a:gd name="connsiteY2" fmla="*/ 38 h 38"/>
              <a:gd name="connsiteX3" fmla="*/ 889 w 888"/>
              <a:gd name="connsiteY3" fmla="*/ 38 h 38"/>
            </a:gdLst>
            <a:ahLst/>
            <a:cxnLst/>
            <a:rect l="l" t="t" r="r" b="b"/>
            <a:pathLst>
              <a:path w="888" h="38">
                <a:moveTo>
                  <a:pt x="889" y="38"/>
                </a:moveTo>
                <a:lnTo>
                  <a:pt x="889" y="38"/>
                </a:lnTo>
                <a:lnTo>
                  <a:pt x="0" y="38"/>
                </a:lnTo>
                <a:cubicBezTo>
                  <a:pt x="292" y="-13"/>
                  <a:pt x="597" y="-13"/>
                  <a:pt x="889" y="38"/>
                </a:cubicBezTo>
                <a:close/>
              </a:path>
            </a:pathLst>
          </a:custGeom>
          <a:solidFill>
            <a:srgbClr val="000000"/>
          </a:solidFill>
          <a:ln w="12690" cap="flat">
            <a:noFill/>
            <a:prstDash val="solid"/>
            <a:miter/>
          </a:ln>
        </p:spPr>
        <p:txBody>
          <a:bodyPr anchor="ctr"/>
          <a:lstStyle/>
          <a:p>
            <a:pPr>
              <a:buNone/>
            </a:pPr>
            <a:endParaRPr/>
          </a:p>
        </p:txBody>
      </p:sp>
      <p:sp>
        <p:nvSpPr>
          <p:cNvPr id="616" name="Freeform: Shape 615">
            <a:extLst>
              <a:ext uri="{FF2B5EF4-FFF2-40B4-BE49-F238E27FC236}">
                <a16:creationId xmlns:a16="http://schemas.microsoft.com/office/drawing/2014/main" id="{31138C6C-D77C-4334-A389-3900C21ADE94}"/>
              </a:ext>
            </a:extLst>
          </p:cNvPr>
          <p:cNvSpPr>
            <a:spLocks noGrp="1"/>
          </p:cNvSpPr>
          <p:nvPr/>
        </p:nvSpPr>
        <p:spPr>
          <a:xfrm>
            <a:off x="11994185" y="2133796"/>
            <a:ext cx="761" cy="12696"/>
          </a:xfrm>
          <a:custGeom>
            <a:avLst/>
            <a:gdLst>
              <a:gd name="connsiteX0" fmla="*/ 762 w 761"/>
              <a:gd name="connsiteY0" fmla="*/ 0 h 12696"/>
              <a:gd name="connsiteX1" fmla="*/ 0 w 761"/>
              <a:gd name="connsiteY1" fmla="*/ 0 h 12696"/>
              <a:gd name="connsiteX2" fmla="*/ 0 w 761"/>
              <a:gd name="connsiteY2" fmla="*/ 0 h 12696"/>
            </a:gdLst>
            <a:ahLst/>
            <a:cxnLst/>
            <a:rect l="l" t="t" r="r" b="b"/>
            <a:pathLst>
              <a:path w="761" h="12696">
                <a:moveTo>
                  <a:pt x="762"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617" name="Freeform: Shape 616">
            <a:extLst>
              <a:ext uri="{FF2B5EF4-FFF2-40B4-BE49-F238E27FC236}">
                <a16:creationId xmlns:a16="http://schemas.microsoft.com/office/drawing/2014/main" id="{173768AE-7D92-4476-8FCE-96D9F89B922E}"/>
              </a:ext>
            </a:extLst>
          </p:cNvPr>
          <p:cNvSpPr>
            <a:spLocks noGrp="1"/>
          </p:cNvSpPr>
          <p:nvPr/>
        </p:nvSpPr>
        <p:spPr>
          <a:xfrm>
            <a:off x="11987836" y="2137986"/>
            <a:ext cx="10804" cy="207210"/>
          </a:xfrm>
          <a:custGeom>
            <a:avLst/>
            <a:gdLst>
              <a:gd name="connsiteX0" fmla="*/ 9903 w 10804"/>
              <a:gd name="connsiteY0" fmla="*/ 0 h 207210"/>
              <a:gd name="connsiteX1" fmla="*/ 9903 w 10804"/>
              <a:gd name="connsiteY1" fmla="*/ 0 h 207210"/>
              <a:gd name="connsiteX2" fmla="*/ 9903 w 10804"/>
              <a:gd name="connsiteY2" fmla="*/ 1016 h 207210"/>
              <a:gd name="connsiteX3" fmla="*/ 9903 w 10804"/>
              <a:gd name="connsiteY3" fmla="*/ 1016 h 207210"/>
              <a:gd name="connsiteX4" fmla="*/ 9903 w 10804"/>
              <a:gd name="connsiteY4" fmla="*/ 1016 h 207210"/>
              <a:gd name="connsiteX5" fmla="*/ 9903 w 10804"/>
              <a:gd name="connsiteY5" fmla="*/ 2032 h 207210"/>
              <a:gd name="connsiteX6" fmla="*/ 0 w 10804"/>
              <a:gd name="connsiteY6" fmla="*/ 14728 h 207210"/>
              <a:gd name="connsiteX7" fmla="*/ 0 w 10804"/>
              <a:gd name="connsiteY7" fmla="*/ 205179 h 207210"/>
              <a:gd name="connsiteX8" fmla="*/ 1015 w 10804"/>
              <a:gd name="connsiteY8" fmla="*/ 203909 h 207210"/>
              <a:gd name="connsiteX9" fmla="*/ 8507 w 10804"/>
              <a:gd name="connsiteY9" fmla="*/ 202766 h 207210"/>
              <a:gd name="connsiteX10" fmla="*/ 10792 w 10804"/>
              <a:gd name="connsiteY10" fmla="*/ 207210 h 207210"/>
              <a:gd name="connsiteX11" fmla="*/ 10792 w 10804"/>
              <a:gd name="connsiteY11" fmla="*/ 207210 h 207210"/>
              <a:gd name="connsiteX12" fmla="*/ 10792 w 10804"/>
              <a:gd name="connsiteY12" fmla="*/ 0 h 207210"/>
            </a:gdLst>
            <a:ahLst/>
            <a:cxnLst/>
            <a:rect l="l" t="t" r="r" b="b"/>
            <a:pathLst>
              <a:path w="10804" h="207210">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w="12690" cap="flat">
            <a:noFill/>
            <a:prstDash val="solid"/>
            <a:miter/>
          </a:ln>
        </p:spPr>
        <p:txBody>
          <a:bodyPr anchor="ctr"/>
          <a:lstStyle/>
          <a:p>
            <a:pPr>
              <a:buNone/>
            </a:pPr>
            <a:endParaRPr/>
          </a:p>
        </p:txBody>
      </p:sp>
      <p:sp>
        <p:nvSpPr>
          <p:cNvPr id="618" name="Freeform: Shape 617">
            <a:extLst>
              <a:ext uri="{FF2B5EF4-FFF2-40B4-BE49-F238E27FC236}">
                <a16:creationId xmlns:a16="http://schemas.microsoft.com/office/drawing/2014/main" id="{4E7F41C0-86B3-49E0-A57E-BB3C8A043AAE}"/>
              </a:ext>
            </a:extLst>
          </p:cNvPr>
          <p:cNvSpPr>
            <a:spLocks noGrp="1"/>
          </p:cNvSpPr>
          <p:nvPr/>
        </p:nvSpPr>
        <p:spPr>
          <a:xfrm>
            <a:off x="11996470" y="2135066"/>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619" name="Freeform: Shape 618">
            <a:extLst>
              <a:ext uri="{FF2B5EF4-FFF2-40B4-BE49-F238E27FC236}">
                <a16:creationId xmlns:a16="http://schemas.microsoft.com/office/drawing/2014/main" id="{1AAAAAB8-20D9-4473-A362-4A086692941E}"/>
              </a:ext>
            </a:extLst>
          </p:cNvPr>
          <p:cNvSpPr>
            <a:spLocks noGrp="1"/>
          </p:cNvSpPr>
          <p:nvPr/>
        </p:nvSpPr>
        <p:spPr>
          <a:xfrm>
            <a:off x="11997359" y="213659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anchor="ctr"/>
          <a:lstStyle/>
          <a:p>
            <a:pPr>
              <a:buNone/>
            </a:pPr>
            <a:endParaRPr/>
          </a:p>
        </p:txBody>
      </p:sp>
      <p:sp>
        <p:nvSpPr>
          <p:cNvPr id="620" name="Freeform: Shape 619">
            <a:extLst>
              <a:ext uri="{FF2B5EF4-FFF2-40B4-BE49-F238E27FC236}">
                <a16:creationId xmlns:a16="http://schemas.microsoft.com/office/drawing/2014/main" id="{49B2F375-282B-4950-8FD8-9322439E1F5F}"/>
              </a:ext>
            </a:extLst>
          </p:cNvPr>
          <p:cNvSpPr>
            <a:spLocks noGrp="1"/>
          </p:cNvSpPr>
          <p:nvPr/>
        </p:nvSpPr>
        <p:spPr>
          <a:xfrm>
            <a:off x="10397976" y="1652845"/>
            <a:ext cx="1596716" cy="487426"/>
          </a:xfrm>
          <a:custGeom>
            <a:avLst/>
            <a:gdLst>
              <a:gd name="connsiteX0" fmla="*/ 6439 w 1596716"/>
              <a:gd name="connsiteY0" fmla="*/ 0 h 487426"/>
              <a:gd name="connsiteX1" fmla="*/ 4154 w 1596716"/>
              <a:gd name="connsiteY1" fmla="*/ 0 h 487426"/>
              <a:gd name="connsiteX2" fmla="*/ 3265 w 1596716"/>
              <a:gd name="connsiteY2" fmla="*/ 0 h 487426"/>
              <a:gd name="connsiteX3" fmla="*/ 2249 w 1596716"/>
              <a:gd name="connsiteY3" fmla="*/ 0 h 487426"/>
              <a:gd name="connsiteX4" fmla="*/ 218 w 1596716"/>
              <a:gd name="connsiteY4" fmla="*/ 2412 h 487426"/>
              <a:gd name="connsiteX5" fmla="*/ 3506 w 1596716"/>
              <a:gd name="connsiteY5" fmla="*/ 8596 h 487426"/>
              <a:gd name="connsiteX6" fmla="*/ 3646 w 1596716"/>
              <a:gd name="connsiteY6" fmla="*/ 8634 h 487426"/>
              <a:gd name="connsiteX7" fmla="*/ 6566 w 1596716"/>
              <a:gd name="connsiteY7" fmla="*/ 9523 h 487426"/>
              <a:gd name="connsiteX8" fmla="*/ 1585797 w 1596716"/>
              <a:gd name="connsiteY8" fmla="*/ 487427 h 487426"/>
              <a:gd name="connsiteX9" fmla="*/ 1589860 w 1596716"/>
              <a:gd name="connsiteY9" fmla="*/ 482094 h 487426"/>
              <a:gd name="connsiteX10" fmla="*/ 1596716 w 1596716"/>
              <a:gd name="connsiteY10" fmla="*/ 480570 h 487426"/>
              <a:gd name="connsiteX11" fmla="*/ 1596716 w 1596716"/>
              <a:gd name="connsiteY11" fmla="*/ 480570 h 487426"/>
              <a:gd name="connsiteX12" fmla="*/ 1596716 w 1596716"/>
              <a:gd name="connsiteY12" fmla="*/ 480570 h 487426"/>
              <a:gd name="connsiteX13" fmla="*/ 1592908 w 1596716"/>
              <a:gd name="connsiteY13" fmla="*/ 479428 h 487426"/>
              <a:gd name="connsiteX14" fmla="*/ 15580 w 1596716"/>
              <a:gd name="connsiteY14" fmla="*/ 2793 h 487426"/>
              <a:gd name="connsiteX15" fmla="*/ 6820 w 1596716"/>
              <a:gd name="connsiteY15" fmla="*/ 127 h 487426"/>
            </a:gdLst>
            <a:ahLst/>
            <a:cxnLst/>
            <a:rect l="l" t="t" r="r" b="b"/>
            <a:pathLst>
              <a:path w="1596716" h="48742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w="12690" cap="flat">
            <a:noFill/>
            <a:prstDash val="solid"/>
            <a:miter/>
          </a:ln>
        </p:spPr>
        <p:txBody>
          <a:bodyPr anchor="ctr"/>
          <a:lstStyle/>
          <a:p>
            <a:pPr>
              <a:buNone/>
            </a:pPr>
            <a:endParaRPr/>
          </a:p>
        </p:txBody>
      </p:sp>
      <p:sp>
        <p:nvSpPr>
          <p:cNvPr id="621" name="Freeform: Shape 620">
            <a:extLst>
              <a:ext uri="{FF2B5EF4-FFF2-40B4-BE49-F238E27FC236}">
                <a16:creationId xmlns:a16="http://schemas.microsoft.com/office/drawing/2014/main" id="{3DBDF205-6BB2-409C-B048-6CA3279A6C58}"/>
              </a:ext>
            </a:extLst>
          </p:cNvPr>
          <p:cNvSpPr>
            <a:spLocks noGrp="1"/>
          </p:cNvSpPr>
          <p:nvPr/>
        </p:nvSpPr>
        <p:spPr>
          <a:xfrm>
            <a:off x="11995962" y="2134431"/>
            <a:ext cx="761" cy="761"/>
          </a:xfrm>
          <a:custGeom>
            <a:avLst/>
            <a:gdLst>
              <a:gd name="connsiteX0" fmla="*/ 0 w 761"/>
              <a:gd name="connsiteY0" fmla="*/ 0 h 761"/>
              <a:gd name="connsiteX1" fmla="*/ 0 w 761"/>
              <a:gd name="connsiteY1" fmla="*/ 0 h 761"/>
              <a:gd name="connsiteX2" fmla="*/ 762 w 761"/>
              <a:gd name="connsiteY2" fmla="*/ 762 h 761"/>
            </a:gdLst>
            <a:ahLst/>
            <a:cxnLst/>
            <a:rect l="l" t="t" r="r" b="b"/>
            <a:pathLst>
              <a:path w="761" h="761">
                <a:moveTo>
                  <a:pt x="0" y="0"/>
                </a:moveTo>
                <a:lnTo>
                  <a:pt x="0" y="0"/>
                </a:lnTo>
                <a:lnTo>
                  <a:pt x="762" y="762"/>
                </a:lnTo>
                <a:close/>
              </a:path>
            </a:pathLst>
          </a:custGeom>
          <a:solidFill>
            <a:srgbClr val="000000"/>
          </a:solidFill>
          <a:ln w="12690" cap="flat">
            <a:noFill/>
            <a:prstDash val="solid"/>
            <a:miter/>
          </a:ln>
        </p:spPr>
        <p:txBody>
          <a:bodyPr anchor="ctr"/>
          <a:lstStyle/>
          <a:p>
            <a:pPr>
              <a:buNone/>
            </a:pPr>
            <a:endParaRPr/>
          </a:p>
        </p:txBody>
      </p:sp>
      <p:sp>
        <p:nvSpPr>
          <p:cNvPr id="622" name="Freeform: Shape 621">
            <a:extLst>
              <a:ext uri="{FF2B5EF4-FFF2-40B4-BE49-F238E27FC236}">
                <a16:creationId xmlns:a16="http://schemas.microsoft.com/office/drawing/2014/main" id="{75FFA951-A196-499F-90BE-BAF5D7EE6A96}"/>
              </a:ext>
            </a:extLst>
          </p:cNvPr>
          <p:cNvSpPr>
            <a:spLocks noGrp="1"/>
          </p:cNvSpPr>
          <p:nvPr/>
        </p:nvSpPr>
        <p:spPr>
          <a:xfrm>
            <a:off x="11997359" y="213951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anchor="ctr"/>
          <a:lstStyle/>
          <a:p>
            <a:pPr>
              <a:buNone/>
            </a:pPr>
            <a:endParaRPr/>
          </a:p>
        </p:txBody>
      </p:sp>
      <p:sp>
        <p:nvSpPr>
          <p:cNvPr id="623" name="Freeform: Shape 622">
            <a:extLst>
              <a:ext uri="{FF2B5EF4-FFF2-40B4-BE49-F238E27FC236}">
                <a16:creationId xmlns:a16="http://schemas.microsoft.com/office/drawing/2014/main" id="{BFFECB4C-1852-4902-AC84-48B96FCD144A}"/>
              </a:ext>
            </a:extLst>
          </p:cNvPr>
          <p:cNvSpPr>
            <a:spLocks noGrp="1"/>
          </p:cNvSpPr>
          <p:nvPr/>
        </p:nvSpPr>
        <p:spPr>
          <a:xfrm>
            <a:off x="11997613" y="2137732"/>
            <a:ext cx="12696" cy="12696"/>
          </a:xfrm>
          <a:custGeom>
            <a:avLst/>
            <a:gdLst>
              <a:gd name="connsiteX0" fmla="*/ 0 w 12696"/>
              <a:gd name="connsiteY0" fmla="*/ 0 h 12696"/>
              <a:gd name="connsiteX1" fmla="*/ 0 w 12696"/>
              <a:gd name="connsiteY1" fmla="*/ 0 h 12696"/>
            </a:gdLst>
            <a:ahLst/>
            <a:cxnLst/>
            <a:rect l="l" t="t" r="r" b="b"/>
            <a:pathLst>
              <a:path w="12696" h="12696">
                <a:moveTo>
                  <a:pt x="0" y="0"/>
                </a:moveTo>
                <a:lnTo>
                  <a:pt x="0" y="0"/>
                </a:lnTo>
                <a:close/>
              </a:path>
            </a:pathLst>
          </a:custGeom>
          <a:solidFill>
            <a:srgbClr val="000000"/>
          </a:solidFill>
          <a:ln w="12690" cap="flat">
            <a:noFill/>
            <a:prstDash val="solid"/>
            <a:miter/>
          </a:ln>
        </p:spPr>
        <p:txBody>
          <a:bodyPr anchor="ctr"/>
          <a:lstStyle/>
          <a:p>
            <a:pPr>
              <a:buNone/>
            </a:pPr>
            <a:endParaRPr/>
          </a:p>
        </p:txBody>
      </p:sp>
      <p:sp>
        <p:nvSpPr>
          <p:cNvPr id="624" name="Freeform: Shape 623">
            <a:extLst>
              <a:ext uri="{FF2B5EF4-FFF2-40B4-BE49-F238E27FC236}">
                <a16:creationId xmlns:a16="http://schemas.microsoft.com/office/drawing/2014/main" id="{1BE4CAD1-5DB1-4B4F-B9A4-2D1417066C50}"/>
              </a:ext>
            </a:extLst>
          </p:cNvPr>
          <p:cNvSpPr>
            <a:spLocks noGrp="1"/>
          </p:cNvSpPr>
          <p:nvPr/>
        </p:nvSpPr>
        <p:spPr>
          <a:xfrm>
            <a:off x="11997105" y="2135955"/>
            <a:ext cx="12696" cy="888"/>
          </a:xfrm>
          <a:custGeom>
            <a:avLst/>
            <a:gdLst>
              <a:gd name="connsiteX0" fmla="*/ 0 w 12696"/>
              <a:gd name="connsiteY0" fmla="*/ 0 h 888"/>
              <a:gd name="connsiteX1" fmla="*/ 0 w 12696"/>
              <a:gd name="connsiteY1" fmla="*/ 0 h 888"/>
              <a:gd name="connsiteX2" fmla="*/ 0 w 12696"/>
              <a:gd name="connsiteY2" fmla="*/ 889 h 888"/>
            </a:gdLst>
            <a:ahLst/>
            <a:cxnLst/>
            <a:rect l="l" t="t" r="r" b="b"/>
            <a:pathLst>
              <a:path w="12696" h="888">
                <a:moveTo>
                  <a:pt x="0" y="0"/>
                </a:moveTo>
                <a:cubicBezTo>
                  <a:pt x="0" y="0"/>
                  <a:pt x="0" y="0"/>
                  <a:pt x="0" y="0"/>
                </a:cubicBezTo>
                <a:lnTo>
                  <a:pt x="0" y="889"/>
                </a:lnTo>
                <a:close/>
              </a:path>
            </a:pathLst>
          </a:custGeom>
          <a:solidFill>
            <a:srgbClr val="000000"/>
          </a:solidFill>
          <a:ln w="12690" cap="flat">
            <a:noFill/>
            <a:prstDash val="solid"/>
            <a:miter/>
          </a:ln>
        </p:spPr>
        <p:txBody>
          <a:bodyPr anchor="ctr"/>
          <a:lstStyle/>
          <a:p>
            <a:pPr>
              <a:buNone/>
            </a:pPr>
            <a:endParaRPr/>
          </a:p>
        </p:txBody>
      </p:sp>
      <p:sp>
        <p:nvSpPr>
          <p:cNvPr id="625" name="Freeform: Shape 624">
            <a:extLst>
              <a:ext uri="{FF2B5EF4-FFF2-40B4-BE49-F238E27FC236}">
                <a16:creationId xmlns:a16="http://schemas.microsoft.com/office/drawing/2014/main" id="{CFAACC4C-16FD-4FE9-AFAF-4ECD6BA01BA3}"/>
              </a:ext>
            </a:extLst>
          </p:cNvPr>
          <p:cNvSpPr>
            <a:spLocks noGrp="1"/>
          </p:cNvSpPr>
          <p:nvPr/>
        </p:nvSpPr>
        <p:spPr>
          <a:xfrm>
            <a:off x="11112136" y="2825894"/>
            <a:ext cx="175470" cy="148932"/>
          </a:xfrm>
          <a:custGeom>
            <a:avLst/>
            <a:gdLst>
              <a:gd name="connsiteX0" fmla="*/ 166709 w 175470"/>
              <a:gd name="connsiteY0" fmla="*/ 1651 h 148932"/>
              <a:gd name="connsiteX1" fmla="*/ 166709 w 175470"/>
              <a:gd name="connsiteY1" fmla="*/ 0 h 148932"/>
              <a:gd name="connsiteX2" fmla="*/ 1651 w 175470"/>
              <a:gd name="connsiteY2" fmla="*/ 134331 h 148932"/>
              <a:gd name="connsiteX3" fmla="*/ 1651 w 175470"/>
              <a:gd name="connsiteY3" fmla="*/ 145250 h 148932"/>
              <a:gd name="connsiteX4" fmla="*/ 1651 w 175470"/>
              <a:gd name="connsiteY4" fmla="*/ 146012 h 148932"/>
              <a:gd name="connsiteX5" fmla="*/ 1651 w 175470"/>
              <a:gd name="connsiteY5" fmla="*/ 146774 h 148932"/>
              <a:gd name="connsiteX6" fmla="*/ 1651 w 175470"/>
              <a:gd name="connsiteY6" fmla="*/ 146774 h 148932"/>
              <a:gd name="connsiteX7" fmla="*/ 0 w 175470"/>
              <a:gd name="connsiteY7" fmla="*/ 148932 h 148932"/>
              <a:gd name="connsiteX8" fmla="*/ 0 w 175470"/>
              <a:gd name="connsiteY8" fmla="*/ 148932 h 148932"/>
              <a:gd name="connsiteX9" fmla="*/ 175470 w 175470"/>
              <a:gd name="connsiteY9" fmla="*/ 5840 h 148932"/>
              <a:gd name="connsiteX10" fmla="*/ 175470 w 175470"/>
              <a:gd name="connsiteY10" fmla="*/ 5840 h 148932"/>
              <a:gd name="connsiteX11" fmla="*/ 171788 w 175470"/>
              <a:gd name="connsiteY11" fmla="*/ 7237 h 148932"/>
              <a:gd name="connsiteX12" fmla="*/ 166697 w 175470"/>
              <a:gd name="connsiteY12" fmla="*/ 1917 h 148932"/>
              <a:gd name="connsiteX13" fmla="*/ 166709 w 175470"/>
              <a:gd name="connsiteY13" fmla="*/ 1651 h 148932"/>
            </a:gdLst>
            <a:ahLst/>
            <a:cxnLst/>
            <a:rect l="l" t="t" r="r" b="b"/>
            <a:pathLst>
              <a:path w="175470" h="148932">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w="12690" cap="flat">
            <a:noFill/>
            <a:prstDash val="solid"/>
            <a:miter/>
          </a:ln>
        </p:spPr>
        <p:txBody>
          <a:bodyPr anchor="ctr"/>
          <a:lstStyle/>
          <a:p>
            <a:pPr>
              <a:buNone/>
            </a:pPr>
            <a:endParaRPr/>
          </a:p>
        </p:txBody>
      </p:sp>
      <p:sp>
        <p:nvSpPr>
          <p:cNvPr id="626" name="Freeform: Shape 625">
            <a:extLst>
              <a:ext uri="{FF2B5EF4-FFF2-40B4-BE49-F238E27FC236}">
                <a16:creationId xmlns:a16="http://schemas.microsoft.com/office/drawing/2014/main" id="{983B2806-5AF7-4B7C-845D-37C299292607}"/>
              </a:ext>
            </a:extLst>
          </p:cNvPr>
          <p:cNvSpPr>
            <a:spLocks noGrp="1"/>
          </p:cNvSpPr>
          <p:nvPr/>
        </p:nvSpPr>
        <p:spPr>
          <a:xfrm>
            <a:off x="9832931" y="2603574"/>
            <a:ext cx="1275650" cy="372013"/>
          </a:xfrm>
          <a:custGeom>
            <a:avLst/>
            <a:gdLst>
              <a:gd name="connsiteX0" fmla="*/ 1270444 w 1275650"/>
              <a:gd name="connsiteY0" fmla="*/ 367062 h 372013"/>
              <a:gd name="connsiteX1" fmla="*/ 1270444 w 1275650"/>
              <a:gd name="connsiteY1" fmla="*/ 360460 h 372013"/>
              <a:gd name="connsiteX2" fmla="*/ 7237 w 1275650"/>
              <a:gd name="connsiteY2" fmla="*/ 0 h 372013"/>
              <a:gd name="connsiteX3" fmla="*/ 7237 w 1275650"/>
              <a:gd name="connsiteY3" fmla="*/ 3555 h 372013"/>
              <a:gd name="connsiteX4" fmla="*/ 2044 w 1275650"/>
              <a:gd name="connsiteY4" fmla="*/ 8507 h 372013"/>
              <a:gd name="connsiteX5" fmla="*/ 1905 w 1275650"/>
              <a:gd name="connsiteY5" fmla="*/ 8507 h 372013"/>
              <a:gd name="connsiteX6" fmla="*/ 0 w 1275650"/>
              <a:gd name="connsiteY6" fmla="*/ 8507 h 372013"/>
              <a:gd name="connsiteX7" fmla="*/ 0 w 1275650"/>
              <a:gd name="connsiteY7" fmla="*/ 8507 h 372013"/>
              <a:gd name="connsiteX8" fmla="*/ 1274000 w 1275650"/>
              <a:gd name="connsiteY8" fmla="*/ 372014 h 372013"/>
              <a:gd name="connsiteX9" fmla="*/ 1275650 w 1275650"/>
              <a:gd name="connsiteY9" fmla="*/ 372014 h 372013"/>
              <a:gd name="connsiteX10" fmla="*/ 1270444 w 1275650"/>
              <a:gd name="connsiteY10" fmla="*/ 367062 h 372013"/>
            </a:gdLst>
            <a:ahLst/>
            <a:cxnLst/>
            <a:rect l="l" t="t" r="r" b="b"/>
            <a:pathLst>
              <a:path w="1275650" h="372013">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w="12690" cap="flat">
            <a:noFill/>
            <a:prstDash val="solid"/>
            <a:miter/>
          </a:ln>
        </p:spPr>
        <p:txBody>
          <a:bodyPr anchor="ctr"/>
          <a:lstStyle/>
          <a:p>
            <a:pPr>
              <a:buNone/>
            </a:pPr>
            <a:endParaRPr/>
          </a:p>
        </p:txBody>
      </p:sp>
      <p:sp>
        <p:nvSpPr>
          <p:cNvPr id="627" name="Freeform: Shape 626">
            <a:extLst>
              <a:ext uri="{FF2B5EF4-FFF2-40B4-BE49-F238E27FC236}">
                <a16:creationId xmlns:a16="http://schemas.microsoft.com/office/drawing/2014/main" id="{69EF44AA-6FE1-43DC-8A6B-285AB8EFAF35}"/>
              </a:ext>
            </a:extLst>
          </p:cNvPr>
          <p:cNvSpPr>
            <a:spLocks noGrp="1"/>
          </p:cNvSpPr>
          <p:nvPr/>
        </p:nvSpPr>
        <p:spPr>
          <a:xfrm>
            <a:off x="11113914" y="2971398"/>
            <a:ext cx="9" cy="888"/>
          </a:xfrm>
          <a:custGeom>
            <a:avLst/>
            <a:gdLst>
              <a:gd name="connsiteX0" fmla="*/ 0 w 9"/>
              <a:gd name="connsiteY0" fmla="*/ 762 h 888"/>
              <a:gd name="connsiteX1" fmla="*/ 0 w 9"/>
              <a:gd name="connsiteY1" fmla="*/ 0 h 888"/>
              <a:gd name="connsiteX2" fmla="*/ 0 w 9"/>
              <a:gd name="connsiteY2" fmla="*/ 889 h 888"/>
            </a:gdLst>
            <a:ahLst/>
            <a:cxnLst/>
            <a:rect l="l" t="t" r="r" b="b"/>
            <a:pathLst>
              <a:path w="9" h="888">
                <a:moveTo>
                  <a:pt x="0" y="762"/>
                </a:moveTo>
                <a:cubicBezTo>
                  <a:pt x="0" y="762"/>
                  <a:pt x="0" y="762"/>
                  <a:pt x="0" y="0"/>
                </a:cubicBezTo>
                <a:cubicBezTo>
                  <a:pt x="12" y="292"/>
                  <a:pt x="12" y="597"/>
                  <a:pt x="0" y="889"/>
                </a:cubicBezTo>
                <a:close/>
              </a:path>
            </a:pathLst>
          </a:custGeom>
          <a:solidFill>
            <a:srgbClr val="000000"/>
          </a:solidFill>
          <a:ln w="12690" cap="flat">
            <a:noFill/>
            <a:prstDash val="solid"/>
            <a:miter/>
          </a:ln>
        </p:spPr>
        <p:txBody>
          <a:bodyPr anchor="ctr"/>
          <a:lstStyle/>
          <a:p>
            <a:pPr>
              <a:buNone/>
            </a:pPr>
            <a:endParaRPr/>
          </a:p>
        </p:txBody>
      </p:sp>
      <p:sp>
        <p:nvSpPr>
          <p:cNvPr id="628" name="Freeform: Shape 627">
            <a:extLst>
              <a:ext uri="{FF2B5EF4-FFF2-40B4-BE49-F238E27FC236}">
                <a16:creationId xmlns:a16="http://schemas.microsoft.com/office/drawing/2014/main" id="{AA63E7BA-40A6-4277-B9A8-779C9D50D67B}"/>
              </a:ext>
            </a:extLst>
          </p:cNvPr>
          <p:cNvSpPr>
            <a:spLocks noGrp="1"/>
          </p:cNvSpPr>
          <p:nvPr/>
        </p:nvSpPr>
        <p:spPr>
          <a:xfrm>
            <a:off x="9829884" y="2501620"/>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lnTo>
                  <a:pt x="0" y="0"/>
                </a:lnTo>
                <a:lnTo>
                  <a:pt x="0" y="0"/>
                </a:lnTo>
                <a:close/>
              </a:path>
            </a:pathLst>
          </a:custGeom>
          <a:solidFill>
            <a:srgbClr val="000000"/>
          </a:solidFill>
          <a:ln w="12690" cap="flat">
            <a:noFill/>
            <a:prstDash val="solid"/>
            <a:miter/>
          </a:ln>
        </p:spPr>
        <p:txBody>
          <a:bodyPr anchor="ctr"/>
          <a:lstStyle/>
          <a:p>
            <a:pPr>
              <a:buNone/>
            </a:pPr>
            <a:endParaRPr/>
          </a:p>
        </p:txBody>
      </p:sp>
      <p:sp>
        <p:nvSpPr>
          <p:cNvPr id="629" name="Freeform: Shape 628">
            <a:extLst>
              <a:ext uri="{FF2B5EF4-FFF2-40B4-BE49-F238E27FC236}">
                <a16:creationId xmlns:a16="http://schemas.microsoft.com/office/drawing/2014/main" id="{466FB710-8F73-466D-BA61-870BC92A5C9A}"/>
              </a:ext>
            </a:extLst>
          </p:cNvPr>
          <p:cNvSpPr>
            <a:spLocks noGrp="1"/>
          </p:cNvSpPr>
          <p:nvPr/>
        </p:nvSpPr>
        <p:spPr>
          <a:xfrm>
            <a:off x="9831153" y="2500096"/>
            <a:ext cx="12696" cy="12696"/>
          </a:xfrm>
          <a:custGeom>
            <a:avLst/>
            <a:gdLst>
              <a:gd name="connsiteX0" fmla="*/ 0 w 12696"/>
              <a:gd name="connsiteY0" fmla="*/ 0 h 12696"/>
              <a:gd name="connsiteX1" fmla="*/ 0 w 12696"/>
              <a:gd name="connsiteY1" fmla="*/ 0 h 12696"/>
              <a:gd name="connsiteX2" fmla="*/ 0 w 12696"/>
              <a:gd name="connsiteY2" fmla="*/ 0 h 12696"/>
            </a:gdLst>
            <a:ahLst/>
            <a:cxnLst/>
            <a:rect l="l" t="t" r="r" b="b"/>
            <a:pathLst>
              <a:path w="12696" h="12696">
                <a:moveTo>
                  <a:pt x="0" y="0"/>
                </a:moveTo>
                <a:cubicBezTo>
                  <a:pt x="0" y="0"/>
                  <a:pt x="0" y="0"/>
                  <a:pt x="0" y="0"/>
                </a:cubicBezTo>
                <a:lnTo>
                  <a:pt x="0" y="0"/>
                </a:lnTo>
                <a:close/>
              </a:path>
            </a:pathLst>
          </a:custGeom>
          <a:solidFill>
            <a:srgbClr val="000000"/>
          </a:solidFill>
          <a:ln w="12690" cap="flat">
            <a:noFill/>
            <a:prstDash val="solid"/>
            <a:miter/>
          </a:ln>
        </p:spPr>
        <p:txBody>
          <a:bodyPr anchor="ctr"/>
          <a:lstStyle/>
          <a:p>
            <a:pPr>
              <a:buNone/>
            </a:pPr>
            <a:endParaRPr/>
          </a:p>
        </p:txBody>
      </p:sp>
      <p:sp>
        <p:nvSpPr>
          <p:cNvPr id="630" name="Freeform: Shape 629">
            <a:extLst>
              <a:ext uri="{FF2B5EF4-FFF2-40B4-BE49-F238E27FC236}">
                <a16:creationId xmlns:a16="http://schemas.microsoft.com/office/drawing/2014/main" id="{F3369068-6428-4A3A-AB08-1AD9F35580C5}"/>
              </a:ext>
            </a:extLst>
          </p:cNvPr>
          <p:cNvSpPr>
            <a:spLocks noGrp="1"/>
          </p:cNvSpPr>
          <p:nvPr/>
        </p:nvSpPr>
        <p:spPr>
          <a:xfrm>
            <a:off x="9831106" y="2505302"/>
            <a:ext cx="9069" cy="107160"/>
          </a:xfrm>
          <a:custGeom>
            <a:avLst/>
            <a:gdLst>
              <a:gd name="connsiteX0" fmla="*/ 9063 w 9069"/>
              <a:gd name="connsiteY0" fmla="*/ 101827 h 107160"/>
              <a:gd name="connsiteX1" fmla="*/ 9063 w 9069"/>
              <a:gd name="connsiteY1" fmla="*/ 4952 h 107160"/>
              <a:gd name="connsiteX2" fmla="*/ 1952 w 9069"/>
              <a:gd name="connsiteY2" fmla="*/ 3174 h 107160"/>
              <a:gd name="connsiteX3" fmla="*/ 1952 w 9069"/>
              <a:gd name="connsiteY3" fmla="*/ 3174 h 107160"/>
              <a:gd name="connsiteX4" fmla="*/ 1064 w 9069"/>
              <a:gd name="connsiteY4" fmla="*/ 3174 h 107160"/>
              <a:gd name="connsiteX5" fmla="*/ 48 w 9069"/>
              <a:gd name="connsiteY5" fmla="*/ 2539 h 107160"/>
              <a:gd name="connsiteX6" fmla="*/ 48 w 9069"/>
              <a:gd name="connsiteY6" fmla="*/ 2539 h 107160"/>
              <a:gd name="connsiteX7" fmla="*/ 48 w 9069"/>
              <a:gd name="connsiteY7" fmla="*/ 2539 h 107160"/>
              <a:gd name="connsiteX8" fmla="*/ 48 w 9069"/>
              <a:gd name="connsiteY8" fmla="*/ 1778 h 107160"/>
              <a:gd name="connsiteX9" fmla="*/ 48 w 9069"/>
              <a:gd name="connsiteY9" fmla="*/ 762 h 107160"/>
              <a:gd name="connsiteX10" fmla="*/ 48 w 9069"/>
              <a:gd name="connsiteY10" fmla="*/ 0 h 107160"/>
              <a:gd name="connsiteX11" fmla="*/ 48 w 9069"/>
              <a:gd name="connsiteY11" fmla="*/ 0 h 107160"/>
              <a:gd name="connsiteX12" fmla="*/ 48 w 9069"/>
              <a:gd name="connsiteY12" fmla="*/ 0 h 107160"/>
              <a:gd name="connsiteX13" fmla="*/ 48 w 9069"/>
              <a:gd name="connsiteY13" fmla="*/ 103732 h 107160"/>
              <a:gd name="connsiteX14" fmla="*/ 48 w 9069"/>
              <a:gd name="connsiteY14" fmla="*/ 104748 h 107160"/>
              <a:gd name="connsiteX15" fmla="*/ 48 w 9069"/>
              <a:gd name="connsiteY15" fmla="*/ 105637 h 107160"/>
              <a:gd name="connsiteX16" fmla="*/ 48 w 9069"/>
              <a:gd name="connsiteY16" fmla="*/ 106398 h 107160"/>
              <a:gd name="connsiteX17" fmla="*/ 683 w 9069"/>
              <a:gd name="connsiteY17" fmla="*/ 107160 h 107160"/>
              <a:gd name="connsiteX18" fmla="*/ 1445 w 9069"/>
              <a:gd name="connsiteY18" fmla="*/ 107160 h 107160"/>
              <a:gd name="connsiteX19" fmla="*/ 2460 w 9069"/>
              <a:gd name="connsiteY19" fmla="*/ 107160 h 107160"/>
              <a:gd name="connsiteX20" fmla="*/ 4365 w 9069"/>
              <a:gd name="connsiteY20" fmla="*/ 107160 h 107160"/>
              <a:gd name="connsiteX21" fmla="*/ 9063 w 9069"/>
              <a:gd name="connsiteY21" fmla="*/ 101827 h 107160"/>
            </a:gdLst>
            <a:ahLst/>
            <a:cxnLst/>
            <a:rect l="l" t="t" r="r" b="b"/>
            <a:pathLst>
              <a:path w="9069" h="107160">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w="12690" cap="flat">
            <a:noFill/>
            <a:prstDash val="solid"/>
            <a:miter/>
          </a:ln>
        </p:spPr>
        <p:txBody>
          <a:bodyPr anchor="ctr"/>
          <a:lstStyle/>
          <a:p>
            <a:pPr>
              <a:buNone/>
            </a:pPr>
            <a:endParaRPr/>
          </a:p>
        </p:txBody>
      </p:sp>
      <p:sp>
        <p:nvSpPr>
          <p:cNvPr id="631" name="Freeform: Shape 630">
            <a:extLst>
              <a:ext uri="{FF2B5EF4-FFF2-40B4-BE49-F238E27FC236}">
                <a16:creationId xmlns:a16="http://schemas.microsoft.com/office/drawing/2014/main" id="{5CCF168C-7F0C-41E2-BB50-3CAEBCCEF006}"/>
              </a:ext>
            </a:extLst>
          </p:cNvPr>
          <p:cNvSpPr>
            <a:spLocks noGrp="1"/>
          </p:cNvSpPr>
          <p:nvPr/>
        </p:nvSpPr>
        <p:spPr>
          <a:xfrm>
            <a:off x="11103502" y="2869063"/>
            <a:ext cx="10538" cy="106404"/>
          </a:xfrm>
          <a:custGeom>
            <a:avLst/>
            <a:gdLst>
              <a:gd name="connsiteX0" fmla="*/ 10539 w 10538"/>
              <a:gd name="connsiteY0" fmla="*/ 102335 h 106404"/>
              <a:gd name="connsiteX1" fmla="*/ 10539 w 10538"/>
              <a:gd name="connsiteY1" fmla="*/ 101574 h 106404"/>
              <a:gd name="connsiteX2" fmla="*/ 10539 w 10538"/>
              <a:gd name="connsiteY2" fmla="*/ 0 h 106404"/>
              <a:gd name="connsiteX3" fmla="*/ 8761 w 10538"/>
              <a:gd name="connsiteY3" fmla="*/ 1397 h 106404"/>
              <a:gd name="connsiteX4" fmla="*/ 8761 w 10538"/>
              <a:gd name="connsiteY4" fmla="*/ 1397 h 106404"/>
              <a:gd name="connsiteX5" fmla="*/ 5460 w 10538"/>
              <a:gd name="connsiteY5" fmla="*/ 2539 h 106404"/>
              <a:gd name="connsiteX6" fmla="*/ 3809 w 10538"/>
              <a:gd name="connsiteY6" fmla="*/ 2539 h 106404"/>
              <a:gd name="connsiteX7" fmla="*/ 0 w 10538"/>
              <a:gd name="connsiteY7" fmla="*/ 1524 h 106404"/>
              <a:gd name="connsiteX8" fmla="*/ 0 w 10538"/>
              <a:gd name="connsiteY8" fmla="*/ 101447 h 106404"/>
              <a:gd name="connsiteX9" fmla="*/ 5447 w 10538"/>
              <a:gd name="connsiteY9" fmla="*/ 106398 h 106404"/>
              <a:gd name="connsiteX10" fmla="*/ 5460 w 10538"/>
              <a:gd name="connsiteY10" fmla="*/ 106398 h 106404"/>
              <a:gd name="connsiteX11" fmla="*/ 8253 w 10538"/>
              <a:gd name="connsiteY11" fmla="*/ 105510 h 106404"/>
              <a:gd name="connsiteX12" fmla="*/ 8253 w 10538"/>
              <a:gd name="connsiteY12" fmla="*/ 105510 h 106404"/>
              <a:gd name="connsiteX13" fmla="*/ 8253 w 10538"/>
              <a:gd name="connsiteY13" fmla="*/ 105510 h 106404"/>
              <a:gd name="connsiteX14" fmla="*/ 9904 w 10538"/>
              <a:gd name="connsiteY14" fmla="*/ 103351 h 106404"/>
              <a:gd name="connsiteX15" fmla="*/ 10539 w 10538"/>
              <a:gd name="connsiteY15" fmla="*/ 102335 h 106404"/>
            </a:gdLst>
            <a:ahLst/>
            <a:cxnLst/>
            <a:rect l="l" t="t" r="r" b="b"/>
            <a:pathLst>
              <a:path w="10538" h="106404">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w="12690" cap="flat">
            <a:noFill/>
            <a:prstDash val="solid"/>
            <a:miter/>
          </a:ln>
        </p:spPr>
        <p:txBody>
          <a:bodyPr anchor="ctr"/>
          <a:lstStyle/>
          <a:p>
            <a:pPr>
              <a:buNone/>
            </a:pPr>
            <a:endParaRPr/>
          </a:p>
        </p:txBody>
      </p:sp>
      <p:sp>
        <p:nvSpPr>
          <p:cNvPr id="632" name="Freeform: Shape 631">
            <a:extLst>
              <a:ext uri="{FF2B5EF4-FFF2-40B4-BE49-F238E27FC236}">
                <a16:creationId xmlns:a16="http://schemas.microsoft.com/office/drawing/2014/main" id="{818796FA-2604-4AC4-9618-3B2EC95BE084}"/>
              </a:ext>
            </a:extLst>
          </p:cNvPr>
          <p:cNvSpPr>
            <a:spLocks noGrp="1"/>
          </p:cNvSpPr>
          <p:nvPr/>
        </p:nvSpPr>
        <p:spPr>
          <a:xfrm>
            <a:off x="9830861" y="2500223"/>
            <a:ext cx="673" cy="761"/>
          </a:xfrm>
          <a:custGeom>
            <a:avLst/>
            <a:gdLst>
              <a:gd name="connsiteX0" fmla="*/ 38 w 673"/>
              <a:gd name="connsiteY0" fmla="*/ 127 h 761"/>
              <a:gd name="connsiteX1" fmla="*/ 38 w 673"/>
              <a:gd name="connsiteY1" fmla="*/ 762 h 761"/>
              <a:gd name="connsiteX2" fmla="*/ 673 w 673"/>
              <a:gd name="connsiteY2" fmla="*/ 0 h 761"/>
            </a:gdLst>
            <a:ahLst/>
            <a:cxnLst/>
            <a:rect l="l" t="t" r="r" b="b"/>
            <a:pathLst>
              <a:path w="673" h="761">
                <a:moveTo>
                  <a:pt x="38" y="127"/>
                </a:moveTo>
                <a:cubicBezTo>
                  <a:pt x="-13" y="330"/>
                  <a:pt x="-13" y="559"/>
                  <a:pt x="38" y="762"/>
                </a:cubicBezTo>
                <a:lnTo>
                  <a:pt x="673" y="0"/>
                </a:lnTo>
                <a:close/>
              </a:path>
            </a:pathLst>
          </a:custGeom>
          <a:solidFill>
            <a:srgbClr val="000000"/>
          </a:solidFill>
          <a:ln w="12690" cap="flat">
            <a:noFill/>
            <a:prstDash val="solid"/>
            <a:miter/>
          </a:ln>
        </p:spPr>
        <p:txBody>
          <a:bodyPr anchor="ctr"/>
          <a:lstStyle/>
          <a:p>
            <a:pPr>
              <a:buNone/>
            </a:pPr>
            <a:endParaRPr/>
          </a:p>
        </p:txBody>
      </p:sp>
      <p:sp>
        <p:nvSpPr>
          <p:cNvPr id="633" name="Freeform: Shape 632">
            <a:extLst>
              <a:ext uri="{FF2B5EF4-FFF2-40B4-BE49-F238E27FC236}">
                <a16:creationId xmlns:a16="http://schemas.microsoft.com/office/drawing/2014/main" id="{ACDE445B-CBAC-4AAF-88E3-3A80E815A33F}"/>
              </a:ext>
            </a:extLst>
          </p:cNvPr>
          <p:cNvSpPr>
            <a:spLocks noGrp="1"/>
          </p:cNvSpPr>
          <p:nvPr/>
        </p:nvSpPr>
        <p:spPr>
          <a:xfrm>
            <a:off x="9829719" y="2501239"/>
            <a:ext cx="37" cy="761"/>
          </a:xfrm>
          <a:custGeom>
            <a:avLst/>
            <a:gdLst>
              <a:gd name="connsiteX0" fmla="*/ 38 w 37"/>
              <a:gd name="connsiteY0" fmla="*/ 762 h 761"/>
              <a:gd name="connsiteX1" fmla="*/ 38 w 37"/>
              <a:gd name="connsiteY1" fmla="*/ 762 h 761"/>
              <a:gd name="connsiteX2" fmla="*/ 38 w 37"/>
              <a:gd name="connsiteY2" fmla="*/ 762 h 761"/>
              <a:gd name="connsiteX3" fmla="*/ 38 w 37"/>
              <a:gd name="connsiteY3" fmla="*/ 0 h 761"/>
            </a:gdLst>
            <a:ahLst/>
            <a:cxnLst/>
            <a:rect l="l" t="t" r="r" b="b"/>
            <a:pathLst>
              <a:path w="37" h="761">
                <a:moveTo>
                  <a:pt x="38" y="762"/>
                </a:moveTo>
                <a:lnTo>
                  <a:pt x="38" y="762"/>
                </a:lnTo>
                <a:lnTo>
                  <a:pt x="38" y="762"/>
                </a:lnTo>
                <a:cubicBezTo>
                  <a:pt x="-13" y="508"/>
                  <a:pt x="-13" y="254"/>
                  <a:pt x="38" y="0"/>
                </a:cubicBezTo>
                <a:close/>
              </a:path>
            </a:pathLst>
          </a:custGeom>
          <a:solidFill>
            <a:srgbClr val="000000"/>
          </a:solidFill>
          <a:ln w="12690" cap="flat">
            <a:noFill/>
            <a:prstDash val="solid"/>
            <a:miter/>
          </a:ln>
        </p:spPr>
        <p:txBody>
          <a:bodyPr anchor="ctr"/>
          <a:lstStyle/>
          <a:p>
            <a:pPr>
              <a:buNone/>
            </a:pPr>
            <a:endParaRPr/>
          </a:p>
        </p:txBody>
      </p:sp>
      <p:sp>
        <p:nvSpPr>
          <p:cNvPr id="634" name="Freeform: Shape 633">
            <a:extLst>
              <a:ext uri="{FF2B5EF4-FFF2-40B4-BE49-F238E27FC236}">
                <a16:creationId xmlns:a16="http://schemas.microsoft.com/office/drawing/2014/main" id="{A5F97951-B24C-487D-BCEB-38DAFA3A8F52}"/>
              </a:ext>
            </a:extLst>
          </p:cNvPr>
          <p:cNvSpPr>
            <a:spLocks noGrp="1"/>
          </p:cNvSpPr>
          <p:nvPr/>
        </p:nvSpPr>
        <p:spPr>
          <a:xfrm>
            <a:off x="11108835" y="2870840"/>
            <a:ext cx="3301" cy="1142"/>
          </a:xfrm>
          <a:custGeom>
            <a:avLst/>
            <a:gdLst>
              <a:gd name="connsiteX0" fmla="*/ 3301 w 3301"/>
              <a:gd name="connsiteY0" fmla="*/ 0 h 1142"/>
              <a:gd name="connsiteX1" fmla="*/ 0 w 3301"/>
              <a:gd name="connsiteY1" fmla="*/ 1143 h 1142"/>
              <a:gd name="connsiteX2" fmla="*/ 3301 w 3301"/>
              <a:gd name="connsiteY2" fmla="*/ 0 h 1142"/>
            </a:gdLst>
            <a:ahLst/>
            <a:cxnLst/>
            <a:rect l="l" t="t" r="r" b="b"/>
            <a:pathLst>
              <a:path w="3301" h="1142">
                <a:moveTo>
                  <a:pt x="3301" y="0"/>
                </a:moveTo>
                <a:cubicBezTo>
                  <a:pt x="2362" y="736"/>
                  <a:pt x="1193" y="1130"/>
                  <a:pt x="0" y="1143"/>
                </a:cubicBezTo>
                <a:cubicBezTo>
                  <a:pt x="1193" y="1130"/>
                  <a:pt x="2362" y="736"/>
                  <a:pt x="3301" y="0"/>
                </a:cubicBezTo>
                <a:close/>
              </a:path>
            </a:pathLst>
          </a:custGeom>
          <a:solidFill>
            <a:srgbClr val="000000"/>
          </a:solidFill>
          <a:ln w="12690" cap="flat">
            <a:noFill/>
            <a:prstDash val="solid"/>
            <a:miter/>
          </a:ln>
        </p:spPr>
        <p:txBody>
          <a:bodyPr anchor="ctr"/>
          <a:lstStyle/>
          <a:p>
            <a:pPr>
              <a:buNone/>
            </a:pPr>
            <a:endParaRPr/>
          </a:p>
        </p:txBody>
      </p:sp>
      <p:sp>
        <p:nvSpPr>
          <p:cNvPr id="635" name="Freeform: Shape 634">
            <a:extLst>
              <a:ext uri="{FF2B5EF4-FFF2-40B4-BE49-F238E27FC236}">
                <a16:creationId xmlns:a16="http://schemas.microsoft.com/office/drawing/2014/main" id="{53C6B81E-7F4D-430A-BA35-384A9F3DA008}"/>
              </a:ext>
            </a:extLst>
          </p:cNvPr>
          <p:cNvSpPr>
            <a:spLocks noGrp="1"/>
          </p:cNvSpPr>
          <p:nvPr/>
        </p:nvSpPr>
        <p:spPr>
          <a:xfrm>
            <a:off x="9833185" y="2501493"/>
            <a:ext cx="1275649" cy="370594"/>
          </a:xfrm>
          <a:custGeom>
            <a:avLst/>
            <a:gdLst>
              <a:gd name="connsiteX0" fmla="*/ 1271968 w 1275649"/>
              <a:gd name="connsiteY0" fmla="*/ 362491 h 370594"/>
              <a:gd name="connsiteX1" fmla="*/ 1274253 w 1275649"/>
              <a:gd name="connsiteY1" fmla="*/ 360586 h 370594"/>
              <a:gd name="connsiteX2" fmla="*/ 12570 w 1275649"/>
              <a:gd name="connsiteY2" fmla="*/ 0 h 370594"/>
              <a:gd name="connsiteX3" fmla="*/ 5460 w 1275649"/>
              <a:gd name="connsiteY3" fmla="*/ 5713 h 370594"/>
              <a:gd name="connsiteX4" fmla="*/ 1904 w 1275649"/>
              <a:gd name="connsiteY4" fmla="*/ 6983 h 370594"/>
              <a:gd name="connsiteX5" fmla="*/ 0 w 1275649"/>
              <a:gd name="connsiteY5" fmla="*/ 6983 h 370594"/>
              <a:gd name="connsiteX6" fmla="*/ 0 w 1275649"/>
              <a:gd name="connsiteY6" fmla="*/ 6983 h 370594"/>
              <a:gd name="connsiteX7" fmla="*/ 6983 w 1275649"/>
              <a:gd name="connsiteY7" fmla="*/ 9015 h 370594"/>
              <a:gd name="connsiteX8" fmla="*/ 1270190 w 1275649"/>
              <a:gd name="connsiteY8" fmla="*/ 369474 h 370594"/>
              <a:gd name="connsiteX9" fmla="*/ 1273999 w 1275649"/>
              <a:gd name="connsiteY9" fmla="*/ 370490 h 370594"/>
              <a:gd name="connsiteX10" fmla="*/ 1275650 w 1275649"/>
              <a:gd name="connsiteY10" fmla="*/ 370490 h 370594"/>
              <a:gd name="connsiteX11" fmla="*/ 1271587 w 1275649"/>
              <a:gd name="connsiteY11" fmla="*/ 368966 h 370594"/>
              <a:gd name="connsiteX12" fmla="*/ 1271968 w 1275649"/>
              <a:gd name="connsiteY12" fmla="*/ 362491 h 370594"/>
            </a:gdLst>
            <a:ahLst/>
            <a:cxnLst/>
            <a:rect l="l" t="t" r="r" b="b"/>
            <a:pathLst>
              <a:path w="1275649" h="370594">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w="12690" cap="flat">
            <a:noFill/>
            <a:prstDash val="solid"/>
            <a:miter/>
          </a:ln>
        </p:spPr>
        <p:txBody>
          <a:bodyPr anchor="ctr"/>
          <a:lstStyle/>
          <a:p>
            <a:pPr>
              <a:buNone/>
            </a:pPr>
            <a:endParaRPr/>
          </a:p>
        </p:txBody>
      </p:sp>
      <p:sp>
        <p:nvSpPr>
          <p:cNvPr id="636" name="Freeform: Shape 635">
            <a:extLst>
              <a:ext uri="{FF2B5EF4-FFF2-40B4-BE49-F238E27FC236}">
                <a16:creationId xmlns:a16="http://schemas.microsoft.com/office/drawing/2014/main" id="{943BBFE7-0B84-446A-BE40-DD3671B31D11}"/>
              </a:ext>
            </a:extLst>
          </p:cNvPr>
          <p:cNvSpPr>
            <a:spLocks noGrp="1"/>
          </p:cNvSpPr>
          <p:nvPr/>
        </p:nvSpPr>
        <p:spPr>
          <a:xfrm>
            <a:off x="10025123" y="2340343"/>
            <a:ext cx="1261087" cy="385627"/>
          </a:xfrm>
          <a:custGeom>
            <a:avLst/>
            <a:gdLst>
              <a:gd name="connsiteX0" fmla="*/ 3213 w 1261087"/>
              <a:gd name="connsiteY0" fmla="*/ 9424 h 385627"/>
              <a:gd name="connsiteX1" fmla="*/ 315808 w 1261087"/>
              <a:gd name="connsiteY1" fmla="*/ 103888 h 385627"/>
              <a:gd name="connsiteX2" fmla="*/ 1074951 w 1261087"/>
              <a:gd name="connsiteY2" fmla="*/ 333190 h 385627"/>
              <a:gd name="connsiteX3" fmla="*/ 1248644 w 1261087"/>
              <a:gd name="connsiteY3" fmla="*/ 385627 h 385627"/>
              <a:gd name="connsiteX4" fmla="*/ 1255501 w 1261087"/>
              <a:gd name="connsiteY4" fmla="*/ 380041 h 385627"/>
              <a:gd name="connsiteX5" fmla="*/ 1261087 w 1261087"/>
              <a:gd name="connsiteY5" fmla="*/ 379152 h 385627"/>
              <a:gd name="connsiteX6" fmla="*/ 1261087 w 1261087"/>
              <a:gd name="connsiteY6" fmla="*/ 379152 h 385627"/>
              <a:gd name="connsiteX7" fmla="*/ 6894 w 1261087"/>
              <a:gd name="connsiteY7" fmla="*/ 282 h 385627"/>
              <a:gd name="connsiteX8" fmla="*/ 38 w 1261087"/>
              <a:gd name="connsiteY8" fmla="*/ 3329 h 385627"/>
              <a:gd name="connsiteX9" fmla="*/ 38 w 1261087"/>
              <a:gd name="connsiteY9" fmla="*/ 4345 h 385627"/>
              <a:gd name="connsiteX10" fmla="*/ 3213 w 1261087"/>
              <a:gd name="connsiteY10" fmla="*/ 9424 h 385627"/>
            </a:gdLst>
            <a:ahLst/>
            <a:cxnLst/>
            <a:rect l="l" t="t" r="r" b="b"/>
            <a:pathLst>
              <a:path w="1261087" h="38562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w="12690" cap="flat">
            <a:noFill/>
            <a:prstDash val="solid"/>
            <a:miter/>
          </a:ln>
        </p:spPr>
        <p:txBody>
          <a:bodyPr anchor="ctr"/>
          <a:lstStyle/>
          <a:p>
            <a:pPr>
              <a:buNone/>
            </a:pPr>
            <a:endParaRPr/>
          </a:p>
        </p:txBody>
      </p:sp>
      <p:sp>
        <p:nvSpPr>
          <p:cNvPr id="637" name="Freeform: Shape 636">
            <a:extLst>
              <a:ext uri="{FF2B5EF4-FFF2-40B4-BE49-F238E27FC236}">
                <a16:creationId xmlns:a16="http://schemas.microsoft.com/office/drawing/2014/main" id="{7DAE9C85-0B6D-405B-8AFC-4B194DE54046}"/>
              </a:ext>
            </a:extLst>
          </p:cNvPr>
          <p:cNvSpPr>
            <a:spLocks noGrp="1"/>
          </p:cNvSpPr>
          <p:nvPr/>
        </p:nvSpPr>
        <p:spPr>
          <a:xfrm>
            <a:off x="11289384" y="2724955"/>
            <a:ext cx="47" cy="761"/>
          </a:xfrm>
          <a:custGeom>
            <a:avLst/>
            <a:gdLst>
              <a:gd name="connsiteX0" fmla="*/ 0 w 47"/>
              <a:gd name="connsiteY0" fmla="*/ 635 h 761"/>
              <a:gd name="connsiteX1" fmla="*/ 0 w 47"/>
              <a:gd name="connsiteY1" fmla="*/ 0 h 761"/>
              <a:gd name="connsiteX2" fmla="*/ 0 w 47"/>
              <a:gd name="connsiteY2" fmla="*/ 762 h 761"/>
            </a:gdLst>
            <a:ahLst/>
            <a:cxnLst/>
            <a:rect l="l" t="t" r="r" b="b"/>
            <a:pathLst>
              <a:path w="47" h="761">
                <a:moveTo>
                  <a:pt x="0" y="635"/>
                </a:moveTo>
                <a:cubicBezTo>
                  <a:pt x="64" y="432"/>
                  <a:pt x="64" y="203"/>
                  <a:pt x="0" y="0"/>
                </a:cubicBezTo>
                <a:cubicBezTo>
                  <a:pt x="50" y="254"/>
                  <a:pt x="50" y="508"/>
                  <a:pt x="0" y="762"/>
                </a:cubicBezTo>
                <a:close/>
              </a:path>
            </a:pathLst>
          </a:custGeom>
          <a:solidFill>
            <a:srgbClr val="000000"/>
          </a:solidFill>
          <a:ln w="12690" cap="flat">
            <a:noFill/>
            <a:prstDash val="solid"/>
            <a:miter/>
          </a:ln>
        </p:spPr>
        <p:txBody>
          <a:bodyPr anchor="ctr"/>
          <a:lstStyle/>
          <a:p>
            <a:pPr>
              <a:buNone/>
            </a:pPr>
            <a:endParaRPr/>
          </a:p>
        </p:txBody>
      </p:sp>
      <p:sp>
        <p:nvSpPr>
          <p:cNvPr id="638" name="Freeform: Shape 637">
            <a:extLst>
              <a:ext uri="{FF2B5EF4-FFF2-40B4-BE49-F238E27FC236}">
                <a16:creationId xmlns:a16="http://schemas.microsoft.com/office/drawing/2014/main" id="{5341BFD5-0C39-414D-A02F-11275A84E86F}"/>
              </a:ext>
            </a:extLst>
          </p:cNvPr>
          <p:cNvSpPr>
            <a:spLocks noGrp="1"/>
          </p:cNvSpPr>
          <p:nvPr/>
        </p:nvSpPr>
        <p:spPr>
          <a:xfrm>
            <a:off x="11104869" y="2721066"/>
            <a:ext cx="184435" cy="152824"/>
          </a:xfrm>
          <a:custGeom>
            <a:avLst/>
            <a:gdLst>
              <a:gd name="connsiteX0" fmla="*/ 182992 w 184435"/>
              <a:gd name="connsiteY0" fmla="*/ 6556 h 152824"/>
              <a:gd name="connsiteX1" fmla="*/ 184388 w 184435"/>
              <a:gd name="connsiteY1" fmla="*/ 4651 h 152824"/>
              <a:gd name="connsiteX2" fmla="*/ 184388 w 184435"/>
              <a:gd name="connsiteY2" fmla="*/ 3889 h 152824"/>
              <a:gd name="connsiteX3" fmla="*/ 184388 w 184435"/>
              <a:gd name="connsiteY3" fmla="*/ 2873 h 152824"/>
              <a:gd name="connsiteX4" fmla="*/ 184388 w 184435"/>
              <a:gd name="connsiteY4" fmla="*/ 1985 h 152824"/>
              <a:gd name="connsiteX5" fmla="*/ 184388 w 184435"/>
              <a:gd name="connsiteY5" fmla="*/ 1096 h 152824"/>
              <a:gd name="connsiteX6" fmla="*/ 184388 w 184435"/>
              <a:gd name="connsiteY6" fmla="*/ 334 h 152824"/>
              <a:gd name="connsiteX7" fmla="*/ 184388 w 184435"/>
              <a:gd name="connsiteY7" fmla="*/ 334 h 152824"/>
              <a:gd name="connsiteX8" fmla="*/ 184388 w 184435"/>
              <a:gd name="connsiteY8" fmla="*/ 334 h 152824"/>
              <a:gd name="connsiteX9" fmla="*/ 183626 w 184435"/>
              <a:gd name="connsiteY9" fmla="*/ 334 h 152824"/>
              <a:gd name="connsiteX10" fmla="*/ 182610 w 184435"/>
              <a:gd name="connsiteY10" fmla="*/ 334 h 152824"/>
              <a:gd name="connsiteX11" fmla="*/ 177024 w 184435"/>
              <a:gd name="connsiteY11" fmla="*/ 1223 h 152824"/>
              <a:gd name="connsiteX12" fmla="*/ 170168 w 184435"/>
              <a:gd name="connsiteY12" fmla="*/ 6809 h 152824"/>
              <a:gd name="connsiteX13" fmla="*/ 3839 w 184435"/>
              <a:gd name="connsiteY13" fmla="*/ 142410 h 152824"/>
              <a:gd name="connsiteX14" fmla="*/ 1554 w 184435"/>
              <a:gd name="connsiteY14" fmla="*/ 144315 h 152824"/>
              <a:gd name="connsiteX15" fmla="*/ 1211 w 184435"/>
              <a:gd name="connsiteY15" fmla="*/ 150955 h 152824"/>
              <a:gd name="connsiteX16" fmla="*/ 1554 w 184435"/>
              <a:gd name="connsiteY16" fmla="*/ 151298 h 152824"/>
              <a:gd name="connsiteX17" fmla="*/ 5617 w 184435"/>
              <a:gd name="connsiteY17" fmla="*/ 152822 h 152824"/>
              <a:gd name="connsiteX18" fmla="*/ 8918 w 184435"/>
              <a:gd name="connsiteY18" fmla="*/ 151679 h 152824"/>
              <a:gd name="connsiteX19" fmla="*/ 8918 w 184435"/>
              <a:gd name="connsiteY19" fmla="*/ 151679 h 152824"/>
              <a:gd name="connsiteX20" fmla="*/ 10696 w 184435"/>
              <a:gd name="connsiteY20" fmla="*/ 150282 h 152824"/>
              <a:gd name="connsiteX21" fmla="*/ 180833 w 184435"/>
              <a:gd name="connsiteY21" fmla="*/ 11634 h 152824"/>
            </a:gdLst>
            <a:ahLst/>
            <a:cxnLst/>
            <a:rect l="l" t="t" r="r" b="b"/>
            <a:pathLst>
              <a:path w="184435" h="152824">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w="12690" cap="flat">
            <a:noFill/>
            <a:prstDash val="solid"/>
            <a:miter/>
          </a:ln>
        </p:spPr>
        <p:txBody>
          <a:bodyPr anchor="ctr"/>
          <a:lstStyle/>
          <a:p>
            <a:pPr>
              <a:buNone/>
            </a:pPr>
            <a:endParaRPr/>
          </a:p>
        </p:txBody>
      </p:sp>
      <p:sp>
        <p:nvSpPr>
          <p:cNvPr id="639" name="Freeform: Shape 638">
            <a:extLst>
              <a:ext uri="{FF2B5EF4-FFF2-40B4-BE49-F238E27FC236}">
                <a16:creationId xmlns:a16="http://schemas.microsoft.com/office/drawing/2014/main" id="{957CD6AA-B64C-4035-8DBB-F9494D161B61}"/>
              </a:ext>
            </a:extLst>
          </p:cNvPr>
          <p:cNvSpPr>
            <a:spLocks noGrp="1"/>
          </p:cNvSpPr>
          <p:nvPr/>
        </p:nvSpPr>
        <p:spPr>
          <a:xfrm>
            <a:off x="11617470" y="2340221"/>
            <a:ext cx="379901" cy="502813"/>
          </a:xfrm>
          <a:custGeom>
            <a:avLst/>
            <a:gdLst>
              <a:gd name="connsiteX0" fmla="*/ 379890 w 379901"/>
              <a:gd name="connsiteY0" fmla="*/ 6372 h 502813"/>
              <a:gd name="connsiteX1" fmla="*/ 379890 w 379901"/>
              <a:gd name="connsiteY1" fmla="*/ 5357 h 502813"/>
              <a:gd name="connsiteX2" fmla="*/ 377604 w 379901"/>
              <a:gd name="connsiteY2" fmla="*/ 913 h 502813"/>
              <a:gd name="connsiteX3" fmla="*/ 370113 w 379901"/>
              <a:gd name="connsiteY3" fmla="*/ 2055 h 502813"/>
              <a:gd name="connsiteX4" fmla="*/ 369097 w 379901"/>
              <a:gd name="connsiteY4" fmla="*/ 3325 h 502813"/>
              <a:gd name="connsiteX5" fmla="*/ 889 w 379901"/>
              <a:gd name="connsiteY5" fmla="*/ 484276 h 502813"/>
              <a:gd name="connsiteX6" fmla="*/ 889 w 379901"/>
              <a:gd name="connsiteY6" fmla="*/ 499893 h 502813"/>
              <a:gd name="connsiteX7" fmla="*/ 889 w 379901"/>
              <a:gd name="connsiteY7" fmla="*/ 500655 h 502813"/>
              <a:gd name="connsiteX8" fmla="*/ 889 w 379901"/>
              <a:gd name="connsiteY8" fmla="*/ 501417 h 502813"/>
              <a:gd name="connsiteX9" fmla="*/ 889 w 379901"/>
              <a:gd name="connsiteY9" fmla="*/ 501417 h 502813"/>
              <a:gd name="connsiteX10" fmla="*/ 0 w 379901"/>
              <a:gd name="connsiteY10" fmla="*/ 502813 h 502813"/>
              <a:gd name="connsiteX11" fmla="*/ 0 w 379901"/>
              <a:gd name="connsiteY11" fmla="*/ 502813 h 502813"/>
              <a:gd name="connsiteX12" fmla="*/ 379001 w 379901"/>
              <a:gd name="connsiteY12" fmla="*/ 7642 h 502813"/>
              <a:gd name="connsiteX13" fmla="*/ 379001 w 379901"/>
              <a:gd name="connsiteY13" fmla="*/ 7642 h 502813"/>
            </a:gdLst>
            <a:ahLst/>
            <a:cxnLst/>
            <a:rect l="l" t="t" r="r" b="b"/>
            <a:pathLst>
              <a:path w="379901" h="502813">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w="12690" cap="flat">
            <a:noFill/>
            <a:prstDash val="solid"/>
            <a:miter/>
          </a:ln>
        </p:spPr>
        <p:txBody>
          <a:bodyPr anchor="ctr"/>
          <a:lstStyle/>
          <a:p>
            <a:pPr>
              <a:buNone/>
            </a:pPr>
            <a:endParaRPr/>
          </a:p>
        </p:txBody>
      </p:sp>
      <p:sp>
        <p:nvSpPr>
          <p:cNvPr id="640" name="Freeform: Shape 639">
            <a:extLst>
              <a:ext uri="{FF2B5EF4-FFF2-40B4-BE49-F238E27FC236}">
                <a16:creationId xmlns:a16="http://schemas.microsoft.com/office/drawing/2014/main" id="{4D165065-B22C-4305-A1B7-3508D67B6882}"/>
              </a:ext>
            </a:extLst>
          </p:cNvPr>
          <p:cNvSpPr>
            <a:spLocks noGrp="1"/>
          </p:cNvSpPr>
          <p:nvPr/>
        </p:nvSpPr>
        <p:spPr>
          <a:xfrm>
            <a:off x="11279052" y="2743111"/>
            <a:ext cx="47" cy="1015"/>
          </a:xfrm>
          <a:custGeom>
            <a:avLst/>
            <a:gdLst>
              <a:gd name="connsiteX0" fmla="*/ 48 w 47"/>
              <a:gd name="connsiteY0" fmla="*/ 1016 h 1015"/>
              <a:gd name="connsiteX1" fmla="*/ 48 w 47"/>
              <a:gd name="connsiteY1" fmla="*/ 0 h 1015"/>
              <a:gd name="connsiteX2" fmla="*/ 48 w 47"/>
              <a:gd name="connsiteY2" fmla="*/ 1016 h 1015"/>
            </a:gdLst>
            <a:ahLst/>
            <a:cxnLst/>
            <a:rect l="l" t="t" r="r" b="b"/>
            <a:pathLst>
              <a:path w="47" h="1015">
                <a:moveTo>
                  <a:pt x="48" y="1016"/>
                </a:moveTo>
                <a:cubicBezTo>
                  <a:pt x="-16" y="685"/>
                  <a:pt x="-16" y="330"/>
                  <a:pt x="48" y="0"/>
                </a:cubicBezTo>
                <a:lnTo>
                  <a:pt x="48" y="1016"/>
                </a:lnTo>
                <a:close/>
              </a:path>
            </a:pathLst>
          </a:custGeom>
          <a:solidFill>
            <a:srgbClr val="000000"/>
          </a:solidFill>
          <a:ln w="12690" cap="flat">
            <a:noFill/>
            <a:prstDash val="solid"/>
            <a:miter/>
          </a:ln>
        </p:spPr>
        <p:txBody>
          <a:bodyPr anchor="ctr"/>
          <a:lstStyle/>
          <a:p>
            <a:pPr>
              <a:buNone/>
            </a:pPr>
            <a:endParaRPr/>
          </a:p>
        </p:txBody>
      </p:sp>
      <p:sp>
        <p:nvSpPr>
          <p:cNvPr id="641" name="Freeform: Shape 640">
            <a:extLst>
              <a:ext uri="{FF2B5EF4-FFF2-40B4-BE49-F238E27FC236}">
                <a16:creationId xmlns:a16="http://schemas.microsoft.com/office/drawing/2014/main" id="{F2B85CB5-61C1-44B8-9825-A2472BB1649A}"/>
              </a:ext>
            </a:extLst>
          </p:cNvPr>
          <p:cNvSpPr>
            <a:spLocks noGrp="1"/>
          </p:cNvSpPr>
          <p:nvPr/>
        </p:nvSpPr>
        <p:spPr>
          <a:xfrm>
            <a:off x="11618476" y="2840876"/>
            <a:ext cx="9" cy="888"/>
          </a:xfrm>
          <a:custGeom>
            <a:avLst/>
            <a:gdLst>
              <a:gd name="connsiteX0" fmla="*/ 9 w 9"/>
              <a:gd name="connsiteY0" fmla="*/ 762 h 888"/>
              <a:gd name="connsiteX1" fmla="*/ 9 w 9"/>
              <a:gd name="connsiteY1" fmla="*/ 0 h 888"/>
              <a:gd name="connsiteX2" fmla="*/ 9 w 9"/>
              <a:gd name="connsiteY2" fmla="*/ 889 h 888"/>
            </a:gdLst>
            <a:ahLst/>
            <a:cxnLst/>
            <a:rect l="l" t="t" r="r" b="b"/>
            <a:pathLst>
              <a:path w="9" h="888">
                <a:moveTo>
                  <a:pt x="9" y="762"/>
                </a:moveTo>
                <a:cubicBezTo>
                  <a:pt x="9" y="762"/>
                  <a:pt x="9" y="762"/>
                  <a:pt x="9" y="0"/>
                </a:cubicBezTo>
                <a:cubicBezTo>
                  <a:pt x="-3" y="292"/>
                  <a:pt x="-3" y="597"/>
                  <a:pt x="9" y="889"/>
                </a:cubicBezTo>
                <a:close/>
              </a:path>
            </a:pathLst>
          </a:custGeom>
          <a:solidFill>
            <a:srgbClr val="000000"/>
          </a:solidFill>
          <a:ln w="12690" cap="flat">
            <a:noFill/>
            <a:prstDash val="solid"/>
            <a:miter/>
          </a:ln>
        </p:spPr>
        <p:txBody>
          <a:bodyPr anchor="ctr"/>
          <a:lstStyle/>
          <a:p>
            <a:pPr>
              <a:buNone/>
            </a:pPr>
            <a:endParaRPr/>
          </a:p>
        </p:txBody>
      </p:sp>
      <p:sp>
        <p:nvSpPr>
          <p:cNvPr id="642" name="Freeform: Shape 641">
            <a:extLst>
              <a:ext uri="{FF2B5EF4-FFF2-40B4-BE49-F238E27FC236}">
                <a16:creationId xmlns:a16="http://schemas.microsoft.com/office/drawing/2014/main" id="{935F2256-7B90-47EB-885D-9CFBA1B18BDD}"/>
              </a:ext>
            </a:extLst>
          </p:cNvPr>
          <p:cNvSpPr>
            <a:spLocks noGrp="1"/>
          </p:cNvSpPr>
          <p:nvPr/>
        </p:nvSpPr>
        <p:spPr>
          <a:xfrm>
            <a:off x="11285067" y="2740191"/>
            <a:ext cx="328213" cy="104754"/>
          </a:xfrm>
          <a:custGeom>
            <a:avLst/>
            <a:gdLst>
              <a:gd name="connsiteX0" fmla="*/ 322880 w 328213"/>
              <a:gd name="connsiteY0" fmla="*/ 99923 h 104754"/>
              <a:gd name="connsiteX1" fmla="*/ 322880 w 328213"/>
              <a:gd name="connsiteY1" fmla="*/ 93194 h 104754"/>
              <a:gd name="connsiteX2" fmla="*/ 889 w 328213"/>
              <a:gd name="connsiteY2" fmla="*/ 0 h 104754"/>
              <a:gd name="connsiteX3" fmla="*/ 0 w 328213"/>
              <a:gd name="connsiteY3" fmla="*/ 0 h 104754"/>
              <a:gd name="connsiteX4" fmla="*/ 4698 w 328213"/>
              <a:gd name="connsiteY4" fmla="*/ 4825 h 104754"/>
              <a:gd name="connsiteX5" fmla="*/ 4698 w 328213"/>
              <a:gd name="connsiteY5" fmla="*/ 11554 h 104754"/>
              <a:gd name="connsiteX6" fmla="*/ 326563 w 328213"/>
              <a:gd name="connsiteY6" fmla="*/ 104748 h 104754"/>
              <a:gd name="connsiteX7" fmla="*/ 328213 w 328213"/>
              <a:gd name="connsiteY7" fmla="*/ 104748 h 104754"/>
              <a:gd name="connsiteX8" fmla="*/ 322880 w 328213"/>
              <a:gd name="connsiteY8" fmla="*/ 99936 h 104754"/>
              <a:gd name="connsiteX9" fmla="*/ 322880 w 328213"/>
              <a:gd name="connsiteY9" fmla="*/ 99923 h 104754"/>
            </a:gdLst>
            <a:ahLst/>
            <a:cxnLst/>
            <a:rect l="l" t="t" r="r" b="b"/>
            <a:pathLst>
              <a:path w="328213" h="104754">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w="12690" cap="flat">
            <a:noFill/>
            <a:prstDash val="solid"/>
            <a:miter/>
          </a:ln>
        </p:spPr>
        <p:txBody>
          <a:bodyPr anchor="ctr"/>
          <a:lstStyle/>
          <a:p>
            <a:pPr>
              <a:buNone/>
            </a:pPr>
            <a:endParaRPr/>
          </a:p>
        </p:txBody>
      </p:sp>
      <p:sp>
        <p:nvSpPr>
          <p:cNvPr id="643" name="Freeform: Shape 642">
            <a:extLst>
              <a:ext uri="{FF2B5EF4-FFF2-40B4-BE49-F238E27FC236}">
                <a16:creationId xmlns:a16="http://schemas.microsoft.com/office/drawing/2014/main" id="{8C7207F2-0C92-4CEA-B004-5B339852F28E}"/>
              </a:ext>
            </a:extLst>
          </p:cNvPr>
          <p:cNvSpPr>
            <a:spLocks noGrp="1"/>
          </p:cNvSpPr>
          <p:nvPr/>
        </p:nvSpPr>
        <p:spPr>
          <a:xfrm>
            <a:off x="9832709" y="2320830"/>
            <a:ext cx="166804" cy="51410"/>
          </a:xfrm>
          <a:custGeom>
            <a:avLst/>
            <a:gdLst>
              <a:gd name="connsiteX0" fmla="*/ 166805 w 166804"/>
              <a:gd name="connsiteY0" fmla="*/ 45951 h 51410"/>
              <a:gd name="connsiteX1" fmla="*/ 166805 w 166804"/>
              <a:gd name="connsiteY1" fmla="*/ 45951 h 51410"/>
              <a:gd name="connsiteX2" fmla="*/ 33108 w 166804"/>
              <a:gd name="connsiteY2" fmla="*/ 7861 h 51410"/>
              <a:gd name="connsiteX3" fmla="*/ 10634 w 166804"/>
              <a:gd name="connsiteY3" fmla="*/ 1386 h 51410"/>
              <a:gd name="connsiteX4" fmla="*/ 6825 w 166804"/>
              <a:gd name="connsiteY4" fmla="*/ 243 h 51410"/>
              <a:gd name="connsiteX5" fmla="*/ 95 w 166804"/>
              <a:gd name="connsiteY5" fmla="*/ 3544 h 51410"/>
              <a:gd name="connsiteX6" fmla="*/ 95 w 166804"/>
              <a:gd name="connsiteY6" fmla="*/ 5195 h 51410"/>
              <a:gd name="connsiteX7" fmla="*/ 95 w 166804"/>
              <a:gd name="connsiteY7" fmla="*/ 6211 h 51410"/>
              <a:gd name="connsiteX8" fmla="*/ 95 w 166804"/>
              <a:gd name="connsiteY8" fmla="*/ 7099 h 51410"/>
              <a:gd name="connsiteX9" fmla="*/ 95 w 166804"/>
              <a:gd name="connsiteY9" fmla="*/ 7099 h 51410"/>
              <a:gd name="connsiteX10" fmla="*/ 731 w 166804"/>
              <a:gd name="connsiteY10" fmla="*/ 7861 h 51410"/>
              <a:gd name="connsiteX11" fmla="*/ 1493 w 166804"/>
              <a:gd name="connsiteY11" fmla="*/ 7861 h 51410"/>
              <a:gd name="connsiteX12" fmla="*/ 2508 w 166804"/>
              <a:gd name="connsiteY12" fmla="*/ 7861 h 51410"/>
              <a:gd name="connsiteX13" fmla="*/ 2508 w 166804"/>
              <a:gd name="connsiteY13" fmla="*/ 7861 h 51410"/>
              <a:gd name="connsiteX14" fmla="*/ 153346 w 166804"/>
              <a:gd name="connsiteY14" fmla="*/ 51411 h 51410"/>
              <a:gd name="connsiteX15" fmla="*/ 160456 w 166804"/>
              <a:gd name="connsiteY15" fmla="*/ 45698 h 51410"/>
              <a:gd name="connsiteX16" fmla="*/ 166805 w 166804"/>
              <a:gd name="connsiteY16" fmla="*/ 45951 h 51410"/>
            </a:gdLst>
            <a:ahLst/>
            <a:cxnLst/>
            <a:rect l="l" t="t" r="r" b="b"/>
            <a:pathLst>
              <a:path w="166804" h="51410">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w="12690" cap="flat">
            <a:noFill/>
            <a:prstDash val="solid"/>
            <a:miter/>
          </a:ln>
        </p:spPr>
        <p:txBody>
          <a:bodyPr anchor="ctr"/>
          <a:lstStyle/>
          <a:p>
            <a:pPr>
              <a:buNone/>
            </a:pPr>
            <a:endParaRPr/>
          </a:p>
        </p:txBody>
      </p:sp>
      <p:sp>
        <p:nvSpPr>
          <p:cNvPr id="644" name="Freeform: Shape 643">
            <a:extLst>
              <a:ext uri="{FF2B5EF4-FFF2-40B4-BE49-F238E27FC236}">
                <a16:creationId xmlns:a16="http://schemas.microsoft.com/office/drawing/2014/main" id="{F212344B-9E7D-45ED-B90E-6848FB7EBA65}"/>
              </a:ext>
            </a:extLst>
          </p:cNvPr>
          <p:cNvSpPr>
            <a:spLocks noGrp="1"/>
          </p:cNvSpPr>
          <p:nvPr/>
        </p:nvSpPr>
        <p:spPr>
          <a:xfrm>
            <a:off x="10002687" y="2372748"/>
            <a:ext cx="47" cy="761"/>
          </a:xfrm>
          <a:custGeom>
            <a:avLst/>
            <a:gdLst>
              <a:gd name="connsiteX0" fmla="*/ 0 w 47"/>
              <a:gd name="connsiteY0" fmla="*/ 0 h 761"/>
              <a:gd name="connsiteX1" fmla="*/ 0 w 47"/>
              <a:gd name="connsiteY1" fmla="*/ 0 h 761"/>
              <a:gd name="connsiteX2" fmla="*/ 0 w 47"/>
              <a:gd name="connsiteY2" fmla="*/ 762 h 761"/>
              <a:gd name="connsiteX3" fmla="*/ 0 w 47"/>
              <a:gd name="connsiteY3" fmla="*/ 762 h 761"/>
            </a:gdLst>
            <a:ahLst/>
            <a:cxnLst/>
            <a:rect l="l" t="t" r="r" b="b"/>
            <a:pathLst>
              <a:path w="47" h="761">
                <a:moveTo>
                  <a:pt x="0" y="0"/>
                </a:moveTo>
                <a:lnTo>
                  <a:pt x="0" y="0"/>
                </a:lnTo>
                <a:cubicBezTo>
                  <a:pt x="64" y="254"/>
                  <a:pt x="64" y="508"/>
                  <a:pt x="0" y="762"/>
                </a:cubicBezTo>
                <a:lnTo>
                  <a:pt x="0" y="762"/>
                </a:lnTo>
                <a:close/>
              </a:path>
            </a:pathLst>
          </a:custGeom>
          <a:solidFill>
            <a:srgbClr val="000000"/>
          </a:solidFill>
          <a:ln w="12690" cap="flat">
            <a:noFill/>
            <a:prstDash val="solid"/>
            <a:miter/>
          </a:ln>
        </p:spPr>
        <p:txBody>
          <a:bodyPr anchor="ctr"/>
          <a:lstStyle/>
          <a:p>
            <a:pPr>
              <a:buNone/>
            </a:pPr>
            <a:endParaRPr/>
          </a:p>
        </p:txBody>
      </p:sp>
      <p:sp>
        <p:nvSpPr>
          <p:cNvPr id="645" name="Freeform: Shape 644">
            <a:extLst>
              <a:ext uri="{FF2B5EF4-FFF2-40B4-BE49-F238E27FC236}">
                <a16:creationId xmlns:a16="http://schemas.microsoft.com/office/drawing/2014/main" id="{11FA837D-6E68-47F5-A307-EF2F983ED2CE}"/>
              </a:ext>
            </a:extLst>
          </p:cNvPr>
          <p:cNvSpPr>
            <a:spLocks noGrp="1"/>
          </p:cNvSpPr>
          <p:nvPr/>
        </p:nvSpPr>
        <p:spPr>
          <a:xfrm>
            <a:off x="11610614" y="2134414"/>
            <a:ext cx="386148" cy="498743"/>
          </a:xfrm>
          <a:custGeom>
            <a:avLst/>
            <a:gdLst>
              <a:gd name="connsiteX0" fmla="*/ 386110 w 386148"/>
              <a:gd name="connsiteY0" fmla="*/ 5858 h 498743"/>
              <a:gd name="connsiteX1" fmla="*/ 386110 w 386148"/>
              <a:gd name="connsiteY1" fmla="*/ 4842 h 498743"/>
              <a:gd name="connsiteX2" fmla="*/ 386110 w 386148"/>
              <a:gd name="connsiteY2" fmla="*/ 4842 h 498743"/>
              <a:gd name="connsiteX3" fmla="*/ 386110 w 386148"/>
              <a:gd name="connsiteY3" fmla="*/ 3826 h 498743"/>
              <a:gd name="connsiteX4" fmla="*/ 386110 w 386148"/>
              <a:gd name="connsiteY4" fmla="*/ 2937 h 498743"/>
              <a:gd name="connsiteX5" fmla="*/ 386110 w 386148"/>
              <a:gd name="connsiteY5" fmla="*/ 2175 h 498743"/>
              <a:gd name="connsiteX6" fmla="*/ 386110 w 386148"/>
              <a:gd name="connsiteY6" fmla="*/ 2175 h 498743"/>
              <a:gd name="connsiteX7" fmla="*/ 386110 w 386148"/>
              <a:gd name="connsiteY7" fmla="*/ 1287 h 498743"/>
              <a:gd name="connsiteX8" fmla="*/ 386110 w 386148"/>
              <a:gd name="connsiteY8" fmla="*/ 1287 h 498743"/>
              <a:gd name="connsiteX9" fmla="*/ 386110 w 386148"/>
              <a:gd name="connsiteY9" fmla="*/ 1287 h 498743"/>
              <a:gd name="connsiteX10" fmla="*/ 385348 w 386148"/>
              <a:gd name="connsiteY10" fmla="*/ 525 h 498743"/>
              <a:gd name="connsiteX11" fmla="*/ 385348 w 386148"/>
              <a:gd name="connsiteY11" fmla="*/ 525 h 498743"/>
              <a:gd name="connsiteX12" fmla="*/ 385348 w 386148"/>
              <a:gd name="connsiteY12" fmla="*/ 525 h 498743"/>
              <a:gd name="connsiteX13" fmla="*/ 378492 w 386148"/>
              <a:gd name="connsiteY13" fmla="*/ 2049 h 498743"/>
              <a:gd name="connsiteX14" fmla="*/ 374429 w 386148"/>
              <a:gd name="connsiteY14" fmla="*/ 7381 h 498743"/>
              <a:gd name="connsiteX15" fmla="*/ 0 w 386148"/>
              <a:gd name="connsiteY15" fmla="*/ 492776 h 498743"/>
              <a:gd name="connsiteX16" fmla="*/ 3809 w 386148"/>
              <a:gd name="connsiteY16" fmla="*/ 493792 h 498743"/>
              <a:gd name="connsiteX17" fmla="*/ 3809 w 386148"/>
              <a:gd name="connsiteY17" fmla="*/ 493792 h 498743"/>
              <a:gd name="connsiteX18" fmla="*/ 4825 w 386148"/>
              <a:gd name="connsiteY18" fmla="*/ 493792 h 498743"/>
              <a:gd name="connsiteX19" fmla="*/ 5587 w 386148"/>
              <a:gd name="connsiteY19" fmla="*/ 493792 h 498743"/>
              <a:gd name="connsiteX20" fmla="*/ 5587 w 386148"/>
              <a:gd name="connsiteY20" fmla="*/ 494554 h 498743"/>
              <a:gd name="connsiteX21" fmla="*/ 6221 w 386148"/>
              <a:gd name="connsiteY21" fmla="*/ 495315 h 498743"/>
              <a:gd name="connsiteX22" fmla="*/ 6221 w 386148"/>
              <a:gd name="connsiteY22" fmla="*/ 496204 h 498743"/>
              <a:gd name="connsiteX23" fmla="*/ 6221 w 386148"/>
              <a:gd name="connsiteY23" fmla="*/ 497220 h 498743"/>
              <a:gd name="connsiteX24" fmla="*/ 6221 w 386148"/>
              <a:gd name="connsiteY24" fmla="*/ 497220 h 498743"/>
              <a:gd name="connsiteX25" fmla="*/ 6221 w 386148"/>
              <a:gd name="connsiteY25" fmla="*/ 498744 h 498743"/>
              <a:gd name="connsiteX26" fmla="*/ 374429 w 386148"/>
              <a:gd name="connsiteY26" fmla="*/ 17920 h 498743"/>
            </a:gdLst>
            <a:ahLst/>
            <a:cxnLst/>
            <a:rect l="l" t="t" r="r" b="b"/>
            <a:pathLst>
              <a:path w="386148" h="498743">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w="12690" cap="flat">
            <a:noFill/>
            <a:prstDash val="solid"/>
            <a:miter/>
          </a:ln>
        </p:spPr>
        <p:txBody>
          <a:bodyPr anchor="ctr"/>
          <a:lstStyle/>
          <a:p>
            <a:pPr>
              <a:buNone/>
            </a:pPr>
            <a:endParaRPr/>
          </a:p>
        </p:txBody>
      </p:sp>
      <p:sp>
        <p:nvSpPr>
          <p:cNvPr id="646" name="Freeform: Shape 645">
            <a:extLst>
              <a:ext uri="{FF2B5EF4-FFF2-40B4-BE49-F238E27FC236}">
                <a16:creationId xmlns:a16="http://schemas.microsoft.com/office/drawing/2014/main" id="{FF3BFB68-2EF1-49E3-B0CA-155D238B464B}"/>
              </a:ext>
            </a:extLst>
          </p:cNvPr>
          <p:cNvSpPr>
            <a:spLocks noGrp="1"/>
          </p:cNvSpPr>
          <p:nvPr/>
        </p:nvSpPr>
        <p:spPr>
          <a:xfrm>
            <a:off x="11608074" y="2632904"/>
            <a:ext cx="10586" cy="212187"/>
          </a:xfrm>
          <a:custGeom>
            <a:avLst/>
            <a:gdLst>
              <a:gd name="connsiteX0" fmla="*/ 10539 w 10586"/>
              <a:gd name="connsiteY0" fmla="*/ 207972 h 212187"/>
              <a:gd name="connsiteX1" fmla="*/ 10539 w 10586"/>
              <a:gd name="connsiteY1" fmla="*/ 207210 h 212187"/>
              <a:gd name="connsiteX2" fmla="*/ 10539 w 10586"/>
              <a:gd name="connsiteY2" fmla="*/ 0 h 212187"/>
              <a:gd name="connsiteX3" fmla="*/ 10539 w 10586"/>
              <a:gd name="connsiteY3" fmla="*/ 0 h 212187"/>
              <a:gd name="connsiteX4" fmla="*/ 10539 w 10586"/>
              <a:gd name="connsiteY4" fmla="*/ 1651 h 212187"/>
              <a:gd name="connsiteX5" fmla="*/ 5332 w 10586"/>
              <a:gd name="connsiteY5" fmla="*/ 5079 h 212187"/>
              <a:gd name="connsiteX6" fmla="*/ 3683 w 10586"/>
              <a:gd name="connsiteY6" fmla="*/ 5079 h 212187"/>
              <a:gd name="connsiteX7" fmla="*/ 0 w 10586"/>
              <a:gd name="connsiteY7" fmla="*/ 4063 h 212187"/>
              <a:gd name="connsiteX8" fmla="*/ 0 w 10586"/>
              <a:gd name="connsiteY8" fmla="*/ 207210 h 212187"/>
              <a:gd name="connsiteX9" fmla="*/ 5320 w 10586"/>
              <a:gd name="connsiteY9" fmla="*/ 212035 h 212187"/>
              <a:gd name="connsiteX10" fmla="*/ 5332 w 10586"/>
              <a:gd name="connsiteY10" fmla="*/ 212035 h 212187"/>
              <a:gd name="connsiteX11" fmla="*/ 7619 w 10586"/>
              <a:gd name="connsiteY11" fmla="*/ 212035 h 212187"/>
              <a:gd name="connsiteX12" fmla="*/ 8253 w 10586"/>
              <a:gd name="connsiteY12" fmla="*/ 212035 h 212187"/>
              <a:gd name="connsiteX13" fmla="*/ 8253 w 10586"/>
              <a:gd name="connsiteY13" fmla="*/ 212035 h 212187"/>
              <a:gd name="connsiteX14" fmla="*/ 8253 w 10586"/>
              <a:gd name="connsiteY14" fmla="*/ 212035 h 212187"/>
              <a:gd name="connsiteX15" fmla="*/ 9015 w 10586"/>
              <a:gd name="connsiteY15" fmla="*/ 211273 h 212187"/>
              <a:gd name="connsiteX16" fmla="*/ 9904 w 10586"/>
              <a:gd name="connsiteY16" fmla="*/ 209877 h 212187"/>
              <a:gd name="connsiteX17" fmla="*/ 10539 w 10586"/>
              <a:gd name="connsiteY17" fmla="*/ 207972 h 212187"/>
            </a:gdLst>
            <a:ahLst/>
            <a:cxnLst/>
            <a:rect l="l" t="t" r="r" b="b"/>
            <a:pathLst>
              <a:path w="10586" h="212187">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w="12690" cap="flat">
            <a:noFill/>
            <a:prstDash val="solid"/>
            <a:miter/>
          </a:ln>
        </p:spPr>
        <p:txBody>
          <a:bodyPr anchor="ctr"/>
          <a:lstStyle/>
          <a:p>
            <a:pPr>
              <a:buNone/>
            </a:pPr>
            <a:endParaRPr/>
          </a:p>
        </p:txBody>
      </p:sp>
      <p:sp>
        <p:nvSpPr>
          <p:cNvPr id="647" name="Freeform: Shape 646">
            <a:extLst>
              <a:ext uri="{FF2B5EF4-FFF2-40B4-BE49-F238E27FC236}">
                <a16:creationId xmlns:a16="http://schemas.microsoft.com/office/drawing/2014/main" id="{C9C1DC1E-5A93-4723-9452-FAE670995B0B}"/>
              </a:ext>
            </a:extLst>
          </p:cNvPr>
          <p:cNvSpPr>
            <a:spLocks noGrp="1"/>
          </p:cNvSpPr>
          <p:nvPr/>
        </p:nvSpPr>
        <p:spPr>
          <a:xfrm>
            <a:off x="9833010" y="2113154"/>
            <a:ext cx="1785220" cy="523050"/>
          </a:xfrm>
          <a:custGeom>
            <a:avLst/>
            <a:gdLst>
              <a:gd name="connsiteX0" fmla="*/ 1785221 w 1785220"/>
              <a:gd name="connsiteY0" fmla="*/ 517718 h 523050"/>
              <a:gd name="connsiteX1" fmla="*/ 1784586 w 1785220"/>
              <a:gd name="connsiteY1" fmla="*/ 516956 h 523050"/>
              <a:gd name="connsiteX2" fmla="*/ 1784586 w 1785220"/>
              <a:gd name="connsiteY2" fmla="*/ 516194 h 523050"/>
              <a:gd name="connsiteX3" fmla="*/ 1783825 w 1785220"/>
              <a:gd name="connsiteY3" fmla="*/ 516194 h 523050"/>
              <a:gd name="connsiteX4" fmla="*/ 1782809 w 1785220"/>
              <a:gd name="connsiteY4" fmla="*/ 516194 h 523050"/>
              <a:gd name="connsiteX5" fmla="*/ 1782809 w 1785220"/>
              <a:gd name="connsiteY5" fmla="*/ 516194 h 523050"/>
              <a:gd name="connsiteX6" fmla="*/ 1779000 w 1785220"/>
              <a:gd name="connsiteY6" fmla="*/ 515179 h 523050"/>
              <a:gd name="connsiteX7" fmla="*/ 15157 w 1785220"/>
              <a:gd name="connsiteY7" fmla="*/ 2867 h 523050"/>
              <a:gd name="connsiteX8" fmla="*/ 6269 w 1785220"/>
              <a:gd name="connsiteY8" fmla="*/ 200 h 523050"/>
              <a:gd name="connsiteX9" fmla="*/ 809 w 1785220"/>
              <a:gd name="connsiteY9" fmla="*/ 1470 h 523050"/>
              <a:gd name="connsiteX10" fmla="*/ 48 w 1785220"/>
              <a:gd name="connsiteY10" fmla="*/ 2359 h 523050"/>
              <a:gd name="connsiteX11" fmla="*/ 48 w 1785220"/>
              <a:gd name="connsiteY11" fmla="*/ 3120 h 523050"/>
              <a:gd name="connsiteX12" fmla="*/ 48 w 1785220"/>
              <a:gd name="connsiteY12" fmla="*/ 3120 h 523050"/>
              <a:gd name="connsiteX13" fmla="*/ 48 w 1785220"/>
              <a:gd name="connsiteY13" fmla="*/ 3755 h 523050"/>
              <a:gd name="connsiteX14" fmla="*/ 48 w 1785220"/>
              <a:gd name="connsiteY14" fmla="*/ 4771 h 523050"/>
              <a:gd name="connsiteX15" fmla="*/ 48 w 1785220"/>
              <a:gd name="connsiteY15" fmla="*/ 5660 h 523050"/>
              <a:gd name="connsiteX16" fmla="*/ 48 w 1785220"/>
              <a:gd name="connsiteY16" fmla="*/ 6549 h 523050"/>
              <a:gd name="connsiteX17" fmla="*/ 48 w 1785220"/>
              <a:gd name="connsiteY17" fmla="*/ 7438 h 523050"/>
              <a:gd name="connsiteX18" fmla="*/ 48 w 1785220"/>
              <a:gd name="connsiteY18" fmla="*/ 7438 h 523050"/>
              <a:gd name="connsiteX19" fmla="*/ 1064 w 1785220"/>
              <a:gd name="connsiteY19" fmla="*/ 8199 h 523050"/>
              <a:gd name="connsiteX20" fmla="*/ 1952 w 1785220"/>
              <a:gd name="connsiteY20" fmla="*/ 8199 h 523050"/>
              <a:gd name="connsiteX21" fmla="*/ 1952 w 1785220"/>
              <a:gd name="connsiteY21" fmla="*/ 8199 h 523050"/>
              <a:gd name="connsiteX22" fmla="*/ 8936 w 1785220"/>
              <a:gd name="connsiteY22" fmla="*/ 10231 h 523050"/>
              <a:gd name="connsiteX23" fmla="*/ 1773794 w 1785220"/>
              <a:gd name="connsiteY23" fmla="*/ 522035 h 523050"/>
              <a:gd name="connsiteX24" fmla="*/ 1777476 w 1785220"/>
              <a:gd name="connsiteY24" fmla="*/ 523051 h 523050"/>
              <a:gd name="connsiteX25" fmla="*/ 1779127 w 1785220"/>
              <a:gd name="connsiteY25" fmla="*/ 523051 h 523050"/>
              <a:gd name="connsiteX26" fmla="*/ 1784333 w 1785220"/>
              <a:gd name="connsiteY26" fmla="*/ 519623 h 523050"/>
              <a:gd name="connsiteX27" fmla="*/ 1784333 w 1785220"/>
              <a:gd name="connsiteY27" fmla="*/ 517972 h 523050"/>
              <a:gd name="connsiteX28" fmla="*/ 1784333 w 1785220"/>
              <a:gd name="connsiteY28" fmla="*/ 516956 h 523050"/>
              <a:gd name="connsiteX29" fmla="*/ 1785221 w 1785220"/>
              <a:gd name="connsiteY29" fmla="*/ 517718 h 523050"/>
            </a:gdLst>
            <a:ahLst/>
            <a:cxnLst/>
            <a:rect l="l" t="t" r="r" b="b"/>
            <a:pathLst>
              <a:path w="1785220" h="52305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w="12690" cap="flat">
            <a:noFill/>
            <a:prstDash val="solid"/>
            <a:miter/>
          </a:ln>
        </p:spPr>
        <p:txBody>
          <a:bodyPr anchor="ctr"/>
          <a:lstStyle/>
          <a:p>
            <a:pPr>
              <a:buNone/>
            </a:pPr>
            <a:endParaRPr/>
          </a:p>
        </p:txBody>
      </p:sp>
      <p:sp>
        <p:nvSpPr>
          <p:cNvPr id="661" name="Freeform: Shape 660">
            <a:extLst>
              <a:ext uri="{FF2B5EF4-FFF2-40B4-BE49-F238E27FC236}">
                <a16:creationId xmlns:a16="http://schemas.microsoft.com/office/drawing/2014/main" id="{14D74880-161F-4FDF-A12D-1DE769BA6089}"/>
              </a:ext>
            </a:extLst>
          </p:cNvPr>
          <p:cNvSpPr>
            <a:spLocks noGrp="1"/>
          </p:cNvSpPr>
          <p:nvPr/>
        </p:nvSpPr>
        <p:spPr>
          <a:xfrm>
            <a:off x="9848167" y="355369"/>
            <a:ext cx="218004" cy="175087"/>
          </a:xfrm>
          <a:custGeom>
            <a:avLst/>
            <a:gdLst>
              <a:gd name="connsiteX0" fmla="*/ 3047 w 218004"/>
              <a:gd name="connsiteY0" fmla="*/ 172421 h 175087"/>
              <a:gd name="connsiteX1" fmla="*/ 11808 w 218004"/>
              <a:gd name="connsiteY1" fmla="*/ 175088 h 175087"/>
              <a:gd name="connsiteX2" fmla="*/ 218004 w 218004"/>
              <a:gd name="connsiteY2" fmla="*/ 7364 h 175087"/>
              <a:gd name="connsiteX3" fmla="*/ 214450 w 218004"/>
              <a:gd name="connsiteY3" fmla="*/ 8634 h 175087"/>
              <a:gd name="connsiteX4" fmla="*/ 210386 w 218004"/>
              <a:gd name="connsiteY4" fmla="*/ 6983 h 175087"/>
              <a:gd name="connsiteX5" fmla="*/ 210031 w 218004"/>
              <a:gd name="connsiteY5" fmla="*/ 343 h 175087"/>
              <a:gd name="connsiteX6" fmla="*/ 210386 w 218004"/>
              <a:gd name="connsiteY6" fmla="*/ 0 h 175087"/>
              <a:gd name="connsiteX7" fmla="*/ 208609 w 218004"/>
              <a:gd name="connsiteY7" fmla="*/ 1524 h 175087"/>
              <a:gd name="connsiteX8" fmla="*/ 0 w 218004"/>
              <a:gd name="connsiteY8" fmla="*/ 171152 h 175087"/>
            </a:gdLst>
            <a:ahLst/>
            <a:cxnLst/>
            <a:rect l="l" t="t" r="r" b="b"/>
            <a:pathLst>
              <a:path w="218004" h="175087">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w="12690" cap="flat">
            <a:noFill/>
            <a:prstDash val="solid"/>
            <a:miter/>
          </a:ln>
        </p:spPr>
        <p:txBody>
          <a:bodyPr anchor="ctr"/>
          <a:lstStyle/>
          <a:p>
            <a:pPr>
              <a:buNone/>
            </a:pPr>
            <a:endParaRPr/>
          </a:p>
        </p:txBody>
      </p:sp>
      <p:sp>
        <p:nvSpPr>
          <p:cNvPr id="662" name="Freeform: Shape 661">
            <a:extLst>
              <a:ext uri="{FF2B5EF4-FFF2-40B4-BE49-F238E27FC236}">
                <a16:creationId xmlns:a16="http://schemas.microsoft.com/office/drawing/2014/main" id="{74B98E08-3332-445B-AB2E-71DE885CBE42}"/>
              </a:ext>
            </a:extLst>
          </p:cNvPr>
          <p:cNvSpPr>
            <a:spLocks noGrp="1"/>
          </p:cNvSpPr>
          <p:nvPr/>
        </p:nvSpPr>
        <p:spPr>
          <a:xfrm>
            <a:off x="10056255" y="317787"/>
            <a:ext cx="55909" cy="45835"/>
          </a:xfrm>
          <a:custGeom>
            <a:avLst/>
            <a:gdLst>
              <a:gd name="connsiteX0" fmla="*/ 2299 w 55909"/>
              <a:gd name="connsiteY0" fmla="*/ 44184 h 45835"/>
              <a:gd name="connsiteX1" fmla="*/ 6362 w 55909"/>
              <a:gd name="connsiteY1" fmla="*/ 45835 h 45835"/>
              <a:gd name="connsiteX2" fmla="*/ 9917 w 55909"/>
              <a:gd name="connsiteY2" fmla="*/ 44565 h 45835"/>
              <a:gd name="connsiteX3" fmla="*/ 52071 w 55909"/>
              <a:gd name="connsiteY3" fmla="*/ 10284 h 45835"/>
              <a:gd name="connsiteX4" fmla="*/ 54356 w 55909"/>
              <a:gd name="connsiteY4" fmla="*/ 8380 h 45835"/>
              <a:gd name="connsiteX5" fmla="*/ 54699 w 55909"/>
              <a:gd name="connsiteY5" fmla="*/ 1739 h 45835"/>
              <a:gd name="connsiteX6" fmla="*/ 54356 w 55909"/>
              <a:gd name="connsiteY6" fmla="*/ 1397 h 45835"/>
              <a:gd name="connsiteX7" fmla="*/ 51309 w 55909"/>
              <a:gd name="connsiteY7" fmla="*/ 0 h 45835"/>
              <a:gd name="connsiteX8" fmla="*/ 49151 w 55909"/>
              <a:gd name="connsiteY8" fmla="*/ 0 h 45835"/>
              <a:gd name="connsiteX9" fmla="*/ 48262 w 55909"/>
              <a:gd name="connsiteY9" fmla="*/ 0 h 45835"/>
              <a:gd name="connsiteX10" fmla="*/ 47246 w 55909"/>
              <a:gd name="connsiteY10" fmla="*/ 0 h 45835"/>
              <a:gd name="connsiteX11" fmla="*/ 46611 w 55909"/>
              <a:gd name="connsiteY11" fmla="*/ 0 h 45835"/>
              <a:gd name="connsiteX12" fmla="*/ 11187 w 55909"/>
              <a:gd name="connsiteY12" fmla="*/ 28821 h 45835"/>
              <a:gd name="connsiteX13" fmla="*/ 2172 w 55909"/>
              <a:gd name="connsiteY13" fmla="*/ 36185 h 45835"/>
              <a:gd name="connsiteX14" fmla="*/ 738 w 55909"/>
              <a:gd name="connsiteY14" fmla="*/ 42674 h 45835"/>
              <a:gd name="connsiteX15" fmla="*/ 2299 w 55909"/>
              <a:gd name="connsiteY15" fmla="*/ 44184 h 45835"/>
            </a:gdLst>
            <a:ahLst/>
            <a:cxnLst/>
            <a:rect l="l" t="t" r="r" b="b"/>
            <a:pathLst>
              <a:path w="55909" h="45835">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w="12690" cap="flat">
            <a:noFill/>
            <a:prstDash val="solid"/>
            <a:miter/>
          </a:ln>
        </p:spPr>
        <p:txBody>
          <a:bodyPr anchor="ctr"/>
          <a:lstStyle/>
          <a:p>
            <a:pPr>
              <a:buNone/>
            </a:pPr>
            <a:endParaRPr/>
          </a:p>
        </p:txBody>
      </p:sp>
      <p:sp>
        <p:nvSpPr>
          <p:cNvPr id="666" name="Freeform: Shape 665">
            <a:extLst>
              <a:ext uri="{FF2B5EF4-FFF2-40B4-BE49-F238E27FC236}">
                <a16:creationId xmlns:a16="http://schemas.microsoft.com/office/drawing/2014/main" id="{B1889F87-AE1E-4B38-BD29-9359CF5881A6}"/>
              </a:ext>
            </a:extLst>
          </p:cNvPr>
          <p:cNvSpPr>
            <a:spLocks noGrp="1"/>
          </p:cNvSpPr>
          <p:nvPr/>
        </p:nvSpPr>
        <p:spPr>
          <a:xfrm>
            <a:off x="9211168" y="515220"/>
            <a:ext cx="133697" cy="111225"/>
          </a:xfrm>
          <a:custGeom>
            <a:avLst/>
            <a:gdLst>
              <a:gd name="connsiteX0" fmla="*/ 381 w 133697"/>
              <a:gd name="connsiteY0" fmla="*/ 104875 h 111225"/>
              <a:gd name="connsiteX1" fmla="*/ 381 w 133697"/>
              <a:gd name="connsiteY1" fmla="*/ 104875 h 111225"/>
              <a:gd name="connsiteX2" fmla="*/ 381 w 133697"/>
              <a:gd name="connsiteY2" fmla="*/ 105637 h 111225"/>
              <a:gd name="connsiteX3" fmla="*/ 381 w 133697"/>
              <a:gd name="connsiteY3" fmla="*/ 105637 h 111225"/>
              <a:gd name="connsiteX4" fmla="*/ 381 w 133697"/>
              <a:gd name="connsiteY4" fmla="*/ 105637 h 111225"/>
              <a:gd name="connsiteX5" fmla="*/ 381 w 133697"/>
              <a:gd name="connsiteY5" fmla="*/ 106398 h 111225"/>
              <a:gd name="connsiteX6" fmla="*/ 381 w 133697"/>
              <a:gd name="connsiteY6" fmla="*/ 107287 h 111225"/>
              <a:gd name="connsiteX7" fmla="*/ 381 w 133697"/>
              <a:gd name="connsiteY7" fmla="*/ 107287 h 111225"/>
              <a:gd name="connsiteX8" fmla="*/ 381 w 133697"/>
              <a:gd name="connsiteY8" fmla="*/ 108176 h 111225"/>
              <a:gd name="connsiteX9" fmla="*/ 381 w 133697"/>
              <a:gd name="connsiteY9" fmla="*/ 109192 h 111225"/>
              <a:gd name="connsiteX10" fmla="*/ 381 w 133697"/>
              <a:gd name="connsiteY10" fmla="*/ 109954 h 111225"/>
              <a:gd name="connsiteX11" fmla="*/ 381 w 133697"/>
              <a:gd name="connsiteY11" fmla="*/ 110588 h 111225"/>
              <a:gd name="connsiteX12" fmla="*/ 381 w 133697"/>
              <a:gd name="connsiteY12" fmla="*/ 110588 h 111225"/>
              <a:gd name="connsiteX13" fmla="*/ 1396 w 133697"/>
              <a:gd name="connsiteY13" fmla="*/ 111223 h 111225"/>
              <a:gd name="connsiteX14" fmla="*/ 2158 w 133697"/>
              <a:gd name="connsiteY14" fmla="*/ 111223 h 111225"/>
              <a:gd name="connsiteX15" fmla="*/ 4063 w 133697"/>
              <a:gd name="connsiteY15" fmla="*/ 111223 h 111225"/>
              <a:gd name="connsiteX16" fmla="*/ 7745 w 133697"/>
              <a:gd name="connsiteY16" fmla="*/ 109954 h 111225"/>
              <a:gd name="connsiteX17" fmla="*/ 14601 w 133697"/>
              <a:gd name="connsiteY17" fmla="*/ 104367 h 111225"/>
              <a:gd name="connsiteX18" fmla="*/ 133697 w 133697"/>
              <a:gd name="connsiteY18" fmla="*/ 7364 h 111225"/>
              <a:gd name="connsiteX19" fmla="*/ 130142 w 133697"/>
              <a:gd name="connsiteY19" fmla="*/ 8507 h 111225"/>
              <a:gd name="connsiteX20" fmla="*/ 126079 w 133697"/>
              <a:gd name="connsiteY20" fmla="*/ 6856 h 111225"/>
              <a:gd name="connsiteX21" fmla="*/ 125673 w 133697"/>
              <a:gd name="connsiteY21" fmla="*/ 406 h 111225"/>
              <a:gd name="connsiteX22" fmla="*/ 126079 w 133697"/>
              <a:gd name="connsiteY22" fmla="*/ 0 h 111225"/>
              <a:gd name="connsiteX23" fmla="*/ 126079 w 133697"/>
              <a:gd name="connsiteY23" fmla="*/ 0 h 111225"/>
              <a:gd name="connsiteX24" fmla="*/ 119096 w 133697"/>
              <a:gd name="connsiteY24" fmla="*/ 5587 h 111225"/>
              <a:gd name="connsiteX25" fmla="*/ 0 w 133697"/>
              <a:gd name="connsiteY25" fmla="*/ 102716 h 111225"/>
            </a:gdLst>
            <a:ahLst/>
            <a:cxnLst/>
            <a:rect l="l" t="t" r="r" b="b"/>
            <a:pathLst>
              <a:path w="133697" h="111225">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w="12690" cap="flat">
            <a:noFill/>
            <a:prstDash val="solid"/>
            <a:miter/>
          </a:ln>
        </p:spPr>
        <p:txBody>
          <a:bodyPr anchor="ctr"/>
          <a:lstStyle/>
          <a:p>
            <a:pPr>
              <a:buNone/>
            </a:pPr>
            <a:endParaRPr/>
          </a:p>
        </p:txBody>
      </p:sp>
      <p:sp>
        <p:nvSpPr>
          <p:cNvPr id="667" name="Freeform: Shape 666">
            <a:extLst>
              <a:ext uri="{FF2B5EF4-FFF2-40B4-BE49-F238E27FC236}">
                <a16:creationId xmlns:a16="http://schemas.microsoft.com/office/drawing/2014/main" id="{035C74EC-84A5-40F4-B82A-725834FC0241}"/>
              </a:ext>
            </a:extLst>
          </p:cNvPr>
          <p:cNvSpPr>
            <a:spLocks noGrp="1"/>
          </p:cNvSpPr>
          <p:nvPr/>
        </p:nvSpPr>
        <p:spPr>
          <a:xfrm>
            <a:off x="9336337" y="413520"/>
            <a:ext cx="134734" cy="112239"/>
          </a:xfrm>
          <a:custGeom>
            <a:avLst/>
            <a:gdLst>
              <a:gd name="connsiteX0" fmla="*/ 1545 w 134734"/>
              <a:gd name="connsiteY0" fmla="*/ 103732 h 112239"/>
              <a:gd name="connsiteX1" fmla="*/ 1139 w 134734"/>
              <a:gd name="connsiteY1" fmla="*/ 110182 h 112239"/>
              <a:gd name="connsiteX2" fmla="*/ 1545 w 134734"/>
              <a:gd name="connsiteY2" fmla="*/ 110588 h 112239"/>
              <a:gd name="connsiteX3" fmla="*/ 5608 w 134734"/>
              <a:gd name="connsiteY3" fmla="*/ 112239 h 112239"/>
              <a:gd name="connsiteX4" fmla="*/ 9163 w 134734"/>
              <a:gd name="connsiteY4" fmla="*/ 111096 h 112239"/>
              <a:gd name="connsiteX5" fmla="*/ 9163 w 134734"/>
              <a:gd name="connsiteY5" fmla="*/ 111096 h 112239"/>
              <a:gd name="connsiteX6" fmla="*/ 134735 w 134734"/>
              <a:gd name="connsiteY6" fmla="*/ 9523 h 112239"/>
              <a:gd name="connsiteX7" fmla="*/ 131815 w 134734"/>
              <a:gd name="connsiteY7" fmla="*/ 8634 h 112239"/>
              <a:gd name="connsiteX8" fmla="*/ 128221 w 134734"/>
              <a:gd name="connsiteY8" fmla="*/ 3047 h 112239"/>
              <a:gd name="connsiteX9" fmla="*/ 130418 w 134734"/>
              <a:gd name="connsiteY9" fmla="*/ 0 h 112239"/>
              <a:gd name="connsiteX10" fmla="*/ 130418 w 134734"/>
              <a:gd name="connsiteY10" fmla="*/ 0 h 112239"/>
              <a:gd name="connsiteX11" fmla="*/ 4847 w 134734"/>
              <a:gd name="connsiteY11" fmla="*/ 101574 h 112239"/>
              <a:gd name="connsiteX12" fmla="*/ 2561 w 134734"/>
              <a:gd name="connsiteY12" fmla="*/ 103478 h 112239"/>
            </a:gdLst>
            <a:ahLst/>
            <a:cxnLst/>
            <a:rect l="l" t="t" r="r" b="b"/>
            <a:pathLst>
              <a:path w="134734" h="112239">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w="12690" cap="flat">
            <a:noFill/>
            <a:prstDash val="solid"/>
            <a:miter/>
          </a:ln>
        </p:spPr>
        <p:txBody>
          <a:bodyPr anchor="ctr"/>
          <a:lstStyle/>
          <a:p>
            <a:pPr>
              <a:buNone/>
            </a:pPr>
            <a:endParaRPr/>
          </a:p>
        </p:txBody>
      </p:sp>
      <p:sp>
        <p:nvSpPr>
          <p:cNvPr id="668" name="Freeform: Shape 667">
            <a:extLst>
              <a:ext uri="{FF2B5EF4-FFF2-40B4-BE49-F238E27FC236}">
                <a16:creationId xmlns:a16="http://schemas.microsoft.com/office/drawing/2014/main" id="{57F60F63-9FB3-4059-9278-9ADF5468C486}"/>
              </a:ext>
            </a:extLst>
          </p:cNvPr>
          <p:cNvSpPr>
            <a:spLocks noGrp="1"/>
          </p:cNvSpPr>
          <p:nvPr/>
        </p:nvSpPr>
        <p:spPr>
          <a:xfrm>
            <a:off x="9847786" y="527155"/>
            <a:ext cx="1048638" cy="324528"/>
          </a:xfrm>
          <a:custGeom>
            <a:avLst/>
            <a:gdLst>
              <a:gd name="connsiteX0" fmla="*/ 6857 w 1048638"/>
              <a:gd name="connsiteY0" fmla="*/ 6475 h 324528"/>
              <a:gd name="connsiteX1" fmla="*/ 1651 w 1048638"/>
              <a:gd name="connsiteY1" fmla="*/ 9903 h 324528"/>
              <a:gd name="connsiteX2" fmla="*/ 0 w 1048638"/>
              <a:gd name="connsiteY2" fmla="*/ 9903 h 324528"/>
              <a:gd name="connsiteX3" fmla="*/ 1032760 w 1048638"/>
              <a:gd name="connsiteY3" fmla="*/ 321862 h 324528"/>
              <a:gd name="connsiteX4" fmla="*/ 1041648 w 1048638"/>
              <a:gd name="connsiteY4" fmla="*/ 324528 h 324528"/>
              <a:gd name="connsiteX5" fmla="*/ 1043299 w 1048638"/>
              <a:gd name="connsiteY5" fmla="*/ 324528 h 324528"/>
              <a:gd name="connsiteX6" fmla="*/ 1048377 w 1048638"/>
              <a:gd name="connsiteY6" fmla="*/ 321100 h 324528"/>
              <a:gd name="connsiteX7" fmla="*/ 1045381 w 1048638"/>
              <a:gd name="connsiteY7" fmla="*/ 314967 h 324528"/>
              <a:gd name="connsiteX8" fmla="*/ 1045076 w 1048638"/>
              <a:gd name="connsiteY8" fmla="*/ 314878 h 324528"/>
              <a:gd name="connsiteX9" fmla="*/ 12189 w 1048638"/>
              <a:gd name="connsiteY9" fmla="*/ 2666 h 324528"/>
              <a:gd name="connsiteX10" fmla="*/ 3428 w 1048638"/>
              <a:gd name="connsiteY10" fmla="*/ 0 h 324528"/>
              <a:gd name="connsiteX11" fmla="*/ 6996 w 1048638"/>
              <a:gd name="connsiteY11" fmla="*/ 6031 h 324528"/>
              <a:gd name="connsiteX12" fmla="*/ 6857 w 1048638"/>
              <a:gd name="connsiteY12" fmla="*/ 6475 h 324528"/>
            </a:gdLst>
            <a:ahLst/>
            <a:cxnLst/>
            <a:rect l="l" t="t" r="r" b="b"/>
            <a:pathLst>
              <a:path w="1048638" h="32452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w="12690" cap="flat">
            <a:noFill/>
            <a:prstDash val="solid"/>
            <a:miter/>
          </a:ln>
        </p:spPr>
        <p:txBody>
          <a:bodyPr anchor="ctr"/>
          <a:lstStyle/>
          <a:p>
            <a:pPr>
              <a:buNone/>
            </a:pPr>
            <a:endParaRPr/>
          </a:p>
        </p:txBody>
      </p:sp>
      <p:sp>
        <p:nvSpPr>
          <p:cNvPr id="671" name="Freeform: Shape 670">
            <a:extLst>
              <a:ext uri="{FF2B5EF4-FFF2-40B4-BE49-F238E27FC236}">
                <a16:creationId xmlns:a16="http://schemas.microsoft.com/office/drawing/2014/main" id="{3E07789D-D840-4937-ACFC-D521ECE81736}"/>
              </a:ext>
            </a:extLst>
          </p:cNvPr>
          <p:cNvSpPr>
            <a:spLocks noGrp="1"/>
          </p:cNvSpPr>
          <p:nvPr/>
        </p:nvSpPr>
        <p:spPr>
          <a:xfrm>
            <a:off x="8949740" y="234750"/>
            <a:ext cx="38" cy="888"/>
          </a:xfrm>
          <a:custGeom>
            <a:avLst/>
            <a:gdLst>
              <a:gd name="connsiteX0" fmla="*/ 0 w 38"/>
              <a:gd name="connsiteY0" fmla="*/ 0 h 888"/>
              <a:gd name="connsiteX1" fmla="*/ 0 w 38"/>
              <a:gd name="connsiteY1" fmla="*/ 889 h 888"/>
              <a:gd name="connsiteX2" fmla="*/ 0 w 38"/>
              <a:gd name="connsiteY2" fmla="*/ 254 h 888"/>
            </a:gdLst>
            <a:ahLst/>
            <a:cxnLst/>
            <a:rect l="l" t="t" r="r" b="b"/>
            <a:pathLst>
              <a:path w="38" h="888">
                <a:moveTo>
                  <a:pt x="0" y="0"/>
                </a:moveTo>
                <a:cubicBezTo>
                  <a:pt x="51" y="292"/>
                  <a:pt x="51" y="597"/>
                  <a:pt x="0" y="889"/>
                </a:cubicBezTo>
                <a:lnTo>
                  <a:pt x="0" y="254"/>
                </a:lnTo>
                <a:close/>
              </a:path>
            </a:pathLst>
          </a:custGeom>
          <a:solidFill>
            <a:srgbClr val="000000"/>
          </a:solidFill>
          <a:ln w="12690" cap="flat">
            <a:noFill/>
            <a:prstDash val="solid"/>
            <a:miter/>
          </a:ln>
        </p:spPr>
        <p:txBody>
          <a:bodyPr anchor="ctr"/>
          <a:lstStyle/>
          <a:p>
            <a:pPr>
              <a:buNone/>
            </a:pPr>
            <a:endParaRPr/>
          </a:p>
        </p:txBody>
      </p:sp>
      <p:sp>
        <p:nvSpPr>
          <p:cNvPr id="672" name="Freeform: Shape 671">
            <a:extLst>
              <a:ext uri="{FF2B5EF4-FFF2-40B4-BE49-F238E27FC236}">
                <a16:creationId xmlns:a16="http://schemas.microsoft.com/office/drawing/2014/main" id="{6AAB312E-4CB1-452D-BFC5-8C176D723F6F}"/>
              </a:ext>
            </a:extLst>
          </p:cNvPr>
          <p:cNvSpPr>
            <a:spLocks noGrp="1"/>
          </p:cNvSpPr>
          <p:nvPr/>
        </p:nvSpPr>
        <p:spPr>
          <a:xfrm>
            <a:off x="8948598" y="233227"/>
            <a:ext cx="12696" cy="761"/>
          </a:xfrm>
          <a:custGeom>
            <a:avLst/>
            <a:gdLst>
              <a:gd name="connsiteX0" fmla="*/ 0 w 12696"/>
              <a:gd name="connsiteY0" fmla="*/ 0 h 761"/>
              <a:gd name="connsiteX1" fmla="*/ 0 w 12696"/>
              <a:gd name="connsiteY1" fmla="*/ 762 h 761"/>
              <a:gd name="connsiteX2" fmla="*/ 0 w 12696"/>
              <a:gd name="connsiteY2" fmla="*/ 762 h 761"/>
            </a:gdLst>
            <a:ahLst/>
            <a:cxnLst/>
            <a:rect l="l" t="t" r="r" b="b"/>
            <a:pathLst>
              <a:path w="12696" h="761">
                <a:moveTo>
                  <a:pt x="0" y="0"/>
                </a:moveTo>
                <a:lnTo>
                  <a:pt x="0" y="762"/>
                </a:lnTo>
                <a:lnTo>
                  <a:pt x="0" y="762"/>
                </a:lnTo>
                <a:close/>
              </a:path>
            </a:pathLst>
          </a:custGeom>
          <a:solidFill>
            <a:srgbClr val="000000"/>
          </a:solidFill>
          <a:ln w="12690" cap="flat">
            <a:noFill/>
            <a:prstDash val="solid"/>
            <a:miter/>
          </a:ln>
        </p:spPr>
        <p:txBody>
          <a:bodyPr anchor="ctr"/>
          <a:lstStyle/>
          <a:p>
            <a:pPr>
              <a:buNone/>
            </a:pPr>
            <a:endParaRPr/>
          </a:p>
        </p:txBody>
      </p:sp>
      <p:sp>
        <p:nvSpPr>
          <p:cNvPr id="673" name="Freeform: Shape 672">
            <a:extLst>
              <a:ext uri="{FF2B5EF4-FFF2-40B4-BE49-F238E27FC236}">
                <a16:creationId xmlns:a16="http://schemas.microsoft.com/office/drawing/2014/main" id="{6E47ADDE-C601-4FFE-8BE1-3A785F358604}"/>
              </a:ext>
            </a:extLst>
          </p:cNvPr>
          <p:cNvSpPr>
            <a:spLocks noGrp="1"/>
          </p:cNvSpPr>
          <p:nvPr/>
        </p:nvSpPr>
        <p:spPr>
          <a:xfrm>
            <a:off x="8946820" y="232211"/>
            <a:ext cx="1015" cy="12696"/>
          </a:xfrm>
          <a:custGeom>
            <a:avLst/>
            <a:gdLst>
              <a:gd name="connsiteX0" fmla="*/ 0 w 1015"/>
              <a:gd name="connsiteY0" fmla="*/ 0 h 12696"/>
              <a:gd name="connsiteX1" fmla="*/ 1016 w 1015"/>
              <a:gd name="connsiteY1" fmla="*/ 0 h 12696"/>
              <a:gd name="connsiteX2" fmla="*/ 253 w 1015"/>
              <a:gd name="connsiteY2" fmla="*/ 0 h 12696"/>
            </a:gdLst>
            <a:ahLst/>
            <a:cxnLst/>
            <a:rect l="l" t="t" r="r" b="b"/>
            <a:pathLst>
              <a:path w="1015" h="12696">
                <a:moveTo>
                  <a:pt x="0" y="0"/>
                </a:moveTo>
                <a:lnTo>
                  <a:pt x="1016" y="0"/>
                </a:lnTo>
                <a:lnTo>
                  <a:pt x="253" y="0"/>
                </a:lnTo>
                <a:close/>
              </a:path>
            </a:pathLst>
          </a:custGeom>
          <a:solidFill>
            <a:srgbClr val="000000"/>
          </a:solidFill>
          <a:ln w="12690" cap="flat">
            <a:noFill/>
            <a:prstDash val="solid"/>
            <a:miter/>
          </a:ln>
        </p:spPr>
        <p:txBody>
          <a:bodyPr anchor="ctr"/>
          <a:lstStyle/>
          <a:p>
            <a:pPr>
              <a:buNone/>
            </a:pPr>
            <a:endParaRPr/>
          </a:p>
        </p:txBody>
      </p:sp>
      <p:sp>
        <p:nvSpPr>
          <p:cNvPr id="674" name="Freeform: Shape 673">
            <a:extLst>
              <a:ext uri="{FF2B5EF4-FFF2-40B4-BE49-F238E27FC236}">
                <a16:creationId xmlns:a16="http://schemas.microsoft.com/office/drawing/2014/main" id="{4D99BDBF-544E-4799-882E-F0560BECC1E7}"/>
              </a:ext>
            </a:extLst>
          </p:cNvPr>
          <p:cNvSpPr>
            <a:spLocks noGrp="1"/>
          </p:cNvSpPr>
          <p:nvPr/>
        </p:nvSpPr>
        <p:spPr>
          <a:xfrm>
            <a:off x="8939455" y="236782"/>
            <a:ext cx="11014" cy="164041"/>
          </a:xfrm>
          <a:custGeom>
            <a:avLst/>
            <a:gdLst>
              <a:gd name="connsiteX0" fmla="*/ 0 w 11014"/>
              <a:gd name="connsiteY0" fmla="*/ 164041 h 164041"/>
              <a:gd name="connsiteX1" fmla="*/ 5460 w 11014"/>
              <a:gd name="connsiteY1" fmla="*/ 159217 h 164041"/>
              <a:gd name="connsiteX2" fmla="*/ 10919 w 11014"/>
              <a:gd name="connsiteY2" fmla="*/ 164041 h 164041"/>
              <a:gd name="connsiteX3" fmla="*/ 10919 w 11014"/>
              <a:gd name="connsiteY3" fmla="*/ 0 h 164041"/>
              <a:gd name="connsiteX4" fmla="*/ 10919 w 11014"/>
              <a:gd name="connsiteY4" fmla="*/ 0 h 164041"/>
              <a:gd name="connsiteX5" fmla="*/ 10919 w 11014"/>
              <a:gd name="connsiteY5" fmla="*/ 1651 h 164041"/>
              <a:gd name="connsiteX6" fmla="*/ 5841 w 11014"/>
              <a:gd name="connsiteY6" fmla="*/ 5079 h 164041"/>
              <a:gd name="connsiteX7" fmla="*/ 4190 w 11014"/>
              <a:gd name="connsiteY7" fmla="*/ 5079 h 164041"/>
              <a:gd name="connsiteX8" fmla="*/ 381 w 11014"/>
              <a:gd name="connsiteY8" fmla="*/ 3936 h 164041"/>
              <a:gd name="connsiteX9" fmla="*/ 381 w 11014"/>
              <a:gd name="connsiteY9" fmla="*/ 164041 h 164041"/>
            </a:gdLst>
            <a:ahLst/>
            <a:cxnLst/>
            <a:rect l="l" t="t" r="r" b="b"/>
            <a:pathLst>
              <a:path w="11014" h="164041">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w="12690" cap="flat">
            <a:noFill/>
            <a:prstDash val="solid"/>
            <a:miter/>
          </a:ln>
        </p:spPr>
        <p:txBody>
          <a:bodyPr anchor="ctr"/>
          <a:lstStyle/>
          <a:p>
            <a:pPr>
              <a:buNone/>
            </a:pPr>
            <a:endParaRPr/>
          </a:p>
        </p:txBody>
      </p:sp>
      <p:sp>
        <p:nvSpPr>
          <p:cNvPr id="675" name="Freeform: Shape 674">
            <a:extLst>
              <a:ext uri="{FF2B5EF4-FFF2-40B4-BE49-F238E27FC236}">
                <a16:creationId xmlns:a16="http://schemas.microsoft.com/office/drawing/2014/main" id="{3BD441C6-EB70-4E7A-808D-0F1B70A3A3E2}"/>
              </a:ext>
            </a:extLst>
          </p:cNvPr>
          <p:cNvSpPr>
            <a:spLocks noGrp="1"/>
          </p:cNvSpPr>
          <p:nvPr/>
        </p:nvSpPr>
        <p:spPr>
          <a:xfrm>
            <a:off x="8938439" y="395992"/>
            <a:ext cx="10967" cy="466870"/>
          </a:xfrm>
          <a:custGeom>
            <a:avLst/>
            <a:gdLst>
              <a:gd name="connsiteX0" fmla="*/ 1016 w 10967"/>
              <a:gd name="connsiteY0" fmla="*/ 461913 h 466870"/>
              <a:gd name="connsiteX1" fmla="*/ 6463 w 10967"/>
              <a:gd name="connsiteY1" fmla="*/ 466864 h 466870"/>
              <a:gd name="connsiteX2" fmla="*/ 6476 w 10967"/>
              <a:gd name="connsiteY2" fmla="*/ 466864 h 466870"/>
              <a:gd name="connsiteX3" fmla="*/ 10158 w 10967"/>
              <a:gd name="connsiteY3" fmla="*/ 465468 h 466870"/>
              <a:gd name="connsiteX4" fmla="*/ 10920 w 10967"/>
              <a:gd name="connsiteY4" fmla="*/ 464579 h 466870"/>
              <a:gd name="connsiteX5" fmla="*/ 10920 w 10967"/>
              <a:gd name="connsiteY5" fmla="*/ 464579 h 466870"/>
              <a:gd name="connsiteX6" fmla="*/ 10920 w 10967"/>
              <a:gd name="connsiteY6" fmla="*/ 463817 h 466870"/>
              <a:gd name="connsiteX7" fmla="*/ 10920 w 10967"/>
              <a:gd name="connsiteY7" fmla="*/ 462674 h 466870"/>
              <a:gd name="connsiteX8" fmla="*/ 10920 w 10967"/>
              <a:gd name="connsiteY8" fmla="*/ 462674 h 466870"/>
              <a:gd name="connsiteX9" fmla="*/ 10920 w 10967"/>
              <a:gd name="connsiteY9" fmla="*/ 4831 h 466870"/>
              <a:gd name="connsiteX10" fmla="*/ 5460 w 10967"/>
              <a:gd name="connsiteY10" fmla="*/ 6 h 466870"/>
              <a:gd name="connsiteX11" fmla="*/ 0 w 10967"/>
              <a:gd name="connsiteY11" fmla="*/ 4831 h 466870"/>
              <a:gd name="connsiteX12" fmla="*/ 0 w 10967"/>
              <a:gd name="connsiteY12" fmla="*/ 461913 h 466870"/>
            </a:gdLst>
            <a:ahLst/>
            <a:cxnLst/>
            <a:rect l="l" t="t" r="r" b="b"/>
            <a:pathLst>
              <a:path w="10967" h="466870">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w="12690" cap="flat">
            <a:noFill/>
            <a:prstDash val="solid"/>
            <a:miter/>
          </a:ln>
        </p:spPr>
        <p:txBody>
          <a:bodyPr anchor="ctr"/>
          <a:lstStyle/>
          <a:p>
            <a:pPr>
              <a:buNone/>
            </a:pPr>
            <a:endParaRPr/>
          </a:p>
        </p:txBody>
      </p:sp>
      <p:sp>
        <p:nvSpPr>
          <p:cNvPr id="693" name="Freeform: Shape 692">
            <a:extLst>
              <a:ext uri="{FF2B5EF4-FFF2-40B4-BE49-F238E27FC236}">
                <a16:creationId xmlns:a16="http://schemas.microsoft.com/office/drawing/2014/main" id="{AAC41EFD-4C88-45E3-A223-4037D72DA6D0}"/>
              </a:ext>
            </a:extLst>
          </p:cNvPr>
          <p:cNvSpPr>
            <a:spLocks noGrp="1"/>
          </p:cNvSpPr>
          <p:nvPr/>
        </p:nvSpPr>
        <p:spPr>
          <a:xfrm>
            <a:off x="9146541" y="1273975"/>
            <a:ext cx="497461" cy="104494"/>
          </a:xfrm>
          <a:custGeom>
            <a:avLst/>
            <a:gdLst>
              <a:gd name="connsiteX0" fmla="*/ 490986 w 497461"/>
              <a:gd name="connsiteY0" fmla="*/ 98907 h 104494"/>
              <a:gd name="connsiteX1" fmla="*/ 497462 w 497461"/>
              <a:gd name="connsiteY1" fmla="*/ 95099 h 104494"/>
              <a:gd name="connsiteX2" fmla="*/ 403632 w 497461"/>
              <a:gd name="connsiteY2" fmla="*/ 77069 h 104494"/>
              <a:gd name="connsiteX3" fmla="*/ 3174 w 497461"/>
              <a:gd name="connsiteY3" fmla="*/ 0 h 104494"/>
              <a:gd name="connsiteX4" fmla="*/ 3174 w 497461"/>
              <a:gd name="connsiteY4" fmla="*/ 0 h 104494"/>
              <a:gd name="connsiteX5" fmla="*/ 6742 w 497461"/>
              <a:gd name="connsiteY5" fmla="*/ 5612 h 104494"/>
              <a:gd name="connsiteX6" fmla="*/ 6603 w 497461"/>
              <a:gd name="connsiteY6" fmla="*/ 6095 h 104494"/>
              <a:gd name="connsiteX7" fmla="*/ 1396 w 497461"/>
              <a:gd name="connsiteY7" fmla="*/ 9523 h 104494"/>
              <a:gd name="connsiteX8" fmla="*/ 0 w 497461"/>
              <a:gd name="connsiteY8" fmla="*/ 9523 h 104494"/>
              <a:gd name="connsiteX9" fmla="*/ 0 w 497461"/>
              <a:gd name="connsiteY9" fmla="*/ 9523 h 104494"/>
              <a:gd name="connsiteX10" fmla="*/ 94337 w 497461"/>
              <a:gd name="connsiteY10" fmla="*/ 27679 h 104494"/>
              <a:gd name="connsiteX11" fmla="*/ 495176 w 497461"/>
              <a:gd name="connsiteY11" fmla="*/ 104494 h 104494"/>
              <a:gd name="connsiteX12" fmla="*/ 490986 w 497461"/>
              <a:gd name="connsiteY12" fmla="*/ 98907 h 104494"/>
            </a:gdLst>
            <a:ahLst/>
            <a:cxnLst/>
            <a:rect l="l" t="t" r="r" b="b"/>
            <a:pathLst>
              <a:path w="497461" h="104494">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w="12690" cap="flat">
            <a:noFill/>
            <a:prstDash val="solid"/>
            <a:miter/>
          </a:ln>
        </p:spPr>
        <p:txBody>
          <a:bodyPr anchor="ctr"/>
          <a:lstStyle/>
          <a:p>
            <a:pPr>
              <a:buNone/>
            </a:pPr>
            <a:endParaRPr/>
          </a:p>
        </p:txBody>
      </p:sp>
      <p:sp>
        <p:nvSpPr>
          <p:cNvPr id="694" name="Freeform: Shape 693">
            <a:extLst>
              <a:ext uri="{FF2B5EF4-FFF2-40B4-BE49-F238E27FC236}">
                <a16:creationId xmlns:a16="http://schemas.microsoft.com/office/drawing/2014/main" id="{35E1C776-0A05-4AE5-B209-CCA5D7422557}"/>
              </a:ext>
            </a:extLst>
          </p:cNvPr>
          <p:cNvSpPr>
            <a:spLocks noGrp="1"/>
          </p:cNvSpPr>
          <p:nvPr/>
        </p:nvSpPr>
        <p:spPr>
          <a:xfrm>
            <a:off x="9637563" y="1369061"/>
            <a:ext cx="903470" cy="182464"/>
          </a:xfrm>
          <a:custGeom>
            <a:avLst/>
            <a:gdLst>
              <a:gd name="connsiteX0" fmla="*/ 6567 w 903470"/>
              <a:gd name="connsiteY0" fmla="*/ 139 h 182464"/>
              <a:gd name="connsiteX1" fmla="*/ 6567 w 903470"/>
              <a:gd name="connsiteY1" fmla="*/ 139 h 182464"/>
              <a:gd name="connsiteX2" fmla="*/ 91 w 903470"/>
              <a:gd name="connsiteY2" fmla="*/ 3949 h 182464"/>
              <a:gd name="connsiteX3" fmla="*/ 4015 w 903470"/>
              <a:gd name="connsiteY3" fmla="*/ 9751 h 182464"/>
              <a:gd name="connsiteX4" fmla="*/ 4281 w 903470"/>
              <a:gd name="connsiteY4" fmla="*/ 9789 h 182464"/>
              <a:gd name="connsiteX5" fmla="*/ 890647 w 903470"/>
              <a:gd name="connsiteY5" fmla="*/ 180433 h 182464"/>
              <a:gd name="connsiteX6" fmla="*/ 901058 w 903470"/>
              <a:gd name="connsiteY6" fmla="*/ 182464 h 182464"/>
              <a:gd name="connsiteX7" fmla="*/ 901058 w 903470"/>
              <a:gd name="connsiteY7" fmla="*/ 182464 h 182464"/>
              <a:gd name="connsiteX8" fmla="*/ 896983 w 903470"/>
              <a:gd name="connsiteY8" fmla="*/ 176548 h 182464"/>
              <a:gd name="connsiteX9" fmla="*/ 896995 w 903470"/>
              <a:gd name="connsiteY9" fmla="*/ 176497 h 182464"/>
              <a:gd name="connsiteX10" fmla="*/ 903471 w 903470"/>
              <a:gd name="connsiteY10" fmla="*/ 172815 h 182464"/>
              <a:gd name="connsiteX11" fmla="*/ 903471 w 903470"/>
              <a:gd name="connsiteY11" fmla="*/ 172815 h 182464"/>
            </a:gdLst>
            <a:ahLst/>
            <a:cxnLst/>
            <a:rect l="l" t="t" r="r" b="b"/>
            <a:pathLst>
              <a:path w="903470" h="182464">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w="12690" cap="flat">
            <a:noFill/>
            <a:prstDash val="solid"/>
            <a:miter/>
          </a:ln>
        </p:spPr>
        <p:txBody>
          <a:bodyPr anchor="ctr"/>
          <a:lstStyle/>
          <a:p>
            <a:pPr>
              <a:buNone/>
            </a:pPr>
            <a:endParaRPr/>
          </a:p>
        </p:txBody>
      </p:sp>
      <p:sp>
        <p:nvSpPr>
          <p:cNvPr id="701" name="Freeform: Shape 700">
            <a:extLst>
              <a:ext uri="{FF2B5EF4-FFF2-40B4-BE49-F238E27FC236}">
                <a16:creationId xmlns:a16="http://schemas.microsoft.com/office/drawing/2014/main" id="{0F941348-6D8F-4783-A2F1-B930F3F930F9}"/>
              </a:ext>
            </a:extLst>
          </p:cNvPr>
          <p:cNvSpPr>
            <a:spLocks noGrp="1"/>
          </p:cNvSpPr>
          <p:nvPr/>
        </p:nvSpPr>
        <p:spPr>
          <a:xfrm>
            <a:off x="8747480" y="1997053"/>
            <a:ext cx="9960" cy="48507"/>
          </a:xfrm>
          <a:custGeom>
            <a:avLst/>
            <a:gdLst>
              <a:gd name="connsiteX0" fmla="*/ 5460 w 9960"/>
              <a:gd name="connsiteY0" fmla="*/ 4825 h 48507"/>
              <a:gd name="connsiteX1" fmla="*/ 0 w 9960"/>
              <a:gd name="connsiteY1" fmla="*/ 0 h 48507"/>
              <a:gd name="connsiteX2" fmla="*/ 0 w 9960"/>
              <a:gd name="connsiteY2" fmla="*/ 43677 h 48507"/>
              <a:gd name="connsiteX3" fmla="*/ 5460 w 9960"/>
              <a:gd name="connsiteY3" fmla="*/ 48502 h 48507"/>
              <a:gd name="connsiteX4" fmla="*/ 9141 w 9960"/>
              <a:gd name="connsiteY4" fmla="*/ 47232 h 48507"/>
              <a:gd name="connsiteX5" fmla="*/ 9904 w 9960"/>
              <a:gd name="connsiteY5" fmla="*/ 46216 h 48507"/>
              <a:gd name="connsiteX6" fmla="*/ 9904 w 9960"/>
              <a:gd name="connsiteY6" fmla="*/ 45581 h 48507"/>
              <a:gd name="connsiteX7" fmla="*/ 9904 w 9960"/>
              <a:gd name="connsiteY7" fmla="*/ 44692 h 48507"/>
              <a:gd name="connsiteX8" fmla="*/ 9904 w 9960"/>
              <a:gd name="connsiteY8" fmla="*/ 43804 h 48507"/>
              <a:gd name="connsiteX9" fmla="*/ 9904 w 9960"/>
              <a:gd name="connsiteY9" fmla="*/ 43804 h 48507"/>
              <a:gd name="connsiteX10" fmla="*/ 9904 w 9960"/>
              <a:gd name="connsiteY10" fmla="*/ 127 h 48507"/>
              <a:gd name="connsiteX11" fmla="*/ 5460 w 9960"/>
              <a:gd name="connsiteY11" fmla="*/ 4825 h 48507"/>
            </a:gdLst>
            <a:ahLst/>
            <a:cxnLst/>
            <a:rect l="l" t="t" r="r" b="b"/>
            <a:pathLst>
              <a:path w="9960" h="48507">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w="12690" cap="flat">
            <a:noFill/>
            <a:prstDash val="solid"/>
            <a:miter/>
          </a:ln>
        </p:spPr>
        <p:txBody>
          <a:bodyPr anchor="ctr"/>
          <a:lstStyle/>
          <a:p>
            <a:pPr>
              <a:buNone/>
            </a:pPr>
            <a:endParaRPr/>
          </a:p>
        </p:txBody>
      </p:sp>
      <p:sp>
        <p:nvSpPr>
          <p:cNvPr id="702" name="Freeform: Shape 701">
            <a:extLst>
              <a:ext uri="{FF2B5EF4-FFF2-40B4-BE49-F238E27FC236}">
                <a16:creationId xmlns:a16="http://schemas.microsoft.com/office/drawing/2014/main" id="{80D40C5F-B081-4DE6-86FA-43B3EB016CCC}"/>
              </a:ext>
            </a:extLst>
          </p:cNvPr>
          <p:cNvSpPr>
            <a:spLocks noGrp="1"/>
          </p:cNvSpPr>
          <p:nvPr/>
        </p:nvSpPr>
        <p:spPr>
          <a:xfrm>
            <a:off x="8747734" y="1937124"/>
            <a:ext cx="10791" cy="65070"/>
          </a:xfrm>
          <a:custGeom>
            <a:avLst/>
            <a:gdLst>
              <a:gd name="connsiteX0" fmla="*/ 10538 w 10791"/>
              <a:gd name="connsiteY0" fmla="*/ 0 h 65070"/>
              <a:gd name="connsiteX1" fmla="*/ 10538 w 10791"/>
              <a:gd name="connsiteY1" fmla="*/ 1778 h 65070"/>
              <a:gd name="connsiteX2" fmla="*/ 5460 w 10791"/>
              <a:gd name="connsiteY2" fmla="*/ 5206 h 65070"/>
              <a:gd name="connsiteX3" fmla="*/ 3682 w 10791"/>
              <a:gd name="connsiteY3" fmla="*/ 5206 h 65070"/>
              <a:gd name="connsiteX4" fmla="*/ 0 w 10791"/>
              <a:gd name="connsiteY4" fmla="*/ 4063 h 65070"/>
              <a:gd name="connsiteX5" fmla="*/ 0 w 10791"/>
              <a:gd name="connsiteY5" fmla="*/ 60436 h 65070"/>
              <a:gd name="connsiteX6" fmla="*/ 6221 w 10791"/>
              <a:gd name="connsiteY6" fmla="*/ 65007 h 65070"/>
              <a:gd name="connsiteX7" fmla="*/ 10792 w 10791"/>
              <a:gd name="connsiteY7" fmla="*/ 60436 h 65070"/>
              <a:gd name="connsiteX8" fmla="*/ 10792 w 10791"/>
              <a:gd name="connsiteY8" fmla="*/ 0 h 65070"/>
            </a:gdLst>
            <a:ahLst/>
            <a:cxnLst/>
            <a:rect l="l" t="t" r="r" b="b"/>
            <a:pathLst>
              <a:path w="10791" h="65070">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w="12690" cap="flat">
            <a:noFill/>
            <a:prstDash val="solid"/>
            <a:miter/>
          </a:ln>
        </p:spPr>
        <p:txBody>
          <a:bodyPr anchor="ctr"/>
          <a:lstStyle/>
          <a:p>
            <a:pPr>
              <a:buNone/>
            </a:pPr>
            <a:endParaRPr/>
          </a:p>
        </p:txBody>
      </p:sp>
      <p:sp>
        <p:nvSpPr>
          <p:cNvPr id="703" name="Freeform: Shape 702">
            <a:extLst>
              <a:ext uri="{FF2B5EF4-FFF2-40B4-BE49-F238E27FC236}">
                <a16:creationId xmlns:a16="http://schemas.microsoft.com/office/drawing/2014/main" id="{909B4451-0F04-435A-B998-7A1BC9B457A3}"/>
              </a:ext>
            </a:extLst>
          </p:cNvPr>
          <p:cNvSpPr>
            <a:spLocks noGrp="1"/>
          </p:cNvSpPr>
          <p:nvPr/>
        </p:nvSpPr>
        <p:spPr>
          <a:xfrm>
            <a:off x="8755097" y="1932681"/>
            <a:ext cx="1143" cy="12696"/>
          </a:xfrm>
          <a:custGeom>
            <a:avLst/>
            <a:gdLst>
              <a:gd name="connsiteX0" fmla="*/ 0 w 1143"/>
              <a:gd name="connsiteY0" fmla="*/ 0 h 12696"/>
              <a:gd name="connsiteX1" fmla="*/ 0 w 1143"/>
              <a:gd name="connsiteY1" fmla="*/ 0 h 12696"/>
              <a:gd name="connsiteX2" fmla="*/ 1143 w 1143"/>
              <a:gd name="connsiteY2" fmla="*/ 0 h 12696"/>
            </a:gdLst>
            <a:ahLst/>
            <a:cxnLst/>
            <a:rect l="l" t="t" r="r" b="b"/>
            <a:pathLst>
              <a:path w="1143" h="12696">
                <a:moveTo>
                  <a:pt x="0" y="0"/>
                </a:moveTo>
                <a:lnTo>
                  <a:pt x="0" y="0"/>
                </a:lnTo>
                <a:lnTo>
                  <a:pt x="1143" y="0"/>
                </a:lnTo>
                <a:close/>
              </a:path>
            </a:pathLst>
          </a:custGeom>
          <a:solidFill>
            <a:srgbClr val="000000"/>
          </a:solidFill>
          <a:ln w="12690" cap="flat">
            <a:noFill/>
            <a:prstDash val="solid"/>
            <a:miter/>
          </a:ln>
        </p:spPr>
        <p:txBody>
          <a:bodyPr anchor="ctr"/>
          <a:lstStyle/>
          <a:p>
            <a:pPr>
              <a:buNone/>
            </a:pPr>
            <a:endParaRPr/>
          </a:p>
        </p:txBody>
      </p:sp>
      <p:sp>
        <p:nvSpPr>
          <p:cNvPr id="704" name="Freeform: Shape 703">
            <a:extLst>
              <a:ext uri="{FF2B5EF4-FFF2-40B4-BE49-F238E27FC236}">
                <a16:creationId xmlns:a16="http://schemas.microsoft.com/office/drawing/2014/main" id="{ABEE547E-08E0-41F3-AE96-F479A64E8954}"/>
              </a:ext>
            </a:extLst>
          </p:cNvPr>
          <p:cNvSpPr>
            <a:spLocks noGrp="1"/>
          </p:cNvSpPr>
          <p:nvPr/>
        </p:nvSpPr>
        <p:spPr>
          <a:xfrm>
            <a:off x="8757891" y="1935347"/>
            <a:ext cx="85" cy="888"/>
          </a:xfrm>
          <a:custGeom>
            <a:avLst/>
            <a:gdLst>
              <a:gd name="connsiteX0" fmla="*/ 0 w 85"/>
              <a:gd name="connsiteY0" fmla="*/ 0 h 888"/>
              <a:gd name="connsiteX1" fmla="*/ 0 w 85"/>
              <a:gd name="connsiteY1" fmla="*/ 0 h 888"/>
              <a:gd name="connsiteX2" fmla="*/ 0 w 85"/>
              <a:gd name="connsiteY2" fmla="*/ 889 h 888"/>
              <a:gd name="connsiteX3" fmla="*/ 0 w 85"/>
              <a:gd name="connsiteY3" fmla="*/ 0 h 888"/>
            </a:gdLst>
            <a:ahLst/>
            <a:cxnLst/>
            <a:rect l="l" t="t" r="r" b="b"/>
            <a:pathLst>
              <a:path w="85" h="888">
                <a:moveTo>
                  <a:pt x="0" y="0"/>
                </a:moveTo>
                <a:lnTo>
                  <a:pt x="0" y="0"/>
                </a:lnTo>
                <a:cubicBezTo>
                  <a:pt x="76" y="292"/>
                  <a:pt x="76" y="597"/>
                  <a:pt x="0" y="889"/>
                </a:cubicBezTo>
                <a:cubicBezTo>
                  <a:pt x="114" y="609"/>
                  <a:pt x="114" y="279"/>
                  <a:pt x="0" y="0"/>
                </a:cubicBezTo>
                <a:close/>
              </a:path>
            </a:pathLst>
          </a:custGeom>
          <a:solidFill>
            <a:srgbClr val="000000"/>
          </a:solidFill>
          <a:ln w="12690" cap="flat">
            <a:noFill/>
            <a:prstDash val="solid"/>
            <a:miter/>
          </a:ln>
        </p:spPr>
        <p:txBody>
          <a:bodyPr anchor="ctr"/>
          <a:lstStyle/>
          <a:p>
            <a:pPr>
              <a:buNone/>
            </a:pPr>
            <a:endParaRPr/>
          </a:p>
        </p:txBody>
      </p:sp>
      <p:sp>
        <p:nvSpPr>
          <p:cNvPr id="705" name="Freeform: Shape 704">
            <a:extLst>
              <a:ext uri="{FF2B5EF4-FFF2-40B4-BE49-F238E27FC236}">
                <a16:creationId xmlns:a16="http://schemas.microsoft.com/office/drawing/2014/main" id="{54EEA97B-538B-4E20-B7A6-F750FF528304}"/>
              </a:ext>
            </a:extLst>
          </p:cNvPr>
          <p:cNvSpPr>
            <a:spLocks noGrp="1"/>
          </p:cNvSpPr>
          <p:nvPr/>
        </p:nvSpPr>
        <p:spPr>
          <a:xfrm>
            <a:off x="8756748" y="1933823"/>
            <a:ext cx="12696" cy="761"/>
          </a:xfrm>
          <a:custGeom>
            <a:avLst/>
            <a:gdLst>
              <a:gd name="connsiteX0" fmla="*/ 0 w 12696"/>
              <a:gd name="connsiteY0" fmla="*/ 0 h 761"/>
              <a:gd name="connsiteX1" fmla="*/ 0 w 12696"/>
              <a:gd name="connsiteY1" fmla="*/ 0 h 761"/>
              <a:gd name="connsiteX2" fmla="*/ 0 w 12696"/>
              <a:gd name="connsiteY2" fmla="*/ 762 h 761"/>
            </a:gdLst>
            <a:ahLst/>
            <a:cxnLst/>
            <a:rect l="l" t="t" r="r" b="b"/>
            <a:pathLst>
              <a:path w="12696" h="761">
                <a:moveTo>
                  <a:pt x="0" y="0"/>
                </a:moveTo>
                <a:lnTo>
                  <a:pt x="0" y="0"/>
                </a:lnTo>
                <a:lnTo>
                  <a:pt x="0" y="762"/>
                </a:lnTo>
                <a:close/>
              </a:path>
            </a:pathLst>
          </a:custGeom>
          <a:solidFill>
            <a:srgbClr val="000000"/>
          </a:solidFill>
          <a:ln w="12690" cap="flat">
            <a:noFill/>
            <a:prstDash val="solid"/>
            <a:miter/>
          </a:ln>
        </p:spPr>
        <p:txBody>
          <a:bodyPr anchor="ctr"/>
          <a:lstStyle/>
          <a:p>
            <a:pPr>
              <a:buNone/>
            </a:pPr>
            <a:endParaRPr/>
          </a:p>
        </p:txBody>
      </p:sp>
      <p:sp>
        <p:nvSpPr>
          <p:cNvPr id="706" name="Freeform: Shape 705">
            <a:extLst>
              <a:ext uri="{FF2B5EF4-FFF2-40B4-BE49-F238E27FC236}">
                <a16:creationId xmlns:a16="http://schemas.microsoft.com/office/drawing/2014/main" id="{B461FD70-C730-4772-9C0D-A3DBEE295955}"/>
              </a:ext>
            </a:extLst>
          </p:cNvPr>
          <p:cNvSpPr>
            <a:spLocks noGrp="1"/>
          </p:cNvSpPr>
          <p:nvPr/>
        </p:nvSpPr>
        <p:spPr>
          <a:xfrm>
            <a:off x="8583389" y="1882920"/>
            <a:ext cx="83084" cy="32493"/>
          </a:xfrm>
          <a:custGeom>
            <a:avLst/>
            <a:gdLst>
              <a:gd name="connsiteX0" fmla="*/ 81561 w 83084"/>
              <a:gd name="connsiteY0" fmla="*/ 32493 h 32493"/>
              <a:gd name="connsiteX1" fmla="*/ 80418 w 83084"/>
              <a:gd name="connsiteY1" fmla="*/ 32493 h 32493"/>
              <a:gd name="connsiteX2" fmla="*/ 80418 w 83084"/>
              <a:gd name="connsiteY2" fmla="*/ 32493 h 32493"/>
              <a:gd name="connsiteX3" fmla="*/ 79783 w 83084"/>
              <a:gd name="connsiteY3" fmla="*/ 31732 h 32493"/>
              <a:gd name="connsiteX4" fmla="*/ 79783 w 83084"/>
              <a:gd name="connsiteY4" fmla="*/ 30970 h 32493"/>
              <a:gd name="connsiteX5" fmla="*/ 79783 w 83084"/>
              <a:gd name="connsiteY5" fmla="*/ 30081 h 32493"/>
              <a:gd name="connsiteX6" fmla="*/ 79783 w 83084"/>
              <a:gd name="connsiteY6" fmla="*/ 29065 h 32493"/>
              <a:gd name="connsiteX7" fmla="*/ 79783 w 83084"/>
              <a:gd name="connsiteY7" fmla="*/ 29065 h 32493"/>
              <a:gd name="connsiteX8" fmla="*/ 79783 w 83084"/>
              <a:gd name="connsiteY8" fmla="*/ 22209 h 32493"/>
              <a:gd name="connsiteX9" fmla="*/ 15030 w 83084"/>
              <a:gd name="connsiteY9" fmla="*/ 2910 h 32493"/>
              <a:gd name="connsiteX10" fmla="*/ 6269 w 83084"/>
              <a:gd name="connsiteY10" fmla="*/ 244 h 32493"/>
              <a:gd name="connsiteX11" fmla="*/ 682 w 83084"/>
              <a:gd name="connsiteY11" fmla="*/ 1513 h 32493"/>
              <a:gd name="connsiteX12" fmla="*/ 48 w 83084"/>
              <a:gd name="connsiteY12" fmla="*/ 2275 h 32493"/>
              <a:gd name="connsiteX13" fmla="*/ 48 w 83084"/>
              <a:gd name="connsiteY13" fmla="*/ 3037 h 32493"/>
              <a:gd name="connsiteX14" fmla="*/ 48 w 83084"/>
              <a:gd name="connsiteY14" fmla="*/ 3037 h 32493"/>
              <a:gd name="connsiteX15" fmla="*/ 48 w 83084"/>
              <a:gd name="connsiteY15" fmla="*/ 3037 h 32493"/>
              <a:gd name="connsiteX16" fmla="*/ 48 w 83084"/>
              <a:gd name="connsiteY16" fmla="*/ 4052 h 32493"/>
              <a:gd name="connsiteX17" fmla="*/ 48 w 83084"/>
              <a:gd name="connsiteY17" fmla="*/ 4941 h 32493"/>
              <a:gd name="connsiteX18" fmla="*/ 48 w 83084"/>
              <a:gd name="connsiteY18" fmla="*/ 5830 h 32493"/>
              <a:gd name="connsiteX19" fmla="*/ 48 w 83084"/>
              <a:gd name="connsiteY19" fmla="*/ 6719 h 32493"/>
              <a:gd name="connsiteX20" fmla="*/ 682 w 83084"/>
              <a:gd name="connsiteY20" fmla="*/ 7481 h 32493"/>
              <a:gd name="connsiteX21" fmla="*/ 1698 w 83084"/>
              <a:gd name="connsiteY21" fmla="*/ 8115 h 32493"/>
              <a:gd name="connsiteX22" fmla="*/ 2460 w 83084"/>
              <a:gd name="connsiteY22" fmla="*/ 8115 h 32493"/>
              <a:gd name="connsiteX23" fmla="*/ 2460 w 83084"/>
              <a:gd name="connsiteY23" fmla="*/ 8115 h 32493"/>
              <a:gd name="connsiteX24" fmla="*/ 83085 w 83084"/>
              <a:gd name="connsiteY24" fmla="*/ 32239 h 32493"/>
              <a:gd name="connsiteX25" fmla="*/ 83085 w 83084"/>
              <a:gd name="connsiteY25" fmla="*/ 32239 h 32493"/>
            </a:gdLst>
            <a:ahLst/>
            <a:cxnLst/>
            <a:rect l="l" t="t" r="r" b="b"/>
            <a:pathLst>
              <a:path w="83084" h="32493">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w="12690" cap="flat">
            <a:noFill/>
            <a:prstDash val="solid"/>
            <a:miter/>
          </a:ln>
        </p:spPr>
        <p:txBody>
          <a:bodyPr anchor="ctr"/>
          <a:lstStyle/>
          <a:p>
            <a:pPr>
              <a:buNone/>
            </a:pPr>
            <a:endParaRPr/>
          </a:p>
        </p:txBody>
      </p:sp>
      <p:sp>
        <p:nvSpPr>
          <p:cNvPr id="707" name="Freeform: Shape 706">
            <a:extLst>
              <a:ext uri="{FF2B5EF4-FFF2-40B4-BE49-F238E27FC236}">
                <a16:creationId xmlns:a16="http://schemas.microsoft.com/office/drawing/2014/main" id="{2A12B2EA-5B29-4E71-BE05-43E95C9F6AE2}"/>
              </a:ext>
            </a:extLst>
          </p:cNvPr>
          <p:cNvSpPr>
            <a:spLocks noGrp="1"/>
          </p:cNvSpPr>
          <p:nvPr/>
        </p:nvSpPr>
        <p:spPr>
          <a:xfrm>
            <a:off x="8664443" y="1908303"/>
            <a:ext cx="93416" cy="33773"/>
          </a:xfrm>
          <a:custGeom>
            <a:avLst/>
            <a:gdLst>
              <a:gd name="connsiteX0" fmla="*/ 1904 w 93416"/>
              <a:gd name="connsiteY0" fmla="*/ 7491 h 33773"/>
              <a:gd name="connsiteX1" fmla="*/ 0 w 93416"/>
              <a:gd name="connsiteY1" fmla="*/ 7491 h 33773"/>
              <a:gd name="connsiteX2" fmla="*/ 0 w 93416"/>
              <a:gd name="connsiteY2" fmla="*/ 7491 h 33773"/>
              <a:gd name="connsiteX3" fmla="*/ 77705 w 93416"/>
              <a:gd name="connsiteY3" fmla="*/ 31107 h 33773"/>
              <a:gd name="connsiteX4" fmla="*/ 82783 w 93416"/>
              <a:gd name="connsiteY4" fmla="*/ 32630 h 33773"/>
              <a:gd name="connsiteX5" fmla="*/ 86465 w 93416"/>
              <a:gd name="connsiteY5" fmla="*/ 33773 h 33773"/>
              <a:gd name="connsiteX6" fmla="*/ 88242 w 93416"/>
              <a:gd name="connsiteY6" fmla="*/ 33773 h 33773"/>
              <a:gd name="connsiteX7" fmla="*/ 93321 w 93416"/>
              <a:gd name="connsiteY7" fmla="*/ 30345 h 33773"/>
              <a:gd name="connsiteX8" fmla="*/ 93321 w 93416"/>
              <a:gd name="connsiteY8" fmla="*/ 28568 h 33773"/>
              <a:gd name="connsiteX9" fmla="*/ 93321 w 93416"/>
              <a:gd name="connsiteY9" fmla="*/ 27806 h 33773"/>
              <a:gd name="connsiteX10" fmla="*/ 93321 w 93416"/>
              <a:gd name="connsiteY10" fmla="*/ 27806 h 33773"/>
              <a:gd name="connsiteX11" fmla="*/ 93321 w 93416"/>
              <a:gd name="connsiteY11" fmla="*/ 26917 h 33773"/>
              <a:gd name="connsiteX12" fmla="*/ 93321 w 93416"/>
              <a:gd name="connsiteY12" fmla="*/ 26155 h 33773"/>
              <a:gd name="connsiteX13" fmla="*/ 93321 w 93416"/>
              <a:gd name="connsiteY13" fmla="*/ 26155 h 33773"/>
              <a:gd name="connsiteX14" fmla="*/ 93321 w 93416"/>
              <a:gd name="connsiteY14" fmla="*/ 25393 h 33773"/>
              <a:gd name="connsiteX15" fmla="*/ 92560 w 93416"/>
              <a:gd name="connsiteY15" fmla="*/ 25393 h 33773"/>
              <a:gd name="connsiteX16" fmla="*/ 92560 w 93416"/>
              <a:gd name="connsiteY16" fmla="*/ 25393 h 33773"/>
              <a:gd name="connsiteX17" fmla="*/ 91417 w 93416"/>
              <a:gd name="connsiteY17" fmla="*/ 25393 h 33773"/>
              <a:gd name="connsiteX18" fmla="*/ 91417 w 93416"/>
              <a:gd name="connsiteY18" fmla="*/ 25393 h 33773"/>
              <a:gd name="connsiteX19" fmla="*/ 8507 w 93416"/>
              <a:gd name="connsiteY19" fmla="*/ 0 h 33773"/>
              <a:gd name="connsiteX20" fmla="*/ 8507 w 93416"/>
              <a:gd name="connsiteY20" fmla="*/ 3555 h 33773"/>
              <a:gd name="connsiteX21" fmla="*/ 2628 w 93416"/>
              <a:gd name="connsiteY21" fmla="*/ 7669 h 33773"/>
              <a:gd name="connsiteX22" fmla="*/ 1904 w 93416"/>
              <a:gd name="connsiteY22" fmla="*/ 7491 h 33773"/>
            </a:gdLst>
            <a:ahLst/>
            <a:cxnLst/>
            <a:rect l="l" t="t" r="r" b="b"/>
            <a:pathLst>
              <a:path w="93416" h="33773">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w="12690" cap="flat">
            <a:noFill/>
            <a:prstDash val="solid"/>
            <a:miter/>
          </a:ln>
        </p:spPr>
        <p:txBody>
          <a:bodyPr anchor="ctr"/>
          <a:lstStyle/>
          <a:p>
            <a:pPr>
              <a:buNone/>
            </a:pPr>
            <a:endParaRPr/>
          </a:p>
        </p:txBody>
      </p:sp>
      <p:sp>
        <p:nvSpPr>
          <p:cNvPr id="708" name="Freeform: Shape 707">
            <a:extLst>
              <a:ext uri="{FF2B5EF4-FFF2-40B4-BE49-F238E27FC236}">
                <a16:creationId xmlns:a16="http://schemas.microsoft.com/office/drawing/2014/main" id="{949618D4-43B2-4C4E-82D6-09D3C6FF7EB4}"/>
              </a:ext>
            </a:extLst>
          </p:cNvPr>
          <p:cNvSpPr>
            <a:spLocks noGrp="1"/>
          </p:cNvSpPr>
          <p:nvPr/>
        </p:nvSpPr>
        <p:spPr>
          <a:xfrm>
            <a:off x="4270785" y="33761"/>
            <a:ext cx="9951" cy="613971"/>
          </a:xfrm>
          <a:custGeom>
            <a:avLst/>
            <a:gdLst>
              <a:gd name="connsiteX0" fmla="*/ 9951 w 9951"/>
              <a:gd name="connsiteY0" fmla="*/ 609823 h 613971"/>
              <a:gd name="connsiteX1" fmla="*/ 9951 w 9951"/>
              <a:gd name="connsiteY1" fmla="*/ 3428 h 613971"/>
              <a:gd name="connsiteX2" fmla="*/ 9951 w 9951"/>
              <a:gd name="connsiteY2" fmla="*/ 2666 h 613971"/>
              <a:gd name="connsiteX3" fmla="*/ 9951 w 9951"/>
              <a:gd name="connsiteY3" fmla="*/ 1651 h 613971"/>
              <a:gd name="connsiteX4" fmla="*/ 9316 w 9951"/>
              <a:gd name="connsiteY4" fmla="*/ 762 h 613971"/>
              <a:gd name="connsiteX5" fmla="*/ 9316 w 9951"/>
              <a:gd name="connsiteY5" fmla="*/ 0 h 613971"/>
              <a:gd name="connsiteX6" fmla="*/ 8427 w 9951"/>
              <a:gd name="connsiteY6" fmla="*/ 0 h 613971"/>
              <a:gd name="connsiteX7" fmla="*/ 7539 w 9951"/>
              <a:gd name="connsiteY7" fmla="*/ 0 h 613971"/>
              <a:gd name="connsiteX8" fmla="*/ 6904 w 9951"/>
              <a:gd name="connsiteY8" fmla="*/ 0 h 613971"/>
              <a:gd name="connsiteX9" fmla="*/ 5507 w 9951"/>
              <a:gd name="connsiteY9" fmla="*/ 0 h 613971"/>
              <a:gd name="connsiteX10" fmla="*/ 4745 w 9951"/>
              <a:gd name="connsiteY10" fmla="*/ 0 h 613971"/>
              <a:gd name="connsiteX11" fmla="*/ 3476 w 9951"/>
              <a:gd name="connsiteY11" fmla="*/ 0 h 613971"/>
              <a:gd name="connsiteX12" fmla="*/ 2587 w 9951"/>
              <a:gd name="connsiteY12" fmla="*/ 0 h 613971"/>
              <a:gd name="connsiteX13" fmla="*/ 48 w 9951"/>
              <a:gd name="connsiteY13" fmla="*/ 4063 h 613971"/>
              <a:gd name="connsiteX14" fmla="*/ 48 w 9951"/>
              <a:gd name="connsiteY14" fmla="*/ 610458 h 613971"/>
              <a:gd name="connsiteX15" fmla="*/ 48 w 9951"/>
              <a:gd name="connsiteY15" fmla="*/ 610458 h 613971"/>
              <a:gd name="connsiteX16" fmla="*/ 48 w 9951"/>
              <a:gd name="connsiteY16" fmla="*/ 611600 h 613971"/>
              <a:gd name="connsiteX17" fmla="*/ 48 w 9951"/>
              <a:gd name="connsiteY17" fmla="*/ 612362 h 613971"/>
              <a:gd name="connsiteX18" fmla="*/ 682 w 9951"/>
              <a:gd name="connsiteY18" fmla="*/ 613124 h 613971"/>
              <a:gd name="connsiteX19" fmla="*/ 682 w 9951"/>
              <a:gd name="connsiteY19" fmla="*/ 613886 h 613971"/>
              <a:gd name="connsiteX20" fmla="*/ 1571 w 9951"/>
              <a:gd name="connsiteY20" fmla="*/ 613886 h 613971"/>
              <a:gd name="connsiteX21" fmla="*/ 2460 w 9951"/>
              <a:gd name="connsiteY21" fmla="*/ 613886 h 613971"/>
              <a:gd name="connsiteX22" fmla="*/ 4365 w 9951"/>
              <a:gd name="connsiteY22" fmla="*/ 613886 h 613971"/>
              <a:gd name="connsiteX23" fmla="*/ 9951 w 9951"/>
              <a:gd name="connsiteY23" fmla="*/ 609823 h 613971"/>
            </a:gdLst>
            <a:ahLst/>
            <a:cxnLst/>
            <a:rect l="l" t="t" r="r" b="b"/>
            <a:pathLst>
              <a:path w="9951" h="61397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w="12690" cap="flat">
            <a:noFill/>
            <a:prstDash val="solid"/>
            <a:miter/>
          </a:ln>
        </p:spPr>
        <p:txBody>
          <a:bodyPr anchor="ctr"/>
          <a:lstStyle/>
          <a:p>
            <a:pPr>
              <a:buNone/>
            </a:pPr>
            <a:endParaRPr/>
          </a:p>
        </p:txBody>
      </p:sp>
      <p:sp>
        <p:nvSpPr>
          <p:cNvPr id="714" name="Freeform: Shape 713">
            <a:extLst>
              <a:ext uri="{FF2B5EF4-FFF2-40B4-BE49-F238E27FC236}">
                <a16:creationId xmlns:a16="http://schemas.microsoft.com/office/drawing/2014/main" id="{2A9D05B7-39EA-4BC1-B9BF-34B3C71B4EDB}"/>
              </a:ext>
            </a:extLst>
          </p:cNvPr>
          <p:cNvSpPr>
            <a:spLocks noGrp="1"/>
          </p:cNvSpPr>
          <p:nvPr/>
        </p:nvSpPr>
        <p:spPr>
          <a:xfrm>
            <a:off x="4127359" y="152730"/>
            <a:ext cx="10459" cy="191726"/>
          </a:xfrm>
          <a:custGeom>
            <a:avLst/>
            <a:gdLst>
              <a:gd name="connsiteX0" fmla="*/ 5460 w 10459"/>
              <a:gd name="connsiteY0" fmla="*/ 4952 h 191726"/>
              <a:gd name="connsiteX1" fmla="*/ 0 w 10459"/>
              <a:gd name="connsiteY1" fmla="*/ 13 h 191726"/>
              <a:gd name="connsiteX2" fmla="*/ 0 w 10459"/>
              <a:gd name="connsiteY2" fmla="*/ 0 h 191726"/>
              <a:gd name="connsiteX3" fmla="*/ 0 w 10459"/>
              <a:gd name="connsiteY3" fmla="*/ 186768 h 191726"/>
              <a:gd name="connsiteX4" fmla="*/ 5447 w 10459"/>
              <a:gd name="connsiteY4" fmla="*/ 191720 h 191726"/>
              <a:gd name="connsiteX5" fmla="*/ 5460 w 10459"/>
              <a:gd name="connsiteY5" fmla="*/ 191720 h 191726"/>
              <a:gd name="connsiteX6" fmla="*/ 9142 w 10459"/>
              <a:gd name="connsiteY6" fmla="*/ 190323 h 191726"/>
              <a:gd name="connsiteX7" fmla="*/ 9777 w 10459"/>
              <a:gd name="connsiteY7" fmla="*/ 189562 h 191726"/>
              <a:gd name="connsiteX8" fmla="*/ 10411 w 10459"/>
              <a:gd name="connsiteY8" fmla="*/ 188800 h 191726"/>
              <a:gd name="connsiteX9" fmla="*/ 10411 w 10459"/>
              <a:gd name="connsiteY9" fmla="*/ 188038 h 191726"/>
              <a:gd name="connsiteX10" fmla="*/ 10411 w 10459"/>
              <a:gd name="connsiteY10" fmla="*/ 186895 h 191726"/>
              <a:gd name="connsiteX11" fmla="*/ 10411 w 10459"/>
              <a:gd name="connsiteY11" fmla="*/ 186895 h 191726"/>
              <a:gd name="connsiteX12" fmla="*/ 10411 w 10459"/>
              <a:gd name="connsiteY12" fmla="*/ 0 h 191726"/>
              <a:gd name="connsiteX13" fmla="*/ 5460 w 10459"/>
              <a:gd name="connsiteY13" fmla="*/ 4952 h 191726"/>
            </a:gdLst>
            <a:ahLst/>
            <a:cxnLst/>
            <a:rect l="l" t="t" r="r" b="b"/>
            <a:pathLst>
              <a:path w="10459" h="191726">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w="12690" cap="flat">
            <a:noFill/>
            <a:prstDash val="solid"/>
            <a:miter/>
          </a:ln>
        </p:spPr>
        <p:txBody>
          <a:bodyPr anchor="ctr"/>
          <a:lstStyle/>
          <a:p>
            <a:pPr>
              <a:buNone/>
            </a:pPr>
            <a:endParaRPr/>
          </a:p>
        </p:txBody>
      </p:sp>
      <p:sp>
        <p:nvSpPr>
          <p:cNvPr id="715" name="Freeform: Shape 714">
            <a:extLst>
              <a:ext uri="{FF2B5EF4-FFF2-40B4-BE49-F238E27FC236}">
                <a16:creationId xmlns:a16="http://schemas.microsoft.com/office/drawing/2014/main" id="{183C82C2-1DF9-445F-8AAC-4001E0F304D4}"/>
              </a:ext>
            </a:extLst>
          </p:cNvPr>
          <p:cNvSpPr>
            <a:spLocks noGrp="1"/>
          </p:cNvSpPr>
          <p:nvPr/>
        </p:nvSpPr>
        <p:spPr>
          <a:xfrm>
            <a:off x="8660341" y="1814474"/>
            <a:ext cx="9081" cy="99266"/>
          </a:xfrm>
          <a:custGeom>
            <a:avLst/>
            <a:gdLst>
              <a:gd name="connsiteX0" fmla="*/ 4609 w 9081"/>
              <a:gd name="connsiteY0" fmla="*/ 1397 h 99266"/>
              <a:gd name="connsiteX1" fmla="*/ 3466 w 9081"/>
              <a:gd name="connsiteY1" fmla="*/ 1397 h 99266"/>
              <a:gd name="connsiteX2" fmla="*/ 2451 w 9081"/>
              <a:gd name="connsiteY2" fmla="*/ 1397 h 99266"/>
              <a:gd name="connsiteX3" fmla="*/ 38 w 9081"/>
              <a:gd name="connsiteY3" fmla="*/ 5459 h 99266"/>
              <a:gd name="connsiteX4" fmla="*/ 38 w 9081"/>
              <a:gd name="connsiteY4" fmla="*/ 95733 h 99266"/>
              <a:gd name="connsiteX5" fmla="*/ 38 w 9081"/>
              <a:gd name="connsiteY5" fmla="*/ 95733 h 99266"/>
              <a:gd name="connsiteX6" fmla="*/ 38 w 9081"/>
              <a:gd name="connsiteY6" fmla="*/ 96749 h 99266"/>
              <a:gd name="connsiteX7" fmla="*/ 38 w 9081"/>
              <a:gd name="connsiteY7" fmla="*/ 97638 h 99266"/>
              <a:gd name="connsiteX8" fmla="*/ 38 w 9081"/>
              <a:gd name="connsiteY8" fmla="*/ 98399 h 99266"/>
              <a:gd name="connsiteX9" fmla="*/ 673 w 9081"/>
              <a:gd name="connsiteY9" fmla="*/ 99161 h 99266"/>
              <a:gd name="connsiteX10" fmla="*/ 673 w 9081"/>
              <a:gd name="connsiteY10" fmla="*/ 99161 h 99266"/>
              <a:gd name="connsiteX11" fmla="*/ 1816 w 9081"/>
              <a:gd name="connsiteY11" fmla="*/ 99161 h 99266"/>
              <a:gd name="connsiteX12" fmla="*/ 3720 w 9081"/>
              <a:gd name="connsiteY12" fmla="*/ 99161 h 99266"/>
              <a:gd name="connsiteX13" fmla="*/ 9053 w 9081"/>
              <a:gd name="connsiteY13" fmla="*/ 94349 h 99266"/>
              <a:gd name="connsiteX14" fmla="*/ 9053 w 9081"/>
              <a:gd name="connsiteY14" fmla="*/ 94336 h 99266"/>
              <a:gd name="connsiteX15" fmla="*/ 9053 w 9081"/>
              <a:gd name="connsiteY15" fmla="*/ 4063 h 99266"/>
              <a:gd name="connsiteX16" fmla="*/ 9053 w 9081"/>
              <a:gd name="connsiteY16" fmla="*/ 3301 h 99266"/>
              <a:gd name="connsiteX17" fmla="*/ 9053 w 9081"/>
              <a:gd name="connsiteY17" fmla="*/ 2285 h 99266"/>
              <a:gd name="connsiteX18" fmla="*/ 9053 w 9081"/>
              <a:gd name="connsiteY18" fmla="*/ 1270 h 99266"/>
              <a:gd name="connsiteX19" fmla="*/ 9053 w 9081"/>
              <a:gd name="connsiteY19" fmla="*/ 635 h 99266"/>
              <a:gd name="connsiteX20" fmla="*/ 8037 w 9081"/>
              <a:gd name="connsiteY20" fmla="*/ 0 h 99266"/>
              <a:gd name="connsiteX21" fmla="*/ 7402 w 9081"/>
              <a:gd name="connsiteY21" fmla="*/ 0 h 99266"/>
              <a:gd name="connsiteX22" fmla="*/ 6514 w 9081"/>
              <a:gd name="connsiteY22" fmla="*/ 0 h 99266"/>
              <a:gd name="connsiteX23" fmla="*/ 5371 w 9081"/>
              <a:gd name="connsiteY23" fmla="*/ 0 h 99266"/>
              <a:gd name="connsiteX24" fmla="*/ 4609 w 9081"/>
              <a:gd name="connsiteY24" fmla="*/ 0 h 99266"/>
            </a:gdLst>
            <a:ahLst/>
            <a:cxnLst/>
            <a:rect l="l" t="t" r="r" b="b"/>
            <a:pathLst>
              <a:path w="9081" h="99266">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w="12690" cap="flat">
            <a:noFill/>
            <a:prstDash val="solid"/>
            <a:miter/>
          </a:ln>
        </p:spPr>
        <p:txBody>
          <a:bodyPr anchor="ctr"/>
          <a:lstStyle/>
          <a:p>
            <a:pPr>
              <a:buNone/>
            </a:pPr>
            <a:endParaRPr/>
          </a:p>
        </p:txBody>
      </p:sp>
      <p:sp>
        <p:nvSpPr>
          <p:cNvPr id="716" name="Freeform: Shape 715">
            <a:extLst>
              <a:ext uri="{FF2B5EF4-FFF2-40B4-BE49-F238E27FC236}">
                <a16:creationId xmlns:a16="http://schemas.microsoft.com/office/drawing/2014/main" id="{1DFCC81D-0F06-4C36-B7F7-8B0DF020A3FF}"/>
              </a:ext>
            </a:extLst>
          </p:cNvPr>
          <p:cNvSpPr>
            <a:spLocks noGrp="1"/>
          </p:cNvSpPr>
          <p:nvPr/>
        </p:nvSpPr>
        <p:spPr>
          <a:xfrm>
            <a:off x="9064646" y="1248709"/>
            <a:ext cx="89130" cy="35043"/>
          </a:xfrm>
          <a:custGeom>
            <a:avLst/>
            <a:gdLst>
              <a:gd name="connsiteX0" fmla="*/ 83672 w 89130"/>
              <a:gd name="connsiteY0" fmla="*/ 34916 h 35043"/>
              <a:gd name="connsiteX1" fmla="*/ 88878 w 89130"/>
              <a:gd name="connsiteY1" fmla="*/ 31488 h 35043"/>
              <a:gd name="connsiteX2" fmla="*/ 85932 w 89130"/>
              <a:gd name="connsiteY2" fmla="*/ 25533 h 35043"/>
              <a:gd name="connsiteX3" fmla="*/ 85450 w 89130"/>
              <a:gd name="connsiteY3" fmla="*/ 25393 h 35043"/>
              <a:gd name="connsiteX4" fmla="*/ 85450 w 89130"/>
              <a:gd name="connsiteY4" fmla="*/ 25393 h 35043"/>
              <a:gd name="connsiteX5" fmla="*/ 2412 w 89130"/>
              <a:gd name="connsiteY5" fmla="*/ 0 h 35043"/>
              <a:gd name="connsiteX6" fmla="*/ 2412 w 89130"/>
              <a:gd name="connsiteY6" fmla="*/ 0 h 35043"/>
              <a:gd name="connsiteX7" fmla="*/ 6603 w 89130"/>
              <a:gd name="connsiteY7" fmla="*/ 5333 h 35043"/>
              <a:gd name="connsiteX8" fmla="*/ 1143 w 89130"/>
              <a:gd name="connsiteY8" fmla="*/ 9650 h 35043"/>
              <a:gd name="connsiteX9" fmla="*/ 0 w 89130"/>
              <a:gd name="connsiteY9" fmla="*/ 9650 h 35043"/>
              <a:gd name="connsiteX10" fmla="*/ 82911 w 89130"/>
              <a:gd name="connsiteY10" fmla="*/ 35043 h 35043"/>
              <a:gd name="connsiteX11" fmla="*/ 82911 w 89130"/>
              <a:gd name="connsiteY11" fmla="*/ 35043 h 35043"/>
            </a:gdLst>
            <a:ahLst/>
            <a:cxnLst/>
            <a:rect l="l" t="t" r="r" b="b"/>
            <a:pathLst>
              <a:path w="89130" h="35043">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w="12690" cap="flat">
            <a:noFill/>
            <a:prstDash val="solid"/>
            <a:miter/>
          </a:ln>
        </p:spPr>
        <p:txBody>
          <a:bodyPr anchor="ctr"/>
          <a:lstStyle/>
          <a:p>
            <a:pPr>
              <a:buNone/>
            </a:pPr>
            <a:endParaRPr/>
          </a:p>
        </p:txBody>
      </p:sp>
      <p:sp>
        <p:nvSpPr>
          <p:cNvPr id="717" name="Freeform: Shape 716">
            <a:extLst>
              <a:ext uri="{FF2B5EF4-FFF2-40B4-BE49-F238E27FC236}">
                <a16:creationId xmlns:a16="http://schemas.microsoft.com/office/drawing/2014/main" id="{77DB7119-EAA1-4164-A8E2-48DCB639408E}"/>
              </a:ext>
            </a:extLst>
          </p:cNvPr>
          <p:cNvSpPr>
            <a:spLocks noGrp="1"/>
          </p:cNvSpPr>
          <p:nvPr/>
        </p:nvSpPr>
        <p:spPr>
          <a:xfrm>
            <a:off x="7762587" y="1114886"/>
            <a:ext cx="1307783" cy="143350"/>
          </a:xfrm>
          <a:custGeom>
            <a:avLst/>
            <a:gdLst>
              <a:gd name="connsiteX0" fmla="*/ 1302313 w 1307783"/>
              <a:gd name="connsiteY0" fmla="*/ 143346 h 143350"/>
              <a:gd name="connsiteX1" fmla="*/ 1307773 w 1307783"/>
              <a:gd name="connsiteY1" fmla="*/ 139029 h 143350"/>
              <a:gd name="connsiteX2" fmla="*/ 1303583 w 1307783"/>
              <a:gd name="connsiteY2" fmla="*/ 133696 h 143350"/>
              <a:gd name="connsiteX3" fmla="*/ 1302948 w 1307783"/>
              <a:gd name="connsiteY3" fmla="*/ 133696 h 143350"/>
              <a:gd name="connsiteX4" fmla="*/ 12570 w 1307783"/>
              <a:gd name="connsiteY4" fmla="*/ 1270 h 143350"/>
              <a:gd name="connsiteX5" fmla="*/ 635 w 1307783"/>
              <a:gd name="connsiteY5" fmla="*/ 0 h 143350"/>
              <a:gd name="connsiteX6" fmla="*/ 5332 w 1307783"/>
              <a:gd name="connsiteY6" fmla="*/ 5434 h 143350"/>
              <a:gd name="connsiteX7" fmla="*/ 5332 w 1307783"/>
              <a:gd name="connsiteY7" fmla="*/ 5459 h 143350"/>
              <a:gd name="connsiteX8" fmla="*/ 0 w 1307783"/>
              <a:gd name="connsiteY8" fmla="*/ 9903 h 143350"/>
              <a:gd name="connsiteX9" fmla="*/ 0 w 1307783"/>
              <a:gd name="connsiteY9" fmla="*/ 9903 h 143350"/>
              <a:gd name="connsiteX10" fmla="*/ 1301806 w 1307783"/>
              <a:gd name="connsiteY10" fmla="*/ 143346 h 143350"/>
              <a:gd name="connsiteX11" fmla="*/ 1302948 w 1307783"/>
              <a:gd name="connsiteY11" fmla="*/ 143346 h 143350"/>
            </a:gdLst>
            <a:ahLst/>
            <a:cxnLst/>
            <a:rect l="l" t="t" r="r" b="b"/>
            <a:pathLst>
              <a:path w="1307783" h="143350">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w="12690" cap="flat">
            <a:noFill/>
            <a:prstDash val="solid"/>
            <a:miter/>
          </a:ln>
        </p:spPr>
        <p:txBody>
          <a:bodyPr anchor="ctr"/>
          <a:lstStyle/>
          <a:p>
            <a:pPr>
              <a:buNone/>
            </a:pPr>
            <a:endParaRPr/>
          </a:p>
        </p:txBody>
      </p:sp>
      <p:sp>
        <p:nvSpPr>
          <p:cNvPr id="718" name="Freeform: Shape 717">
            <a:extLst>
              <a:ext uri="{FF2B5EF4-FFF2-40B4-BE49-F238E27FC236}">
                <a16:creationId xmlns:a16="http://schemas.microsoft.com/office/drawing/2014/main" id="{0A9BE9E3-A008-4D5A-AE7A-BD5F6105228E}"/>
              </a:ext>
            </a:extLst>
          </p:cNvPr>
          <p:cNvSpPr>
            <a:spLocks noGrp="1"/>
          </p:cNvSpPr>
          <p:nvPr/>
        </p:nvSpPr>
        <p:spPr>
          <a:xfrm>
            <a:off x="5828432" y="1114886"/>
            <a:ext cx="10840" cy="178622"/>
          </a:xfrm>
          <a:custGeom>
            <a:avLst/>
            <a:gdLst>
              <a:gd name="connsiteX0" fmla="*/ 10840 w 10840"/>
              <a:gd name="connsiteY0" fmla="*/ 174707 h 178622"/>
              <a:gd name="connsiteX1" fmla="*/ 10840 w 10840"/>
              <a:gd name="connsiteY1" fmla="*/ 0 h 178622"/>
              <a:gd name="connsiteX2" fmla="*/ 4618 w 10840"/>
              <a:gd name="connsiteY2" fmla="*/ 4571 h 178622"/>
              <a:gd name="connsiteX3" fmla="*/ 48 w 10840"/>
              <a:gd name="connsiteY3" fmla="*/ 0 h 178622"/>
              <a:gd name="connsiteX4" fmla="*/ 48 w 10840"/>
              <a:gd name="connsiteY4" fmla="*/ 174707 h 178622"/>
              <a:gd name="connsiteX5" fmla="*/ 48 w 10840"/>
              <a:gd name="connsiteY5" fmla="*/ 175341 h 178622"/>
              <a:gd name="connsiteX6" fmla="*/ 48 w 10840"/>
              <a:gd name="connsiteY6" fmla="*/ 176230 h 178622"/>
              <a:gd name="connsiteX7" fmla="*/ 48 w 10840"/>
              <a:gd name="connsiteY7" fmla="*/ 177119 h 178622"/>
              <a:gd name="connsiteX8" fmla="*/ 682 w 10840"/>
              <a:gd name="connsiteY8" fmla="*/ 177881 h 178622"/>
              <a:gd name="connsiteX9" fmla="*/ 1444 w 10840"/>
              <a:gd name="connsiteY9" fmla="*/ 178515 h 178622"/>
              <a:gd name="connsiteX10" fmla="*/ 2333 w 10840"/>
              <a:gd name="connsiteY10" fmla="*/ 178515 h 178622"/>
              <a:gd name="connsiteX11" fmla="*/ 3222 w 10840"/>
              <a:gd name="connsiteY11" fmla="*/ 178515 h 178622"/>
              <a:gd name="connsiteX12" fmla="*/ 4745 w 10840"/>
              <a:gd name="connsiteY12" fmla="*/ 178515 h 178622"/>
              <a:gd name="connsiteX13" fmla="*/ 10840 w 10840"/>
              <a:gd name="connsiteY13" fmla="*/ 174707 h 178622"/>
            </a:gdLst>
            <a:ahLst/>
            <a:cxnLst/>
            <a:rect l="l" t="t" r="r" b="b"/>
            <a:pathLst>
              <a:path w="10840" h="178622">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w="12690" cap="flat">
            <a:noFill/>
            <a:prstDash val="solid"/>
            <a:miter/>
          </a:ln>
        </p:spPr>
        <p:txBody>
          <a:bodyPr anchor="ctr"/>
          <a:lstStyle/>
          <a:p>
            <a:pPr>
              <a:buNone/>
            </a:pPr>
            <a:endParaRPr/>
          </a:p>
        </p:txBody>
      </p:sp>
      <p:sp>
        <p:nvSpPr>
          <p:cNvPr id="719" name="Freeform: Shape 718">
            <a:extLst>
              <a:ext uri="{FF2B5EF4-FFF2-40B4-BE49-F238E27FC236}">
                <a16:creationId xmlns:a16="http://schemas.microsoft.com/office/drawing/2014/main" id="{7C4CBCDE-5C4B-48FF-B565-4594B564EA27}"/>
              </a:ext>
            </a:extLst>
          </p:cNvPr>
          <p:cNvSpPr>
            <a:spLocks noGrp="1"/>
          </p:cNvSpPr>
          <p:nvPr/>
        </p:nvSpPr>
        <p:spPr>
          <a:xfrm>
            <a:off x="5828804" y="1080097"/>
            <a:ext cx="56" cy="112"/>
          </a:xfrm>
          <a:custGeom>
            <a:avLst/>
            <a:gdLst>
              <a:gd name="connsiteX0" fmla="*/ 56 w 56"/>
              <a:gd name="connsiteY0" fmla="*/ 0 h 112"/>
              <a:gd name="connsiteX1" fmla="*/ 56 w 56"/>
              <a:gd name="connsiteY1" fmla="*/ 0 h 112"/>
            </a:gdLst>
            <a:ahLst/>
            <a:cxnLst/>
            <a:rect l="l" t="t" r="r" b="b"/>
            <a:pathLst>
              <a:path w="56" h="112">
                <a:moveTo>
                  <a:pt x="56" y="0"/>
                </a:moveTo>
                <a:cubicBezTo>
                  <a:pt x="56" y="0"/>
                  <a:pt x="-71" y="254"/>
                  <a:pt x="56" y="0"/>
                </a:cubicBezTo>
                <a:close/>
              </a:path>
            </a:pathLst>
          </a:custGeom>
          <a:solidFill>
            <a:srgbClr val="000000"/>
          </a:solidFill>
          <a:ln w="12690" cap="flat">
            <a:noFill/>
            <a:prstDash val="solid"/>
            <a:miter/>
          </a:ln>
        </p:spPr>
        <p:txBody>
          <a:bodyPr anchor="ctr"/>
          <a:lstStyle/>
          <a:p>
            <a:pPr>
              <a:buNone/>
            </a:pPr>
            <a:endParaRPr/>
          </a:p>
        </p:txBody>
      </p:sp>
      <p:sp>
        <p:nvSpPr>
          <p:cNvPr id="720" name="Freeform: Shape 719">
            <a:extLst>
              <a:ext uri="{FF2B5EF4-FFF2-40B4-BE49-F238E27FC236}">
                <a16:creationId xmlns:a16="http://schemas.microsoft.com/office/drawing/2014/main" id="{945CC8B0-9DA6-4453-8238-3C7B940C3745}"/>
              </a:ext>
            </a:extLst>
          </p:cNvPr>
          <p:cNvSpPr>
            <a:spLocks noGrp="1"/>
          </p:cNvSpPr>
          <p:nvPr/>
        </p:nvSpPr>
        <p:spPr>
          <a:xfrm>
            <a:off x="5828988" y="1082382"/>
            <a:ext cx="10791" cy="37519"/>
          </a:xfrm>
          <a:custGeom>
            <a:avLst/>
            <a:gdLst>
              <a:gd name="connsiteX0" fmla="*/ 10284 w 10791"/>
              <a:gd name="connsiteY0" fmla="*/ 635 h 37519"/>
              <a:gd name="connsiteX1" fmla="*/ 10284 w 10791"/>
              <a:gd name="connsiteY1" fmla="*/ 1524 h 37519"/>
              <a:gd name="connsiteX2" fmla="*/ 5332 w 10791"/>
              <a:gd name="connsiteY2" fmla="*/ 4444 h 37519"/>
              <a:gd name="connsiteX3" fmla="*/ 3174 w 10791"/>
              <a:gd name="connsiteY3" fmla="*/ 4444 h 37519"/>
              <a:gd name="connsiteX4" fmla="*/ 0 w 10791"/>
              <a:gd name="connsiteY4" fmla="*/ 0 h 37519"/>
              <a:gd name="connsiteX5" fmla="*/ 0 w 10791"/>
              <a:gd name="connsiteY5" fmla="*/ 0 h 37519"/>
              <a:gd name="connsiteX6" fmla="*/ 0 w 10791"/>
              <a:gd name="connsiteY6" fmla="*/ 32885 h 37519"/>
              <a:gd name="connsiteX7" fmla="*/ 6221 w 10791"/>
              <a:gd name="connsiteY7" fmla="*/ 37455 h 37519"/>
              <a:gd name="connsiteX8" fmla="*/ 10792 w 10791"/>
              <a:gd name="connsiteY8" fmla="*/ 32885 h 37519"/>
              <a:gd name="connsiteX9" fmla="*/ 10792 w 10791"/>
              <a:gd name="connsiteY9" fmla="*/ 1016 h 37519"/>
            </a:gdLst>
            <a:ahLst/>
            <a:cxnLst/>
            <a:rect l="l" t="t" r="r" b="b"/>
            <a:pathLst>
              <a:path w="10791" h="37519">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w="12690" cap="flat">
            <a:noFill/>
            <a:prstDash val="solid"/>
            <a:miter/>
          </a:ln>
        </p:spPr>
        <p:txBody>
          <a:bodyPr anchor="ctr"/>
          <a:lstStyle/>
          <a:p>
            <a:pPr>
              <a:buNone/>
            </a:pPr>
            <a:endParaRPr/>
          </a:p>
        </p:txBody>
      </p:sp>
      <p:sp>
        <p:nvSpPr>
          <p:cNvPr id="721" name="Freeform: Shape 720">
            <a:extLst>
              <a:ext uri="{FF2B5EF4-FFF2-40B4-BE49-F238E27FC236}">
                <a16:creationId xmlns:a16="http://schemas.microsoft.com/office/drawing/2014/main" id="{9A994E7B-10AF-484C-ADFA-C14261C5A163}"/>
              </a:ext>
            </a:extLst>
          </p:cNvPr>
          <p:cNvSpPr>
            <a:spLocks noGrp="1"/>
          </p:cNvSpPr>
          <p:nvPr/>
        </p:nvSpPr>
        <p:spPr>
          <a:xfrm>
            <a:off x="5829368" y="1016613"/>
            <a:ext cx="40502" cy="69927"/>
          </a:xfrm>
          <a:custGeom>
            <a:avLst/>
            <a:gdLst>
              <a:gd name="connsiteX0" fmla="*/ 35170 w 40502"/>
              <a:gd name="connsiteY0" fmla="*/ 6348 h 69927"/>
              <a:gd name="connsiteX1" fmla="*/ 33011 w 40502"/>
              <a:gd name="connsiteY1" fmla="*/ 6348 h 69927"/>
              <a:gd name="connsiteX2" fmla="*/ 29964 w 40502"/>
              <a:gd name="connsiteY2" fmla="*/ 647 h 69927"/>
              <a:gd name="connsiteX3" fmla="*/ 30218 w 40502"/>
              <a:gd name="connsiteY3" fmla="*/ 0 h 69927"/>
              <a:gd name="connsiteX4" fmla="*/ 30218 w 40502"/>
              <a:gd name="connsiteY4" fmla="*/ 889 h 69927"/>
              <a:gd name="connsiteX5" fmla="*/ 0 w 40502"/>
              <a:gd name="connsiteY5" fmla="*/ 64372 h 69927"/>
              <a:gd name="connsiteX6" fmla="*/ 0 w 40502"/>
              <a:gd name="connsiteY6" fmla="*/ 64372 h 69927"/>
              <a:gd name="connsiteX7" fmla="*/ 0 w 40502"/>
              <a:gd name="connsiteY7" fmla="*/ 65388 h 69927"/>
              <a:gd name="connsiteX8" fmla="*/ 0 w 40502"/>
              <a:gd name="connsiteY8" fmla="*/ 65388 h 69927"/>
              <a:gd name="connsiteX9" fmla="*/ 0 w 40502"/>
              <a:gd name="connsiteY9" fmla="*/ 65388 h 69927"/>
              <a:gd name="connsiteX10" fmla="*/ 3174 w 40502"/>
              <a:gd name="connsiteY10" fmla="*/ 69832 h 69927"/>
              <a:gd name="connsiteX11" fmla="*/ 5332 w 40502"/>
              <a:gd name="connsiteY11" fmla="*/ 69832 h 69927"/>
              <a:gd name="connsiteX12" fmla="*/ 10284 w 40502"/>
              <a:gd name="connsiteY12" fmla="*/ 66912 h 69927"/>
              <a:gd name="connsiteX13" fmla="*/ 10284 w 40502"/>
              <a:gd name="connsiteY13" fmla="*/ 66023 h 69927"/>
              <a:gd name="connsiteX14" fmla="*/ 12570 w 40502"/>
              <a:gd name="connsiteY14" fmla="*/ 61198 h 69927"/>
              <a:gd name="connsiteX15" fmla="*/ 40503 w 40502"/>
              <a:gd name="connsiteY15" fmla="*/ 2412 h 69927"/>
              <a:gd name="connsiteX16" fmla="*/ 35170 w 40502"/>
              <a:gd name="connsiteY16" fmla="*/ 6348 h 69927"/>
            </a:gdLst>
            <a:ahLst/>
            <a:cxnLst/>
            <a:rect l="l" t="t" r="r" b="b"/>
            <a:pathLst>
              <a:path w="40502" h="69927">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w="12690" cap="flat">
            <a:noFill/>
            <a:prstDash val="solid"/>
            <a:miter/>
          </a:ln>
        </p:spPr>
        <p:txBody>
          <a:bodyPr anchor="ctr"/>
          <a:lstStyle/>
          <a:p>
            <a:pPr>
              <a:buNone/>
            </a:pPr>
            <a:endParaRPr/>
          </a:p>
        </p:txBody>
      </p:sp>
      <p:sp>
        <p:nvSpPr>
          <p:cNvPr id="722" name="Freeform: Shape 721">
            <a:extLst>
              <a:ext uri="{FF2B5EF4-FFF2-40B4-BE49-F238E27FC236}">
                <a16:creationId xmlns:a16="http://schemas.microsoft.com/office/drawing/2014/main" id="{44B5B517-A8E4-480F-AB6E-72F4080C9C5B}"/>
              </a:ext>
            </a:extLst>
          </p:cNvPr>
          <p:cNvSpPr>
            <a:spLocks noGrp="1"/>
          </p:cNvSpPr>
          <p:nvPr/>
        </p:nvSpPr>
        <p:spPr>
          <a:xfrm>
            <a:off x="5859391" y="927610"/>
            <a:ext cx="50475" cy="94342"/>
          </a:xfrm>
          <a:custGeom>
            <a:avLst/>
            <a:gdLst>
              <a:gd name="connsiteX0" fmla="*/ 41460 w 50475"/>
              <a:gd name="connsiteY0" fmla="*/ 1524 h 94342"/>
              <a:gd name="connsiteX1" fmla="*/ 42095 w 50475"/>
              <a:gd name="connsiteY1" fmla="*/ 0 h 94342"/>
              <a:gd name="connsiteX2" fmla="*/ 42095 w 50475"/>
              <a:gd name="connsiteY2" fmla="*/ 0 h 94342"/>
              <a:gd name="connsiteX3" fmla="*/ 10734 w 50475"/>
              <a:gd name="connsiteY3" fmla="*/ 66023 h 94342"/>
              <a:gd name="connsiteX4" fmla="*/ 450 w 50475"/>
              <a:gd name="connsiteY4" fmla="*/ 87861 h 94342"/>
              <a:gd name="connsiteX5" fmla="*/ 2596 w 50475"/>
              <a:gd name="connsiteY5" fmla="*/ 93956 h 94342"/>
              <a:gd name="connsiteX6" fmla="*/ 3243 w 50475"/>
              <a:gd name="connsiteY6" fmla="*/ 94210 h 94342"/>
              <a:gd name="connsiteX7" fmla="*/ 5401 w 50475"/>
              <a:gd name="connsiteY7" fmla="*/ 94210 h 94342"/>
              <a:gd name="connsiteX8" fmla="*/ 10353 w 50475"/>
              <a:gd name="connsiteY8" fmla="*/ 91162 h 94342"/>
              <a:gd name="connsiteX9" fmla="*/ 10353 w 50475"/>
              <a:gd name="connsiteY9" fmla="*/ 91162 h 94342"/>
              <a:gd name="connsiteX10" fmla="*/ 50475 w 50475"/>
              <a:gd name="connsiteY10" fmla="*/ 6729 h 94342"/>
              <a:gd name="connsiteX11" fmla="*/ 46539 w 50475"/>
              <a:gd name="connsiteY11" fmla="*/ 6729 h 94342"/>
              <a:gd name="connsiteX12" fmla="*/ 41460 w 50475"/>
              <a:gd name="connsiteY12" fmla="*/ 1917 h 94342"/>
              <a:gd name="connsiteX13" fmla="*/ 41460 w 50475"/>
              <a:gd name="connsiteY13" fmla="*/ 1524 h 94342"/>
            </a:gdLst>
            <a:ahLst/>
            <a:cxnLst/>
            <a:rect l="l" t="t" r="r" b="b"/>
            <a:pathLst>
              <a:path w="50475" h="94342">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w="12690" cap="flat">
            <a:noFill/>
            <a:prstDash val="solid"/>
            <a:miter/>
          </a:ln>
        </p:spPr>
        <p:txBody>
          <a:bodyPr anchor="ctr"/>
          <a:lstStyle/>
          <a:p>
            <a:pPr>
              <a:buNone/>
            </a:pPr>
            <a:endParaRPr/>
          </a:p>
        </p:txBody>
      </p:sp>
      <p:sp>
        <p:nvSpPr>
          <p:cNvPr id="723" name="Freeform: Shape 722">
            <a:extLst>
              <a:ext uri="{FF2B5EF4-FFF2-40B4-BE49-F238E27FC236}">
                <a16:creationId xmlns:a16="http://schemas.microsoft.com/office/drawing/2014/main" id="{DEEC75BB-7248-482B-BBA2-540E689472A9}"/>
              </a:ext>
            </a:extLst>
          </p:cNvPr>
          <p:cNvSpPr>
            <a:spLocks noGrp="1"/>
          </p:cNvSpPr>
          <p:nvPr/>
        </p:nvSpPr>
        <p:spPr>
          <a:xfrm>
            <a:off x="8660976" y="1762926"/>
            <a:ext cx="38" cy="1015"/>
          </a:xfrm>
          <a:custGeom>
            <a:avLst/>
            <a:gdLst>
              <a:gd name="connsiteX0" fmla="*/ 38 w 38"/>
              <a:gd name="connsiteY0" fmla="*/ 254 h 1015"/>
              <a:gd name="connsiteX1" fmla="*/ 38 w 38"/>
              <a:gd name="connsiteY1" fmla="*/ 1016 h 1015"/>
              <a:gd name="connsiteX2" fmla="*/ 38 w 38"/>
              <a:gd name="connsiteY2" fmla="*/ 0 h 1015"/>
            </a:gdLst>
            <a:ahLst/>
            <a:cxnLst/>
            <a:rect l="l" t="t" r="r" b="b"/>
            <a:pathLst>
              <a:path w="38" h="1015">
                <a:moveTo>
                  <a:pt x="38" y="254"/>
                </a:moveTo>
                <a:cubicBezTo>
                  <a:pt x="38" y="254"/>
                  <a:pt x="38" y="254"/>
                  <a:pt x="38" y="1016"/>
                </a:cubicBezTo>
                <a:cubicBezTo>
                  <a:pt x="-13" y="673"/>
                  <a:pt x="-13" y="330"/>
                  <a:pt x="38" y="0"/>
                </a:cubicBezTo>
                <a:close/>
              </a:path>
            </a:pathLst>
          </a:custGeom>
          <a:solidFill>
            <a:srgbClr val="000000"/>
          </a:solidFill>
          <a:ln w="12690" cap="flat">
            <a:noFill/>
            <a:prstDash val="solid"/>
            <a:miter/>
          </a:ln>
        </p:spPr>
        <p:txBody>
          <a:bodyPr anchor="ctr"/>
          <a:lstStyle/>
          <a:p>
            <a:pPr>
              <a:buNone/>
            </a:pPr>
            <a:endParaRPr/>
          </a:p>
        </p:txBody>
      </p:sp>
      <p:sp>
        <p:nvSpPr>
          <p:cNvPr id="724" name="Freeform: Shape 723">
            <a:extLst>
              <a:ext uri="{FF2B5EF4-FFF2-40B4-BE49-F238E27FC236}">
                <a16:creationId xmlns:a16="http://schemas.microsoft.com/office/drawing/2014/main" id="{1492BD59-30C8-422F-A12B-B95C823D1B27}"/>
              </a:ext>
            </a:extLst>
          </p:cNvPr>
          <p:cNvSpPr>
            <a:spLocks noGrp="1"/>
          </p:cNvSpPr>
          <p:nvPr/>
        </p:nvSpPr>
        <p:spPr>
          <a:xfrm>
            <a:off x="8662284" y="1728391"/>
            <a:ext cx="47486" cy="37836"/>
          </a:xfrm>
          <a:custGeom>
            <a:avLst/>
            <a:gdLst>
              <a:gd name="connsiteX0" fmla="*/ 9396 w 47486"/>
              <a:gd name="connsiteY0" fmla="*/ 35678 h 37836"/>
              <a:gd name="connsiteX1" fmla="*/ 9396 w 47486"/>
              <a:gd name="connsiteY1" fmla="*/ 37836 h 37836"/>
              <a:gd name="connsiteX2" fmla="*/ 14475 w 47486"/>
              <a:gd name="connsiteY2" fmla="*/ 33773 h 37836"/>
              <a:gd name="connsiteX3" fmla="*/ 47487 w 47486"/>
              <a:gd name="connsiteY3" fmla="*/ 6856 h 37836"/>
              <a:gd name="connsiteX4" fmla="*/ 39868 w 47486"/>
              <a:gd name="connsiteY4" fmla="*/ 6856 h 37836"/>
              <a:gd name="connsiteX5" fmla="*/ 39462 w 47486"/>
              <a:gd name="connsiteY5" fmla="*/ 406 h 37836"/>
              <a:gd name="connsiteX6" fmla="*/ 39868 w 47486"/>
              <a:gd name="connsiteY6" fmla="*/ 0 h 37836"/>
              <a:gd name="connsiteX7" fmla="*/ 31489 w 47486"/>
              <a:gd name="connsiteY7" fmla="*/ 6729 h 37836"/>
              <a:gd name="connsiteX8" fmla="*/ 0 w 47486"/>
              <a:gd name="connsiteY8" fmla="*/ 32123 h 37836"/>
              <a:gd name="connsiteX9" fmla="*/ 0 w 47486"/>
              <a:gd name="connsiteY9" fmla="*/ 32123 h 37836"/>
              <a:gd name="connsiteX10" fmla="*/ 3810 w 47486"/>
              <a:gd name="connsiteY10" fmla="*/ 30853 h 37836"/>
              <a:gd name="connsiteX11" fmla="*/ 9371 w 47486"/>
              <a:gd name="connsiteY11" fmla="*/ 35398 h 37836"/>
              <a:gd name="connsiteX12" fmla="*/ 9396 w 47486"/>
              <a:gd name="connsiteY12" fmla="*/ 35678 h 37836"/>
            </a:gdLst>
            <a:ahLst/>
            <a:cxnLst/>
            <a:rect l="l" t="t" r="r" b="b"/>
            <a:pathLst>
              <a:path w="47486" h="3783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w="12690" cap="flat">
            <a:noFill/>
            <a:prstDash val="solid"/>
            <a:miter/>
          </a:ln>
        </p:spPr>
        <p:txBody>
          <a:bodyPr anchor="ctr"/>
          <a:lstStyle/>
          <a:p>
            <a:pPr>
              <a:buNone/>
            </a:pPr>
            <a:endParaRPr/>
          </a:p>
        </p:txBody>
      </p:sp>
      <p:sp>
        <p:nvSpPr>
          <p:cNvPr id="725" name="Freeform: Shape 724">
            <a:extLst>
              <a:ext uri="{FF2B5EF4-FFF2-40B4-BE49-F238E27FC236}">
                <a16:creationId xmlns:a16="http://schemas.microsoft.com/office/drawing/2014/main" id="{142A60C0-8D69-44A2-9609-0CFFCA9E6D93}"/>
              </a:ext>
            </a:extLst>
          </p:cNvPr>
          <p:cNvSpPr>
            <a:spLocks noGrp="1"/>
          </p:cNvSpPr>
          <p:nvPr/>
        </p:nvSpPr>
        <p:spPr>
          <a:xfrm>
            <a:off x="8703400" y="1554955"/>
            <a:ext cx="222978" cy="183018"/>
          </a:xfrm>
          <a:custGeom>
            <a:avLst/>
            <a:gdLst>
              <a:gd name="connsiteX0" fmla="*/ 220312 w 222978"/>
              <a:gd name="connsiteY0" fmla="*/ 6474 h 183018"/>
              <a:gd name="connsiteX1" fmla="*/ 221962 w 222978"/>
              <a:gd name="connsiteY1" fmla="*/ 3934 h 183018"/>
              <a:gd name="connsiteX2" fmla="*/ 221962 w 222978"/>
              <a:gd name="connsiteY2" fmla="*/ 3934 h 183018"/>
              <a:gd name="connsiteX3" fmla="*/ 221962 w 222978"/>
              <a:gd name="connsiteY3" fmla="*/ 2919 h 183018"/>
              <a:gd name="connsiteX4" fmla="*/ 221962 w 222978"/>
              <a:gd name="connsiteY4" fmla="*/ 2030 h 183018"/>
              <a:gd name="connsiteX5" fmla="*/ 221962 w 222978"/>
              <a:gd name="connsiteY5" fmla="*/ 1141 h 183018"/>
              <a:gd name="connsiteX6" fmla="*/ 221962 w 222978"/>
              <a:gd name="connsiteY6" fmla="*/ 253 h 183018"/>
              <a:gd name="connsiteX7" fmla="*/ 221962 w 222978"/>
              <a:gd name="connsiteY7" fmla="*/ 253 h 183018"/>
              <a:gd name="connsiteX8" fmla="*/ 221962 w 222978"/>
              <a:gd name="connsiteY8" fmla="*/ 253 h 183018"/>
              <a:gd name="connsiteX9" fmla="*/ 221074 w 222978"/>
              <a:gd name="connsiteY9" fmla="*/ 253 h 183018"/>
              <a:gd name="connsiteX10" fmla="*/ 220058 w 222978"/>
              <a:gd name="connsiteY10" fmla="*/ 253 h 183018"/>
              <a:gd name="connsiteX11" fmla="*/ 214979 w 222978"/>
              <a:gd name="connsiteY11" fmla="*/ 1268 h 183018"/>
              <a:gd name="connsiteX12" fmla="*/ 206599 w 222978"/>
              <a:gd name="connsiteY12" fmla="*/ 7997 h 183018"/>
              <a:gd name="connsiteX13" fmla="*/ 3450 w 222978"/>
              <a:gd name="connsiteY13" fmla="*/ 173055 h 183018"/>
              <a:gd name="connsiteX14" fmla="*/ 1546 w 222978"/>
              <a:gd name="connsiteY14" fmla="*/ 174705 h 183018"/>
              <a:gd name="connsiteX15" fmla="*/ 1139 w 222978"/>
              <a:gd name="connsiteY15" fmla="*/ 181155 h 183018"/>
              <a:gd name="connsiteX16" fmla="*/ 1546 w 222978"/>
              <a:gd name="connsiteY16" fmla="*/ 181562 h 183018"/>
              <a:gd name="connsiteX17" fmla="*/ 9164 w 222978"/>
              <a:gd name="connsiteY17" fmla="*/ 181562 h 183018"/>
              <a:gd name="connsiteX18" fmla="*/ 222978 w 222978"/>
              <a:gd name="connsiteY18" fmla="*/ 7870 h 183018"/>
            </a:gdLst>
            <a:ahLst/>
            <a:cxnLst/>
            <a:rect l="l" t="t" r="r" b="b"/>
            <a:pathLst>
              <a:path w="222978" h="18301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w="12690" cap="flat">
            <a:noFill/>
            <a:prstDash val="solid"/>
            <a:miter/>
          </a:ln>
        </p:spPr>
        <p:txBody>
          <a:bodyPr anchor="ctr"/>
          <a:lstStyle/>
          <a:p>
            <a:pPr>
              <a:buNone/>
            </a:pPr>
            <a:endParaRPr/>
          </a:p>
        </p:txBody>
      </p:sp>
      <p:sp>
        <p:nvSpPr>
          <p:cNvPr id="726" name="Freeform: Shape 725">
            <a:extLst>
              <a:ext uri="{FF2B5EF4-FFF2-40B4-BE49-F238E27FC236}">
                <a16:creationId xmlns:a16="http://schemas.microsoft.com/office/drawing/2014/main" id="{1DE00E54-98AC-4A3F-B0E3-992AA7214A8D}"/>
              </a:ext>
            </a:extLst>
          </p:cNvPr>
          <p:cNvSpPr>
            <a:spLocks noGrp="1"/>
          </p:cNvSpPr>
          <p:nvPr/>
        </p:nvSpPr>
        <p:spPr>
          <a:xfrm>
            <a:off x="11305022" y="971413"/>
            <a:ext cx="9432" cy="54849"/>
          </a:xfrm>
          <a:custGeom>
            <a:avLst/>
            <a:gdLst>
              <a:gd name="connsiteX0" fmla="*/ 4042 w 9432"/>
              <a:gd name="connsiteY0" fmla="*/ 48248 h 54849"/>
              <a:gd name="connsiteX1" fmla="*/ 9375 w 9432"/>
              <a:gd name="connsiteY1" fmla="*/ 53060 h 54849"/>
              <a:gd name="connsiteX2" fmla="*/ 9375 w 9432"/>
              <a:gd name="connsiteY2" fmla="*/ 53199 h 54849"/>
              <a:gd name="connsiteX3" fmla="*/ 9375 w 9432"/>
              <a:gd name="connsiteY3" fmla="*/ 2412 h 54849"/>
              <a:gd name="connsiteX4" fmla="*/ 9375 w 9432"/>
              <a:gd name="connsiteY4" fmla="*/ 2412 h 54849"/>
              <a:gd name="connsiteX5" fmla="*/ 9375 w 9432"/>
              <a:gd name="connsiteY5" fmla="*/ 1397 h 54849"/>
              <a:gd name="connsiteX6" fmla="*/ 9375 w 9432"/>
              <a:gd name="connsiteY6" fmla="*/ 1397 h 54849"/>
              <a:gd name="connsiteX7" fmla="*/ 9375 w 9432"/>
              <a:gd name="connsiteY7" fmla="*/ 762 h 54849"/>
              <a:gd name="connsiteX8" fmla="*/ 9375 w 9432"/>
              <a:gd name="connsiteY8" fmla="*/ 0 h 54849"/>
              <a:gd name="connsiteX9" fmla="*/ 9375 w 9432"/>
              <a:gd name="connsiteY9" fmla="*/ 0 h 54849"/>
              <a:gd name="connsiteX10" fmla="*/ 8613 w 9432"/>
              <a:gd name="connsiteY10" fmla="*/ 0 h 54849"/>
              <a:gd name="connsiteX11" fmla="*/ 7851 w 9432"/>
              <a:gd name="connsiteY11" fmla="*/ 0 h 54849"/>
              <a:gd name="connsiteX12" fmla="*/ 6962 w 9432"/>
              <a:gd name="connsiteY12" fmla="*/ 0 h 54849"/>
              <a:gd name="connsiteX13" fmla="*/ 5820 w 9432"/>
              <a:gd name="connsiteY13" fmla="*/ 0 h 54849"/>
              <a:gd name="connsiteX14" fmla="*/ 4804 w 9432"/>
              <a:gd name="connsiteY14" fmla="*/ 0 h 54849"/>
              <a:gd name="connsiteX15" fmla="*/ 3788 w 9432"/>
              <a:gd name="connsiteY15" fmla="*/ 0 h 54849"/>
              <a:gd name="connsiteX16" fmla="*/ 2646 w 9432"/>
              <a:gd name="connsiteY16" fmla="*/ 0 h 54849"/>
              <a:gd name="connsiteX17" fmla="*/ 233 w 9432"/>
              <a:gd name="connsiteY17" fmla="*/ 4063 h 54849"/>
              <a:gd name="connsiteX18" fmla="*/ 233 w 9432"/>
              <a:gd name="connsiteY18" fmla="*/ 54850 h 54849"/>
              <a:gd name="connsiteX19" fmla="*/ 3674 w 9432"/>
              <a:gd name="connsiteY19" fmla="*/ 48349 h 54849"/>
              <a:gd name="connsiteX20" fmla="*/ 4042 w 9432"/>
              <a:gd name="connsiteY20" fmla="*/ 48248 h 54849"/>
            </a:gdLst>
            <a:ahLst/>
            <a:cxnLst/>
            <a:rect l="l" t="t" r="r" b="b"/>
            <a:pathLst>
              <a:path w="9432" h="54849">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w="12690" cap="flat">
            <a:noFill/>
            <a:prstDash val="solid"/>
            <a:miter/>
          </a:ln>
        </p:spPr>
        <p:txBody>
          <a:bodyPr anchor="ctr"/>
          <a:lstStyle/>
          <a:p>
            <a:pPr>
              <a:buNone/>
            </a:pPr>
            <a:endParaRPr/>
          </a:p>
        </p:txBody>
      </p:sp>
      <p:sp>
        <p:nvSpPr>
          <p:cNvPr id="727" name="Freeform: Shape 726">
            <a:extLst>
              <a:ext uri="{FF2B5EF4-FFF2-40B4-BE49-F238E27FC236}">
                <a16:creationId xmlns:a16="http://schemas.microsoft.com/office/drawing/2014/main" id="{26AC623A-4A38-4F2C-B722-407D2A0CD891}"/>
              </a:ext>
            </a:extLst>
          </p:cNvPr>
          <p:cNvSpPr>
            <a:spLocks noGrp="1"/>
          </p:cNvSpPr>
          <p:nvPr/>
        </p:nvSpPr>
        <p:spPr>
          <a:xfrm>
            <a:off x="11515349" y="1184337"/>
            <a:ext cx="9179" cy="194180"/>
          </a:xfrm>
          <a:custGeom>
            <a:avLst/>
            <a:gdLst>
              <a:gd name="connsiteX0" fmla="*/ 3467 w 9179"/>
              <a:gd name="connsiteY0" fmla="*/ 0 h 194180"/>
              <a:gd name="connsiteX1" fmla="*/ 2451 w 9179"/>
              <a:gd name="connsiteY1" fmla="*/ 0 h 194180"/>
              <a:gd name="connsiteX2" fmla="*/ 38 w 9179"/>
              <a:gd name="connsiteY2" fmla="*/ 4063 h 194180"/>
              <a:gd name="connsiteX3" fmla="*/ 38 w 9179"/>
              <a:gd name="connsiteY3" fmla="*/ 190831 h 194180"/>
              <a:gd name="connsiteX4" fmla="*/ 38 w 9179"/>
              <a:gd name="connsiteY4" fmla="*/ 190831 h 194180"/>
              <a:gd name="connsiteX5" fmla="*/ 38 w 9179"/>
              <a:gd name="connsiteY5" fmla="*/ 191847 h 194180"/>
              <a:gd name="connsiteX6" fmla="*/ 38 w 9179"/>
              <a:gd name="connsiteY6" fmla="*/ 192609 h 194180"/>
              <a:gd name="connsiteX7" fmla="*/ 38 w 9179"/>
              <a:gd name="connsiteY7" fmla="*/ 193371 h 194180"/>
              <a:gd name="connsiteX8" fmla="*/ 38 w 9179"/>
              <a:gd name="connsiteY8" fmla="*/ 194133 h 194180"/>
              <a:gd name="connsiteX9" fmla="*/ 800 w 9179"/>
              <a:gd name="connsiteY9" fmla="*/ 194133 h 194180"/>
              <a:gd name="connsiteX10" fmla="*/ 1816 w 9179"/>
              <a:gd name="connsiteY10" fmla="*/ 194133 h 194180"/>
              <a:gd name="connsiteX11" fmla="*/ 3720 w 9179"/>
              <a:gd name="connsiteY11" fmla="*/ 194133 h 194180"/>
              <a:gd name="connsiteX12" fmla="*/ 9180 w 9179"/>
              <a:gd name="connsiteY12" fmla="*/ 189308 h 194180"/>
              <a:gd name="connsiteX13" fmla="*/ 9180 w 9179"/>
              <a:gd name="connsiteY13" fmla="*/ 4571 h 194180"/>
              <a:gd name="connsiteX14" fmla="*/ 9180 w 9179"/>
              <a:gd name="connsiteY14" fmla="*/ 3809 h 194180"/>
              <a:gd name="connsiteX15" fmla="*/ 9180 w 9179"/>
              <a:gd name="connsiteY15" fmla="*/ 2793 h 194180"/>
              <a:gd name="connsiteX16" fmla="*/ 8545 w 9179"/>
              <a:gd name="connsiteY16" fmla="*/ 1778 h 194180"/>
              <a:gd name="connsiteX17" fmla="*/ 8545 w 9179"/>
              <a:gd name="connsiteY17" fmla="*/ 1778 h 194180"/>
              <a:gd name="connsiteX18" fmla="*/ 7403 w 9179"/>
              <a:gd name="connsiteY18" fmla="*/ 1016 h 194180"/>
              <a:gd name="connsiteX19" fmla="*/ 7403 w 9179"/>
              <a:gd name="connsiteY19" fmla="*/ 1016 h 194180"/>
              <a:gd name="connsiteX20" fmla="*/ 6260 w 9179"/>
              <a:gd name="connsiteY20" fmla="*/ 1016 h 194180"/>
              <a:gd name="connsiteX21" fmla="*/ 5371 w 9179"/>
              <a:gd name="connsiteY21" fmla="*/ 1016 h 194180"/>
              <a:gd name="connsiteX22" fmla="*/ 4229 w 9179"/>
              <a:gd name="connsiteY22" fmla="*/ 1016 h 194180"/>
            </a:gdLst>
            <a:ahLst/>
            <a:cxnLst/>
            <a:rect l="l" t="t" r="r" b="b"/>
            <a:pathLst>
              <a:path w="9179" h="194180">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w="12690" cap="flat">
            <a:noFill/>
            <a:prstDash val="solid"/>
            <a:miter/>
          </a:ln>
        </p:spPr>
        <p:txBody>
          <a:bodyPr anchor="ctr"/>
          <a:lstStyle/>
          <a:p>
            <a:pPr>
              <a:buNone/>
            </a:pPr>
            <a:endParaRPr/>
          </a:p>
        </p:txBody>
      </p:sp>
      <p:sp>
        <p:nvSpPr>
          <p:cNvPr id="728" name="Freeform: Shape 727">
            <a:extLst>
              <a:ext uri="{FF2B5EF4-FFF2-40B4-BE49-F238E27FC236}">
                <a16:creationId xmlns:a16="http://schemas.microsoft.com/office/drawing/2014/main" id="{2088FE65-24AD-4FFF-B5AF-CAB60B00F579}"/>
              </a:ext>
            </a:extLst>
          </p:cNvPr>
          <p:cNvSpPr>
            <a:spLocks noGrp="1"/>
          </p:cNvSpPr>
          <p:nvPr/>
        </p:nvSpPr>
        <p:spPr>
          <a:xfrm>
            <a:off x="11516863" y="896376"/>
            <a:ext cx="309342" cy="275010"/>
          </a:xfrm>
          <a:custGeom>
            <a:avLst/>
            <a:gdLst>
              <a:gd name="connsiteX0" fmla="*/ 301090 w 309342"/>
              <a:gd name="connsiteY0" fmla="*/ 6856 h 275010"/>
              <a:gd name="connsiteX1" fmla="*/ 300683 w 309342"/>
              <a:gd name="connsiteY1" fmla="*/ 406 h 275010"/>
              <a:gd name="connsiteX2" fmla="*/ 301090 w 309342"/>
              <a:gd name="connsiteY2" fmla="*/ 0 h 275010"/>
              <a:gd name="connsiteX3" fmla="*/ 299566 w 309342"/>
              <a:gd name="connsiteY3" fmla="*/ 1397 h 275010"/>
              <a:gd name="connsiteX4" fmla="*/ 48 w 309342"/>
              <a:gd name="connsiteY4" fmla="*/ 268662 h 275010"/>
              <a:gd name="connsiteX5" fmla="*/ 48 w 309342"/>
              <a:gd name="connsiteY5" fmla="*/ 268662 h 275010"/>
              <a:gd name="connsiteX6" fmla="*/ 48 w 309342"/>
              <a:gd name="connsiteY6" fmla="*/ 269551 h 275010"/>
              <a:gd name="connsiteX7" fmla="*/ 48 w 309342"/>
              <a:gd name="connsiteY7" fmla="*/ 270313 h 275010"/>
              <a:gd name="connsiteX8" fmla="*/ 48 w 309342"/>
              <a:gd name="connsiteY8" fmla="*/ 271202 h 275010"/>
              <a:gd name="connsiteX9" fmla="*/ 48 w 309342"/>
              <a:gd name="connsiteY9" fmla="*/ 272217 h 275010"/>
              <a:gd name="connsiteX10" fmla="*/ 48 w 309342"/>
              <a:gd name="connsiteY10" fmla="*/ 273233 h 275010"/>
              <a:gd name="connsiteX11" fmla="*/ 48 w 309342"/>
              <a:gd name="connsiteY11" fmla="*/ 273995 h 275010"/>
              <a:gd name="connsiteX12" fmla="*/ 809 w 309342"/>
              <a:gd name="connsiteY12" fmla="*/ 275011 h 275010"/>
              <a:gd name="connsiteX13" fmla="*/ 809 w 309342"/>
              <a:gd name="connsiteY13" fmla="*/ 275011 h 275010"/>
              <a:gd name="connsiteX14" fmla="*/ 809 w 309342"/>
              <a:gd name="connsiteY14" fmla="*/ 275011 h 275010"/>
              <a:gd name="connsiteX15" fmla="*/ 1698 w 309342"/>
              <a:gd name="connsiteY15" fmla="*/ 275011 h 275010"/>
              <a:gd name="connsiteX16" fmla="*/ 2587 w 309342"/>
              <a:gd name="connsiteY16" fmla="*/ 275011 h 275010"/>
              <a:gd name="connsiteX17" fmla="*/ 4491 w 309342"/>
              <a:gd name="connsiteY17" fmla="*/ 275011 h 275010"/>
              <a:gd name="connsiteX18" fmla="*/ 8301 w 309342"/>
              <a:gd name="connsiteY18" fmla="*/ 273614 h 275010"/>
              <a:gd name="connsiteX19" fmla="*/ 14522 w 309342"/>
              <a:gd name="connsiteY19" fmla="*/ 268027 h 275010"/>
              <a:gd name="connsiteX20" fmla="*/ 309342 w 309342"/>
              <a:gd name="connsiteY20" fmla="*/ 4825 h 275010"/>
              <a:gd name="connsiteX21" fmla="*/ 301724 w 309342"/>
              <a:gd name="connsiteY21" fmla="*/ 4825 h 275010"/>
            </a:gdLst>
            <a:ahLst/>
            <a:cxnLst/>
            <a:rect l="l" t="t" r="r" b="b"/>
            <a:pathLst>
              <a:path w="309342" h="275010">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w="12690" cap="flat">
            <a:noFill/>
            <a:prstDash val="solid"/>
            <a:miter/>
          </a:ln>
        </p:spPr>
        <p:txBody>
          <a:bodyPr anchor="ctr"/>
          <a:lstStyle/>
          <a:p>
            <a:pPr>
              <a:buNone/>
            </a:pPr>
            <a:endParaRPr/>
          </a:p>
        </p:txBody>
      </p:sp>
      <p:sp>
        <p:nvSpPr>
          <p:cNvPr id="729" name="Freeform: Shape 728">
            <a:extLst>
              <a:ext uri="{FF2B5EF4-FFF2-40B4-BE49-F238E27FC236}">
                <a16:creationId xmlns:a16="http://schemas.microsoft.com/office/drawing/2014/main" id="{C18496C0-DEAD-4355-A064-105D4855579B}"/>
              </a:ext>
            </a:extLst>
          </p:cNvPr>
          <p:cNvSpPr>
            <a:spLocks noGrp="1"/>
          </p:cNvSpPr>
          <p:nvPr/>
        </p:nvSpPr>
        <p:spPr>
          <a:xfrm>
            <a:off x="11816407" y="643076"/>
            <a:ext cx="292332" cy="261326"/>
          </a:xfrm>
          <a:custGeom>
            <a:avLst/>
            <a:gdLst>
              <a:gd name="connsiteX0" fmla="*/ 1545 w 292332"/>
              <a:gd name="connsiteY0" fmla="*/ 252918 h 261326"/>
              <a:gd name="connsiteX1" fmla="*/ 1139 w 292332"/>
              <a:gd name="connsiteY1" fmla="*/ 259368 h 261326"/>
              <a:gd name="connsiteX2" fmla="*/ 1545 w 292332"/>
              <a:gd name="connsiteY2" fmla="*/ 259774 h 261326"/>
              <a:gd name="connsiteX3" fmla="*/ 9163 w 292332"/>
              <a:gd name="connsiteY3" fmla="*/ 259774 h 261326"/>
              <a:gd name="connsiteX4" fmla="*/ 9163 w 292332"/>
              <a:gd name="connsiteY4" fmla="*/ 259774 h 261326"/>
              <a:gd name="connsiteX5" fmla="*/ 288493 w 292332"/>
              <a:gd name="connsiteY5" fmla="*/ 10284 h 261326"/>
              <a:gd name="connsiteX6" fmla="*/ 290779 w 292332"/>
              <a:gd name="connsiteY6" fmla="*/ 8253 h 261326"/>
              <a:gd name="connsiteX7" fmla="*/ 291122 w 292332"/>
              <a:gd name="connsiteY7" fmla="*/ 1612 h 261326"/>
              <a:gd name="connsiteX8" fmla="*/ 290779 w 292332"/>
              <a:gd name="connsiteY8" fmla="*/ 1270 h 261326"/>
              <a:gd name="connsiteX9" fmla="*/ 287859 w 292332"/>
              <a:gd name="connsiteY9" fmla="*/ 0 h 261326"/>
              <a:gd name="connsiteX10" fmla="*/ 285827 w 292332"/>
              <a:gd name="connsiteY10" fmla="*/ 0 h 261326"/>
              <a:gd name="connsiteX11" fmla="*/ 284685 w 292332"/>
              <a:gd name="connsiteY11" fmla="*/ 0 h 261326"/>
              <a:gd name="connsiteX12" fmla="*/ 283796 w 292332"/>
              <a:gd name="connsiteY12" fmla="*/ 0 h 261326"/>
              <a:gd name="connsiteX13" fmla="*/ 11576 w 292332"/>
              <a:gd name="connsiteY13" fmla="*/ 243396 h 261326"/>
              <a:gd name="connsiteX14" fmla="*/ 2307 w 292332"/>
              <a:gd name="connsiteY14" fmla="*/ 251522 h 261326"/>
            </a:gdLst>
            <a:ahLst/>
            <a:cxnLst/>
            <a:rect l="l" t="t" r="r" b="b"/>
            <a:pathLst>
              <a:path w="292332" h="261326">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w="12690" cap="flat">
            <a:noFill/>
            <a:prstDash val="solid"/>
            <a:miter/>
          </a:ln>
        </p:spPr>
        <p:txBody>
          <a:bodyPr anchor="ctr"/>
          <a:lstStyle/>
          <a:p>
            <a:pPr>
              <a:buNone/>
            </a:pPr>
            <a:endParaRPr/>
          </a:p>
        </p:txBody>
      </p:sp>
      <p:sp>
        <p:nvSpPr>
          <p:cNvPr id="730" name="Freeform: Shape 729">
            <a:extLst>
              <a:ext uri="{FF2B5EF4-FFF2-40B4-BE49-F238E27FC236}">
                <a16:creationId xmlns:a16="http://schemas.microsoft.com/office/drawing/2014/main" id="{EB7CFA7B-91F3-40C8-B98F-5911D71F4E4E}"/>
              </a:ext>
            </a:extLst>
          </p:cNvPr>
          <p:cNvSpPr>
            <a:spLocks noGrp="1"/>
          </p:cNvSpPr>
          <p:nvPr/>
        </p:nvSpPr>
        <p:spPr>
          <a:xfrm>
            <a:off x="10534210" y="1541601"/>
            <a:ext cx="104208" cy="29604"/>
          </a:xfrm>
          <a:custGeom>
            <a:avLst/>
            <a:gdLst>
              <a:gd name="connsiteX0" fmla="*/ 97733 w 104208"/>
              <a:gd name="connsiteY0" fmla="*/ 24272 h 29604"/>
              <a:gd name="connsiteX1" fmla="*/ 104094 w 104208"/>
              <a:gd name="connsiteY1" fmla="*/ 20552 h 29604"/>
              <a:gd name="connsiteX2" fmla="*/ 104208 w 104208"/>
              <a:gd name="connsiteY2" fmla="*/ 20590 h 29604"/>
              <a:gd name="connsiteX3" fmla="*/ 97605 w 104208"/>
              <a:gd name="connsiteY3" fmla="*/ 19193 h 29604"/>
              <a:gd name="connsiteX4" fmla="*/ 6569 w 104208"/>
              <a:gd name="connsiteY4" fmla="*/ 148 h 29604"/>
              <a:gd name="connsiteX5" fmla="*/ 6569 w 104208"/>
              <a:gd name="connsiteY5" fmla="*/ 148 h 29604"/>
              <a:gd name="connsiteX6" fmla="*/ 94 w 104208"/>
              <a:gd name="connsiteY6" fmla="*/ 3830 h 29604"/>
              <a:gd name="connsiteX7" fmla="*/ 4107 w 104208"/>
              <a:gd name="connsiteY7" fmla="*/ 9785 h 29604"/>
              <a:gd name="connsiteX8" fmla="*/ 4157 w 104208"/>
              <a:gd name="connsiteY8" fmla="*/ 9798 h 29604"/>
              <a:gd name="connsiteX9" fmla="*/ 4157 w 104208"/>
              <a:gd name="connsiteY9" fmla="*/ 9798 h 29604"/>
              <a:gd name="connsiteX10" fmla="*/ 6697 w 104208"/>
              <a:gd name="connsiteY10" fmla="*/ 9798 h 29604"/>
              <a:gd name="connsiteX11" fmla="*/ 101541 w 104208"/>
              <a:gd name="connsiteY11" fmla="*/ 29605 h 29604"/>
              <a:gd name="connsiteX12" fmla="*/ 97733 w 104208"/>
              <a:gd name="connsiteY12" fmla="*/ 24272 h 29604"/>
            </a:gdLst>
            <a:ahLst/>
            <a:cxnLst/>
            <a:rect l="l" t="t" r="r" b="b"/>
            <a:pathLst>
              <a:path w="104208" h="29604">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w="12690" cap="flat">
            <a:noFill/>
            <a:prstDash val="solid"/>
            <a:miter/>
          </a:ln>
        </p:spPr>
        <p:txBody>
          <a:bodyPr anchor="ctr"/>
          <a:lstStyle/>
          <a:p>
            <a:pPr>
              <a:buNone/>
            </a:pPr>
            <a:endParaRPr/>
          </a:p>
        </p:txBody>
      </p:sp>
      <p:sp>
        <p:nvSpPr>
          <p:cNvPr id="731" name="Freeform: Shape 730">
            <a:extLst>
              <a:ext uri="{FF2B5EF4-FFF2-40B4-BE49-F238E27FC236}">
                <a16:creationId xmlns:a16="http://schemas.microsoft.com/office/drawing/2014/main" id="{4E7BA0FF-AB2A-4D81-95FF-DF5070D04B7A}"/>
              </a:ext>
            </a:extLst>
          </p:cNvPr>
          <p:cNvSpPr>
            <a:spLocks noGrp="1"/>
          </p:cNvSpPr>
          <p:nvPr/>
        </p:nvSpPr>
        <p:spPr>
          <a:xfrm>
            <a:off x="9829245" y="2365541"/>
            <a:ext cx="171966" cy="141412"/>
          </a:xfrm>
          <a:custGeom>
            <a:avLst/>
            <a:gdLst>
              <a:gd name="connsiteX0" fmla="*/ 385 w 171966"/>
              <a:gd name="connsiteY0" fmla="*/ 138999 h 141412"/>
              <a:gd name="connsiteX1" fmla="*/ 385 w 171966"/>
              <a:gd name="connsiteY1" fmla="*/ 140015 h 141412"/>
              <a:gd name="connsiteX2" fmla="*/ 385 w 171966"/>
              <a:gd name="connsiteY2" fmla="*/ 140777 h 141412"/>
              <a:gd name="connsiteX3" fmla="*/ 385 w 171966"/>
              <a:gd name="connsiteY3" fmla="*/ 140777 h 141412"/>
              <a:gd name="connsiteX4" fmla="*/ 385 w 171966"/>
              <a:gd name="connsiteY4" fmla="*/ 140777 h 141412"/>
              <a:gd name="connsiteX5" fmla="*/ 1401 w 171966"/>
              <a:gd name="connsiteY5" fmla="*/ 141412 h 141412"/>
              <a:gd name="connsiteX6" fmla="*/ 2290 w 171966"/>
              <a:gd name="connsiteY6" fmla="*/ 141412 h 141412"/>
              <a:gd name="connsiteX7" fmla="*/ 4195 w 171966"/>
              <a:gd name="connsiteY7" fmla="*/ 141412 h 141412"/>
              <a:gd name="connsiteX8" fmla="*/ 7749 w 171966"/>
              <a:gd name="connsiteY8" fmla="*/ 140142 h 141412"/>
              <a:gd name="connsiteX9" fmla="*/ 14859 w 171966"/>
              <a:gd name="connsiteY9" fmla="*/ 134428 h 141412"/>
              <a:gd name="connsiteX10" fmla="*/ 170523 w 171966"/>
              <a:gd name="connsiteY10" fmla="*/ 7461 h 141412"/>
              <a:gd name="connsiteX11" fmla="*/ 171919 w 171966"/>
              <a:gd name="connsiteY11" fmla="*/ 5430 h 141412"/>
              <a:gd name="connsiteX12" fmla="*/ 171919 w 171966"/>
              <a:gd name="connsiteY12" fmla="*/ 4668 h 141412"/>
              <a:gd name="connsiteX13" fmla="*/ 171919 w 171966"/>
              <a:gd name="connsiteY13" fmla="*/ 3652 h 141412"/>
              <a:gd name="connsiteX14" fmla="*/ 171919 w 171966"/>
              <a:gd name="connsiteY14" fmla="*/ 2763 h 141412"/>
              <a:gd name="connsiteX15" fmla="*/ 171919 w 171966"/>
              <a:gd name="connsiteY15" fmla="*/ 1875 h 141412"/>
              <a:gd name="connsiteX16" fmla="*/ 171919 w 171966"/>
              <a:gd name="connsiteY16" fmla="*/ 986 h 141412"/>
              <a:gd name="connsiteX17" fmla="*/ 171919 w 171966"/>
              <a:gd name="connsiteY17" fmla="*/ 986 h 141412"/>
              <a:gd name="connsiteX18" fmla="*/ 171919 w 171966"/>
              <a:gd name="connsiteY18" fmla="*/ 986 h 141412"/>
              <a:gd name="connsiteX19" fmla="*/ 171030 w 171966"/>
              <a:gd name="connsiteY19" fmla="*/ 351 h 141412"/>
              <a:gd name="connsiteX20" fmla="*/ 170141 w 171966"/>
              <a:gd name="connsiteY20" fmla="*/ 351 h 141412"/>
              <a:gd name="connsiteX21" fmla="*/ 164555 w 171966"/>
              <a:gd name="connsiteY21" fmla="*/ 1240 h 141412"/>
              <a:gd name="connsiteX22" fmla="*/ 157445 w 171966"/>
              <a:gd name="connsiteY22" fmla="*/ 6954 h 141412"/>
              <a:gd name="connsiteX23" fmla="*/ 1908 w 171966"/>
              <a:gd name="connsiteY23" fmla="*/ 133921 h 141412"/>
              <a:gd name="connsiteX24" fmla="*/ 1908 w 171966"/>
              <a:gd name="connsiteY24" fmla="*/ 133921 h 141412"/>
              <a:gd name="connsiteX25" fmla="*/ 1274 w 171966"/>
              <a:gd name="connsiteY25" fmla="*/ 134682 h 141412"/>
              <a:gd name="connsiteX26" fmla="*/ 1274 w 171966"/>
              <a:gd name="connsiteY26" fmla="*/ 134682 h 141412"/>
              <a:gd name="connsiteX27" fmla="*/ 1274 w 171966"/>
              <a:gd name="connsiteY27" fmla="*/ 134682 h 141412"/>
              <a:gd name="connsiteX28" fmla="*/ 1274 w 171966"/>
              <a:gd name="connsiteY28" fmla="*/ 135444 h 141412"/>
              <a:gd name="connsiteX29" fmla="*/ 1274 w 171966"/>
              <a:gd name="connsiteY29" fmla="*/ 136333 h 141412"/>
              <a:gd name="connsiteX30" fmla="*/ 1274 w 171966"/>
              <a:gd name="connsiteY30" fmla="*/ 136333 h 141412"/>
              <a:gd name="connsiteX31" fmla="*/ 42 w 171966"/>
              <a:gd name="connsiteY31" fmla="*/ 138313 h 141412"/>
              <a:gd name="connsiteX32" fmla="*/ 385 w 171966"/>
              <a:gd name="connsiteY32" fmla="*/ 138999 h 141412"/>
            </a:gdLst>
            <a:ahLst/>
            <a:cxnLst/>
            <a:rect l="l" t="t" r="r" b="b"/>
            <a:pathLst>
              <a:path w="171966" h="141412">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w="12690" cap="flat">
            <a:noFill/>
            <a:prstDash val="solid"/>
            <a:miter/>
          </a:ln>
        </p:spPr>
        <p:txBody>
          <a:bodyPr anchor="ctr"/>
          <a:lstStyle/>
          <a:p>
            <a:pPr>
              <a:buNone/>
            </a:pPr>
            <a:endParaRPr/>
          </a:p>
        </p:txBody>
      </p:sp>
      <p:sp>
        <p:nvSpPr>
          <p:cNvPr id="732" name="Freeform: Shape 731">
            <a:extLst>
              <a:ext uri="{FF2B5EF4-FFF2-40B4-BE49-F238E27FC236}">
                <a16:creationId xmlns:a16="http://schemas.microsoft.com/office/drawing/2014/main" id="{F9BF2A24-1BAC-43F3-9C92-344CCA2FF239}"/>
              </a:ext>
            </a:extLst>
          </p:cNvPr>
          <p:cNvSpPr>
            <a:spLocks noGrp="1"/>
          </p:cNvSpPr>
          <p:nvPr/>
        </p:nvSpPr>
        <p:spPr>
          <a:xfrm>
            <a:off x="11280321" y="2740059"/>
            <a:ext cx="9872" cy="91046"/>
          </a:xfrm>
          <a:custGeom>
            <a:avLst/>
            <a:gdLst>
              <a:gd name="connsiteX0" fmla="*/ 4745 w 9872"/>
              <a:gd name="connsiteY0" fmla="*/ 5 h 91046"/>
              <a:gd name="connsiteX1" fmla="*/ 3730 w 9872"/>
              <a:gd name="connsiteY1" fmla="*/ 5 h 91046"/>
              <a:gd name="connsiteX2" fmla="*/ 2587 w 9872"/>
              <a:gd name="connsiteY2" fmla="*/ 5 h 91046"/>
              <a:gd name="connsiteX3" fmla="*/ 1698 w 9872"/>
              <a:gd name="connsiteY3" fmla="*/ 5 h 91046"/>
              <a:gd name="connsiteX4" fmla="*/ 809 w 9872"/>
              <a:gd name="connsiteY4" fmla="*/ 5 h 91046"/>
              <a:gd name="connsiteX5" fmla="*/ 48 w 9872"/>
              <a:gd name="connsiteY5" fmla="*/ 5 h 91046"/>
              <a:gd name="connsiteX6" fmla="*/ 48 w 9872"/>
              <a:gd name="connsiteY6" fmla="*/ 894 h 91046"/>
              <a:gd name="connsiteX7" fmla="*/ 48 w 9872"/>
              <a:gd name="connsiteY7" fmla="*/ 1656 h 91046"/>
              <a:gd name="connsiteX8" fmla="*/ 48 w 9872"/>
              <a:gd name="connsiteY8" fmla="*/ 2672 h 91046"/>
              <a:gd name="connsiteX9" fmla="*/ 48 w 9872"/>
              <a:gd name="connsiteY9" fmla="*/ 3433 h 91046"/>
              <a:gd name="connsiteX10" fmla="*/ 48 w 9872"/>
              <a:gd name="connsiteY10" fmla="*/ 86089 h 91046"/>
              <a:gd name="connsiteX11" fmla="*/ 5495 w 9872"/>
              <a:gd name="connsiteY11" fmla="*/ 91041 h 91046"/>
              <a:gd name="connsiteX12" fmla="*/ 5507 w 9872"/>
              <a:gd name="connsiteY12" fmla="*/ 91041 h 91046"/>
              <a:gd name="connsiteX13" fmla="*/ 9190 w 9872"/>
              <a:gd name="connsiteY13" fmla="*/ 89644 h 91046"/>
              <a:gd name="connsiteX14" fmla="*/ 9190 w 9872"/>
              <a:gd name="connsiteY14" fmla="*/ 88882 h 91046"/>
              <a:gd name="connsiteX15" fmla="*/ 9824 w 9872"/>
              <a:gd name="connsiteY15" fmla="*/ 88120 h 91046"/>
              <a:gd name="connsiteX16" fmla="*/ 9824 w 9872"/>
              <a:gd name="connsiteY16" fmla="*/ 87358 h 91046"/>
              <a:gd name="connsiteX17" fmla="*/ 9824 w 9872"/>
              <a:gd name="connsiteY17" fmla="*/ 86216 h 91046"/>
              <a:gd name="connsiteX18" fmla="*/ 9824 w 9872"/>
              <a:gd name="connsiteY18" fmla="*/ 86216 h 91046"/>
              <a:gd name="connsiteX19" fmla="*/ 9824 w 9872"/>
              <a:gd name="connsiteY19" fmla="*/ 3560 h 91046"/>
              <a:gd name="connsiteX20" fmla="*/ 4745 w 9872"/>
              <a:gd name="connsiteY20" fmla="*/ 5 h 91046"/>
            </a:gdLst>
            <a:ahLst/>
            <a:cxnLst/>
            <a:rect l="l" t="t" r="r" b="b"/>
            <a:pathLst>
              <a:path w="9872" h="91046">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w="12690" cap="flat">
            <a:noFill/>
            <a:prstDash val="solid"/>
            <a:miter/>
          </a:ln>
        </p:spPr>
        <p:txBody>
          <a:bodyPr anchor="ctr"/>
          <a:lstStyle/>
          <a:p>
            <a:pPr>
              <a:buNone/>
            </a:pPr>
            <a:endParaRPr/>
          </a:p>
        </p:txBody>
      </p:sp>
      <p:sp>
        <p:nvSpPr>
          <p:cNvPr id="735" name="Freeform: Shape 734">
            <a:extLst>
              <a:ext uri="{FF2B5EF4-FFF2-40B4-BE49-F238E27FC236}">
                <a16:creationId xmlns:a16="http://schemas.microsoft.com/office/drawing/2014/main" id="{66D04349-AD2D-4631-B8BF-E311C86FFC7B}"/>
              </a:ext>
            </a:extLst>
          </p:cNvPr>
          <p:cNvSpPr>
            <a:spLocks noGrp="1"/>
          </p:cNvSpPr>
          <p:nvPr/>
        </p:nvSpPr>
        <p:spPr>
          <a:xfrm>
            <a:off x="9464449" y="412631"/>
            <a:ext cx="268050" cy="88369"/>
          </a:xfrm>
          <a:custGeom>
            <a:avLst/>
            <a:gdLst>
              <a:gd name="connsiteX0" fmla="*/ 3068 w 268050"/>
              <a:gd name="connsiteY0" fmla="*/ 9396 h 88369"/>
              <a:gd name="connsiteX1" fmla="*/ 5988 w 268050"/>
              <a:gd name="connsiteY1" fmla="*/ 10284 h 88369"/>
              <a:gd name="connsiteX2" fmla="*/ 264622 w 268050"/>
              <a:gd name="connsiteY2" fmla="*/ 88369 h 88369"/>
              <a:gd name="connsiteX3" fmla="*/ 261156 w 268050"/>
              <a:gd name="connsiteY3" fmla="*/ 82287 h 88369"/>
              <a:gd name="connsiteX4" fmla="*/ 261194 w 268050"/>
              <a:gd name="connsiteY4" fmla="*/ 82148 h 88369"/>
              <a:gd name="connsiteX5" fmla="*/ 268051 w 268050"/>
              <a:gd name="connsiteY5" fmla="*/ 79101 h 88369"/>
              <a:gd name="connsiteX6" fmla="*/ 260941 w 268050"/>
              <a:gd name="connsiteY6" fmla="*/ 76942 h 88369"/>
              <a:gd name="connsiteX7" fmla="*/ 7004 w 268050"/>
              <a:gd name="connsiteY7" fmla="*/ 0 h 88369"/>
              <a:gd name="connsiteX8" fmla="*/ 4210 w 268050"/>
              <a:gd name="connsiteY8" fmla="*/ 0 h 88369"/>
              <a:gd name="connsiteX9" fmla="*/ 3321 w 268050"/>
              <a:gd name="connsiteY9" fmla="*/ 0 h 88369"/>
              <a:gd name="connsiteX10" fmla="*/ 2306 w 268050"/>
              <a:gd name="connsiteY10" fmla="*/ 0 h 88369"/>
              <a:gd name="connsiteX11" fmla="*/ 656 w 268050"/>
              <a:gd name="connsiteY11" fmla="*/ 6437 h 88369"/>
              <a:gd name="connsiteX12" fmla="*/ 3703 w 268050"/>
              <a:gd name="connsiteY12" fmla="*/ 8634 h 88369"/>
            </a:gdLst>
            <a:ahLst/>
            <a:cxnLst/>
            <a:rect l="l" t="t" r="r" b="b"/>
            <a:pathLst>
              <a:path w="268050" h="88369">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w="12690" cap="flat">
            <a:noFill/>
            <a:prstDash val="solid"/>
            <a:miter/>
          </a:ln>
        </p:spPr>
        <p:txBody>
          <a:bodyPr anchor="ctr"/>
          <a:lstStyle/>
          <a:p>
            <a:pPr>
              <a:buNone/>
            </a:pPr>
            <a:endParaRPr/>
          </a:p>
        </p:txBody>
      </p:sp>
      <p:sp>
        <p:nvSpPr>
          <p:cNvPr id="736" name="Freeform: Shape 735">
            <a:extLst>
              <a:ext uri="{FF2B5EF4-FFF2-40B4-BE49-F238E27FC236}">
                <a16:creationId xmlns:a16="http://schemas.microsoft.com/office/drawing/2014/main" id="{BDA53237-8FFC-4DAD-BD59-6604DA1E09B8}"/>
              </a:ext>
            </a:extLst>
          </p:cNvPr>
          <p:cNvSpPr>
            <a:spLocks noGrp="1"/>
          </p:cNvSpPr>
          <p:nvPr/>
        </p:nvSpPr>
        <p:spPr>
          <a:xfrm>
            <a:off x="9725425" y="491227"/>
            <a:ext cx="129435" cy="45579"/>
          </a:xfrm>
          <a:custGeom>
            <a:avLst/>
            <a:gdLst>
              <a:gd name="connsiteX0" fmla="*/ 218 w 129435"/>
              <a:gd name="connsiteY0" fmla="*/ 3551 h 45579"/>
              <a:gd name="connsiteX1" fmla="*/ 3507 w 129435"/>
              <a:gd name="connsiteY1" fmla="*/ 9735 h 45579"/>
              <a:gd name="connsiteX2" fmla="*/ 3646 w 129435"/>
              <a:gd name="connsiteY2" fmla="*/ 9773 h 45579"/>
              <a:gd name="connsiteX3" fmla="*/ 122361 w 129435"/>
              <a:gd name="connsiteY3" fmla="*/ 45578 h 45579"/>
              <a:gd name="connsiteX4" fmla="*/ 124012 w 129435"/>
              <a:gd name="connsiteY4" fmla="*/ 45578 h 45579"/>
              <a:gd name="connsiteX5" fmla="*/ 129218 w 129435"/>
              <a:gd name="connsiteY5" fmla="*/ 42150 h 45579"/>
              <a:gd name="connsiteX6" fmla="*/ 125929 w 129435"/>
              <a:gd name="connsiteY6" fmla="*/ 35966 h 45579"/>
              <a:gd name="connsiteX7" fmla="*/ 125789 w 129435"/>
              <a:gd name="connsiteY7" fmla="*/ 35928 h 45579"/>
              <a:gd name="connsiteX8" fmla="*/ 122742 w 129435"/>
              <a:gd name="connsiteY8" fmla="*/ 35039 h 45579"/>
              <a:gd name="connsiteX9" fmla="*/ 10756 w 129435"/>
              <a:gd name="connsiteY9" fmla="*/ 1266 h 45579"/>
              <a:gd name="connsiteX10" fmla="*/ 7074 w 129435"/>
              <a:gd name="connsiteY10" fmla="*/ 250 h 45579"/>
              <a:gd name="connsiteX11" fmla="*/ 218 w 129435"/>
              <a:gd name="connsiteY11" fmla="*/ 3551 h 45579"/>
            </a:gdLst>
            <a:ahLst/>
            <a:cxnLst/>
            <a:rect l="l" t="t" r="r" b="b"/>
            <a:pathLst>
              <a:path w="129435" h="45579">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w="12690" cap="flat">
            <a:noFill/>
            <a:prstDash val="solid"/>
            <a:miter/>
          </a:ln>
        </p:spPr>
        <p:txBody>
          <a:bodyPr anchor="ctr"/>
          <a:lstStyle/>
          <a:p>
            <a:pPr>
              <a:buNone/>
            </a:pPr>
            <a:endParaRPr/>
          </a:p>
        </p:txBody>
      </p:sp>
      <p:sp>
        <p:nvSpPr>
          <p:cNvPr id="787" name="Freeform 786">
            <a:extLst>
              <a:ext uri="{FF2B5EF4-FFF2-40B4-BE49-F238E27FC236}">
                <a16:creationId xmlns:a16="http://schemas.microsoft.com/office/drawing/2014/main" id="{590AA2E1-0474-EB08-6589-3593E4C77CB1}"/>
              </a:ext>
            </a:extLst>
          </p:cNvPr>
          <p:cNvSpPr>
            <a:spLocks noGrp="1"/>
          </p:cNvSpPr>
          <p:nvPr/>
        </p:nvSpPr>
        <p:spPr>
          <a:xfrm>
            <a:off x="8100642" y="-12696"/>
            <a:ext cx="849448" cy="254177"/>
          </a:xfrm>
          <a:custGeom>
            <a:avLst/>
            <a:gdLst>
              <a:gd name="connsiteX0" fmla="*/ 0 w 849448"/>
              <a:gd name="connsiteY0" fmla="*/ 0 h 254177"/>
              <a:gd name="connsiteX1" fmla="*/ 34179 w 849448"/>
              <a:gd name="connsiteY1" fmla="*/ 0 h 254177"/>
              <a:gd name="connsiteX2" fmla="*/ 847575 w 849448"/>
              <a:gd name="connsiteY2" fmla="*/ 245922 h 254177"/>
              <a:gd name="connsiteX3" fmla="*/ 848591 w 849448"/>
              <a:gd name="connsiteY3" fmla="*/ 245922 h 254177"/>
              <a:gd name="connsiteX4" fmla="*/ 849352 w 849448"/>
              <a:gd name="connsiteY4" fmla="*/ 245922 h 254177"/>
              <a:gd name="connsiteX5" fmla="*/ 849352 w 849448"/>
              <a:gd name="connsiteY5" fmla="*/ 246684 h 254177"/>
              <a:gd name="connsiteX6" fmla="*/ 849352 w 849448"/>
              <a:gd name="connsiteY6" fmla="*/ 247446 h 254177"/>
              <a:gd name="connsiteX7" fmla="*/ 849352 w 849448"/>
              <a:gd name="connsiteY7" fmla="*/ 248335 h 254177"/>
              <a:gd name="connsiteX8" fmla="*/ 849352 w 849448"/>
              <a:gd name="connsiteY8" fmla="*/ 249097 h 254177"/>
              <a:gd name="connsiteX9" fmla="*/ 849352 w 849448"/>
              <a:gd name="connsiteY9" fmla="*/ 250747 h 254177"/>
              <a:gd name="connsiteX10" fmla="*/ 844273 w 849448"/>
              <a:gd name="connsiteY10" fmla="*/ 254175 h 254177"/>
              <a:gd name="connsiteX11" fmla="*/ 842623 w 849448"/>
              <a:gd name="connsiteY11" fmla="*/ 254175 h 254177"/>
              <a:gd name="connsiteX12" fmla="*/ 838814 w 849448"/>
              <a:gd name="connsiteY12" fmla="*/ 253033 h 254177"/>
              <a:gd name="connsiteX13" fmla="*/ 835385 w 849448"/>
              <a:gd name="connsiteY13" fmla="*/ 252398 h 254177"/>
            </a:gdLst>
            <a:ahLst/>
            <a:cxnLst/>
            <a:rect l="l" t="t" r="r" b="b"/>
            <a:pathLst>
              <a:path w="849448" h="254177">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w="12690" cap="flat">
            <a:noFill/>
            <a:prstDash val="solid"/>
            <a:miter/>
          </a:ln>
        </p:spPr>
        <p:txBody>
          <a:bodyPr wrap="square" anchor="ctr">
            <a:noAutofit/>
          </a:bodyPr>
          <a:lstStyle/>
          <a:p>
            <a:pPr>
              <a:buNone/>
            </a:pPr>
            <a:endParaRPr/>
          </a:p>
        </p:txBody>
      </p:sp>
      <p:sp>
        <p:nvSpPr>
          <p:cNvPr id="751" name="Freeform: Shape 750">
            <a:extLst>
              <a:ext uri="{FF2B5EF4-FFF2-40B4-BE49-F238E27FC236}">
                <a16:creationId xmlns:a16="http://schemas.microsoft.com/office/drawing/2014/main" id="{FD054846-01C8-4BBA-B082-7E9B2A75BB9F}"/>
              </a:ext>
            </a:extLst>
          </p:cNvPr>
          <p:cNvSpPr>
            <a:spLocks noGrp="1"/>
          </p:cNvSpPr>
          <p:nvPr/>
        </p:nvSpPr>
        <p:spPr>
          <a:xfrm>
            <a:off x="4127359" y="49251"/>
            <a:ext cx="10792" cy="108112"/>
          </a:xfrm>
          <a:custGeom>
            <a:avLst/>
            <a:gdLst>
              <a:gd name="connsiteX0" fmla="*/ 10792 w 10792"/>
              <a:gd name="connsiteY0" fmla="*/ 0 h 108112"/>
              <a:gd name="connsiteX1" fmla="*/ 4571 w 10792"/>
              <a:gd name="connsiteY1" fmla="*/ 4571 h 108112"/>
              <a:gd name="connsiteX2" fmla="*/ 0 w 10792"/>
              <a:gd name="connsiteY2" fmla="*/ 0 h 108112"/>
              <a:gd name="connsiteX3" fmla="*/ 0 w 10792"/>
              <a:gd name="connsiteY3" fmla="*/ 103478 h 108112"/>
              <a:gd name="connsiteX4" fmla="*/ 6221 w 10792"/>
              <a:gd name="connsiteY4" fmla="*/ 108049 h 108112"/>
              <a:gd name="connsiteX5" fmla="*/ 10792 w 10792"/>
              <a:gd name="connsiteY5" fmla="*/ 103478 h 108112"/>
              <a:gd name="connsiteX6" fmla="*/ 10792 w 10792"/>
              <a:gd name="connsiteY6" fmla="*/ 0 h 108112"/>
            </a:gdLst>
            <a:ahLst/>
            <a:cxnLst/>
            <a:rect l="l" t="t" r="r" b="b"/>
            <a:pathLst>
              <a:path w="10792" h="10811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w="12690" cap="flat">
            <a:noFill/>
            <a:prstDash val="solid"/>
            <a:miter/>
          </a:ln>
        </p:spPr>
        <p:txBody>
          <a:bodyPr anchor="ctr"/>
          <a:lstStyle/>
          <a:p>
            <a:pPr>
              <a:buNone/>
            </a:pPr>
            <a:endParaRPr/>
          </a:p>
        </p:txBody>
      </p:sp>
      <p:sp>
        <p:nvSpPr>
          <p:cNvPr id="752" name="Freeform: Shape 751">
            <a:extLst>
              <a:ext uri="{FF2B5EF4-FFF2-40B4-BE49-F238E27FC236}">
                <a16:creationId xmlns:a16="http://schemas.microsoft.com/office/drawing/2014/main" id="{C7847FD4-6269-47ED-89AF-C458AC0E5E88}"/>
              </a:ext>
            </a:extLst>
          </p:cNvPr>
          <p:cNvSpPr>
            <a:spLocks noGrp="1"/>
          </p:cNvSpPr>
          <p:nvPr/>
        </p:nvSpPr>
        <p:spPr>
          <a:xfrm>
            <a:off x="8661519" y="1759745"/>
            <a:ext cx="9272" cy="47491"/>
          </a:xfrm>
          <a:custGeom>
            <a:avLst/>
            <a:gdLst>
              <a:gd name="connsiteX0" fmla="*/ 4828 w 9272"/>
              <a:gd name="connsiteY0" fmla="*/ 47492 h 47491"/>
              <a:gd name="connsiteX1" fmla="*/ 4828 w 9272"/>
              <a:gd name="connsiteY1" fmla="*/ 47492 h 47491"/>
              <a:gd name="connsiteX2" fmla="*/ 7621 w 9272"/>
              <a:gd name="connsiteY2" fmla="*/ 46730 h 47491"/>
              <a:gd name="connsiteX3" fmla="*/ 7621 w 9272"/>
              <a:gd name="connsiteY3" fmla="*/ 46730 h 47491"/>
              <a:gd name="connsiteX4" fmla="*/ 9272 w 9272"/>
              <a:gd name="connsiteY4" fmla="*/ 44572 h 47491"/>
              <a:gd name="connsiteX5" fmla="*/ 9272 w 9272"/>
              <a:gd name="connsiteY5" fmla="*/ 43810 h 47491"/>
              <a:gd name="connsiteX6" fmla="*/ 9272 w 9272"/>
              <a:gd name="connsiteY6" fmla="*/ 42921 h 47491"/>
              <a:gd name="connsiteX7" fmla="*/ 9272 w 9272"/>
              <a:gd name="connsiteY7" fmla="*/ 4831 h 47491"/>
              <a:gd name="connsiteX8" fmla="*/ 3952 w 9272"/>
              <a:gd name="connsiteY8" fmla="*/ 6 h 47491"/>
              <a:gd name="connsiteX9" fmla="*/ 3939 w 9272"/>
              <a:gd name="connsiteY9" fmla="*/ 6 h 47491"/>
              <a:gd name="connsiteX10" fmla="*/ 130 w 9272"/>
              <a:gd name="connsiteY10" fmla="*/ 1276 h 47491"/>
              <a:gd name="connsiteX11" fmla="*/ 130 w 9272"/>
              <a:gd name="connsiteY11" fmla="*/ 1276 h 47491"/>
              <a:gd name="connsiteX12" fmla="*/ 130 w 9272"/>
              <a:gd name="connsiteY12" fmla="*/ 2038 h 47491"/>
              <a:gd name="connsiteX13" fmla="*/ 130 w 9272"/>
              <a:gd name="connsiteY13" fmla="*/ 2038 h 47491"/>
              <a:gd name="connsiteX14" fmla="*/ 130 w 9272"/>
              <a:gd name="connsiteY14" fmla="*/ 2038 h 47491"/>
              <a:gd name="connsiteX15" fmla="*/ 130 w 9272"/>
              <a:gd name="connsiteY15" fmla="*/ 2038 h 47491"/>
              <a:gd name="connsiteX16" fmla="*/ 130 w 9272"/>
              <a:gd name="connsiteY16" fmla="*/ 3053 h 47491"/>
              <a:gd name="connsiteX17" fmla="*/ 130 w 9272"/>
              <a:gd name="connsiteY17" fmla="*/ 3053 h 47491"/>
              <a:gd name="connsiteX18" fmla="*/ 130 w 9272"/>
              <a:gd name="connsiteY18" fmla="*/ 41144 h 47491"/>
              <a:gd name="connsiteX19" fmla="*/ 4053 w 9272"/>
              <a:gd name="connsiteY19" fmla="*/ 47378 h 47491"/>
              <a:gd name="connsiteX20" fmla="*/ 4828 w 9272"/>
              <a:gd name="connsiteY20" fmla="*/ 47492 h 47491"/>
            </a:gdLst>
            <a:ahLst/>
            <a:cxnLst/>
            <a:rect l="l" t="t" r="r" b="b"/>
            <a:pathLst>
              <a:path w="9272" h="47491">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w="12690" cap="flat">
            <a:noFill/>
            <a:prstDash val="solid"/>
            <a:miter/>
          </a:ln>
        </p:spPr>
        <p:txBody>
          <a:bodyPr anchor="ctr"/>
          <a:lstStyle/>
          <a:p>
            <a:pPr>
              <a:buNone/>
            </a:pPr>
            <a:endParaRPr/>
          </a:p>
        </p:txBody>
      </p:sp>
      <p:sp>
        <p:nvSpPr>
          <p:cNvPr id="753" name="Freeform: Shape 752">
            <a:extLst>
              <a:ext uri="{FF2B5EF4-FFF2-40B4-BE49-F238E27FC236}">
                <a16:creationId xmlns:a16="http://schemas.microsoft.com/office/drawing/2014/main" id="{64B7AEA1-440F-4EA8-8099-581A06416A77}"/>
              </a:ext>
            </a:extLst>
          </p:cNvPr>
          <p:cNvSpPr>
            <a:spLocks noGrp="1"/>
          </p:cNvSpPr>
          <p:nvPr/>
        </p:nvSpPr>
        <p:spPr>
          <a:xfrm>
            <a:off x="7576070" y="1096476"/>
            <a:ext cx="191864" cy="28827"/>
          </a:xfrm>
          <a:custGeom>
            <a:avLst/>
            <a:gdLst>
              <a:gd name="connsiteX0" fmla="*/ 191849 w 191864"/>
              <a:gd name="connsiteY0" fmla="*/ 23870 h 28827"/>
              <a:gd name="connsiteX1" fmla="*/ 187177 w 191864"/>
              <a:gd name="connsiteY1" fmla="*/ 18410 h 28827"/>
              <a:gd name="connsiteX2" fmla="*/ 187151 w 191864"/>
              <a:gd name="connsiteY2" fmla="*/ 18410 h 28827"/>
              <a:gd name="connsiteX3" fmla="*/ 184739 w 191864"/>
              <a:gd name="connsiteY3" fmla="*/ 18410 h 28827"/>
              <a:gd name="connsiteX4" fmla="*/ 5460 w 191864"/>
              <a:gd name="connsiteY4" fmla="*/ 0 h 28827"/>
              <a:gd name="connsiteX5" fmla="*/ 635 w 191864"/>
              <a:gd name="connsiteY5" fmla="*/ 0 h 28827"/>
              <a:gd name="connsiteX6" fmla="*/ 5460 w 191864"/>
              <a:gd name="connsiteY6" fmla="*/ 5320 h 28827"/>
              <a:gd name="connsiteX7" fmla="*/ 5460 w 191864"/>
              <a:gd name="connsiteY7" fmla="*/ 5333 h 28827"/>
              <a:gd name="connsiteX8" fmla="*/ 0 w 191864"/>
              <a:gd name="connsiteY8" fmla="*/ 9777 h 28827"/>
              <a:gd name="connsiteX9" fmla="*/ 0 w 191864"/>
              <a:gd name="connsiteY9" fmla="*/ 9777 h 28827"/>
              <a:gd name="connsiteX10" fmla="*/ 186389 w 191864"/>
              <a:gd name="connsiteY10" fmla="*/ 28822 h 28827"/>
              <a:gd name="connsiteX11" fmla="*/ 186389 w 191864"/>
              <a:gd name="connsiteY11" fmla="*/ 28822 h 28827"/>
              <a:gd name="connsiteX12" fmla="*/ 191849 w 191864"/>
              <a:gd name="connsiteY12" fmla="*/ 23883 h 28827"/>
              <a:gd name="connsiteX13" fmla="*/ 191849 w 191864"/>
              <a:gd name="connsiteY13" fmla="*/ 23870 h 28827"/>
            </a:gdLst>
            <a:ahLst/>
            <a:cxnLst/>
            <a:rect l="l" t="t" r="r" b="b"/>
            <a:pathLst>
              <a:path w="191864" h="28827">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w="12690" cap="flat">
            <a:noFill/>
            <a:prstDash val="solid"/>
            <a:miter/>
          </a:ln>
        </p:spPr>
        <p:txBody>
          <a:bodyPr anchor="ctr"/>
          <a:lstStyle/>
          <a:p>
            <a:pPr>
              <a:buNone/>
            </a:pPr>
            <a:endParaRPr/>
          </a:p>
        </p:txBody>
      </p:sp>
      <p:sp>
        <p:nvSpPr>
          <p:cNvPr id="754" name="Freeform: Shape 753">
            <a:extLst>
              <a:ext uri="{FF2B5EF4-FFF2-40B4-BE49-F238E27FC236}">
                <a16:creationId xmlns:a16="http://schemas.microsoft.com/office/drawing/2014/main" id="{0B0085C4-6E0D-4395-8AEA-621DC4AB11BD}"/>
              </a:ext>
            </a:extLst>
          </p:cNvPr>
          <p:cNvSpPr>
            <a:spLocks noGrp="1"/>
          </p:cNvSpPr>
          <p:nvPr/>
        </p:nvSpPr>
        <p:spPr>
          <a:xfrm>
            <a:off x="11303604" y="1202620"/>
            <a:ext cx="9989" cy="396524"/>
          </a:xfrm>
          <a:custGeom>
            <a:avLst/>
            <a:gdLst>
              <a:gd name="connsiteX0" fmla="*/ 5460 w 9989"/>
              <a:gd name="connsiteY0" fmla="*/ 4825 h 396524"/>
              <a:gd name="connsiteX1" fmla="*/ 0 w 9989"/>
              <a:gd name="connsiteY1" fmla="*/ 0 h 396524"/>
              <a:gd name="connsiteX2" fmla="*/ 0 w 9989"/>
              <a:gd name="connsiteY2" fmla="*/ 391693 h 396524"/>
              <a:gd name="connsiteX3" fmla="*/ 5460 w 9989"/>
              <a:gd name="connsiteY3" fmla="*/ 396518 h 396524"/>
              <a:gd name="connsiteX4" fmla="*/ 9141 w 9989"/>
              <a:gd name="connsiteY4" fmla="*/ 395248 h 396524"/>
              <a:gd name="connsiteX5" fmla="*/ 9903 w 9989"/>
              <a:gd name="connsiteY5" fmla="*/ 394233 h 396524"/>
              <a:gd name="connsiteX6" fmla="*/ 9903 w 9989"/>
              <a:gd name="connsiteY6" fmla="*/ 393471 h 396524"/>
              <a:gd name="connsiteX7" fmla="*/ 9903 w 9989"/>
              <a:gd name="connsiteY7" fmla="*/ 392455 h 396524"/>
              <a:gd name="connsiteX8" fmla="*/ 9903 w 9989"/>
              <a:gd name="connsiteY8" fmla="*/ 392455 h 396524"/>
              <a:gd name="connsiteX9" fmla="*/ 9903 w 9989"/>
              <a:gd name="connsiteY9" fmla="*/ 0 h 396524"/>
              <a:gd name="connsiteX10" fmla="*/ 5460 w 9989"/>
              <a:gd name="connsiteY10" fmla="*/ 4825 h 396524"/>
            </a:gdLst>
            <a:ahLst/>
            <a:cxnLst/>
            <a:rect l="l" t="t" r="r" b="b"/>
            <a:pathLst>
              <a:path w="9989" h="396524">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w="12690" cap="flat">
            <a:noFill/>
            <a:prstDash val="solid"/>
            <a:miter/>
          </a:ln>
        </p:spPr>
        <p:txBody>
          <a:bodyPr anchor="ctr"/>
          <a:lstStyle/>
          <a:p>
            <a:pPr>
              <a:buNone/>
            </a:pPr>
            <a:endParaRPr/>
          </a:p>
        </p:txBody>
      </p:sp>
      <p:sp>
        <p:nvSpPr>
          <p:cNvPr id="755" name="Freeform: Shape 754">
            <a:extLst>
              <a:ext uri="{FF2B5EF4-FFF2-40B4-BE49-F238E27FC236}">
                <a16:creationId xmlns:a16="http://schemas.microsoft.com/office/drawing/2014/main" id="{FBDF651E-537F-40B3-8F4F-4AEC1BAEC4B0}"/>
              </a:ext>
            </a:extLst>
          </p:cNvPr>
          <p:cNvSpPr>
            <a:spLocks noGrp="1"/>
          </p:cNvSpPr>
          <p:nvPr/>
        </p:nvSpPr>
        <p:spPr>
          <a:xfrm>
            <a:off x="11196951" y="1679889"/>
            <a:ext cx="990272" cy="215590"/>
          </a:xfrm>
          <a:custGeom>
            <a:avLst/>
            <a:gdLst>
              <a:gd name="connsiteX0" fmla="*/ 6476 w 990272"/>
              <a:gd name="connsiteY0" fmla="*/ 5841 h 215590"/>
              <a:gd name="connsiteX1" fmla="*/ 1143 w 990272"/>
              <a:gd name="connsiteY1" fmla="*/ 9650 h 215590"/>
              <a:gd name="connsiteX2" fmla="*/ 0 w 990272"/>
              <a:gd name="connsiteY2" fmla="*/ 9650 h 215590"/>
              <a:gd name="connsiteX3" fmla="*/ 976005 w 990272"/>
              <a:gd name="connsiteY3" fmla="*/ 213940 h 215590"/>
              <a:gd name="connsiteX4" fmla="*/ 983877 w 990272"/>
              <a:gd name="connsiteY4" fmla="*/ 215590 h 215590"/>
              <a:gd name="connsiteX5" fmla="*/ 985020 w 990272"/>
              <a:gd name="connsiteY5" fmla="*/ 215590 h 215590"/>
              <a:gd name="connsiteX6" fmla="*/ 990225 w 990272"/>
              <a:gd name="connsiteY6" fmla="*/ 211781 h 215590"/>
              <a:gd name="connsiteX7" fmla="*/ 990225 w 990272"/>
              <a:gd name="connsiteY7" fmla="*/ 211781 h 215590"/>
              <a:gd name="connsiteX8" fmla="*/ 990225 w 990272"/>
              <a:gd name="connsiteY8" fmla="*/ 210638 h 215590"/>
              <a:gd name="connsiteX9" fmla="*/ 990225 w 990272"/>
              <a:gd name="connsiteY9" fmla="*/ 210638 h 215590"/>
              <a:gd name="connsiteX10" fmla="*/ 990225 w 990272"/>
              <a:gd name="connsiteY10" fmla="*/ 209623 h 215590"/>
              <a:gd name="connsiteX11" fmla="*/ 990225 w 990272"/>
              <a:gd name="connsiteY11" fmla="*/ 208734 h 215590"/>
              <a:gd name="connsiteX12" fmla="*/ 990225 w 990272"/>
              <a:gd name="connsiteY12" fmla="*/ 208734 h 215590"/>
              <a:gd name="connsiteX13" fmla="*/ 990225 w 990272"/>
              <a:gd name="connsiteY13" fmla="*/ 208734 h 215590"/>
              <a:gd name="connsiteX14" fmla="*/ 990225 w 990272"/>
              <a:gd name="connsiteY14" fmla="*/ 208734 h 215590"/>
              <a:gd name="connsiteX15" fmla="*/ 989591 w 990272"/>
              <a:gd name="connsiteY15" fmla="*/ 208734 h 215590"/>
              <a:gd name="connsiteX16" fmla="*/ 989591 w 990272"/>
              <a:gd name="connsiteY16" fmla="*/ 208734 h 215590"/>
              <a:gd name="connsiteX17" fmla="*/ 988194 w 990272"/>
              <a:gd name="connsiteY17" fmla="*/ 208734 h 215590"/>
              <a:gd name="connsiteX18" fmla="*/ 988194 w 990272"/>
              <a:gd name="connsiteY18" fmla="*/ 208734 h 215590"/>
              <a:gd name="connsiteX19" fmla="*/ 988194 w 990272"/>
              <a:gd name="connsiteY19" fmla="*/ 208734 h 215590"/>
              <a:gd name="connsiteX20" fmla="*/ 988194 w 990272"/>
              <a:gd name="connsiteY20" fmla="*/ 208734 h 215590"/>
              <a:gd name="connsiteX21" fmla="*/ 12570 w 990272"/>
              <a:gd name="connsiteY21" fmla="*/ 2032 h 215590"/>
              <a:gd name="connsiteX22" fmla="*/ 2412 w 990272"/>
              <a:gd name="connsiteY22" fmla="*/ 0 h 215590"/>
              <a:gd name="connsiteX23" fmla="*/ 6501 w 990272"/>
              <a:gd name="connsiteY23" fmla="*/ 5688 h 215590"/>
              <a:gd name="connsiteX24" fmla="*/ 6476 w 990272"/>
              <a:gd name="connsiteY24" fmla="*/ 5841 h 215590"/>
            </a:gdLst>
            <a:ahLst/>
            <a:cxnLst/>
            <a:rect l="l" t="t" r="r" b="b"/>
            <a:pathLst>
              <a:path w="990272" h="215590">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w="12690" cap="flat">
            <a:noFill/>
            <a:prstDash val="solid"/>
            <a:miter/>
          </a:ln>
        </p:spPr>
        <p:txBody>
          <a:bodyPr anchor="ctr"/>
          <a:lstStyle/>
          <a:p>
            <a:pPr>
              <a:buNone/>
            </a:pPr>
            <a:endParaRPr/>
          </a:p>
        </p:txBody>
      </p:sp>
      <p:sp>
        <p:nvSpPr>
          <p:cNvPr id="814" name="Freeform 813">
            <a:extLst>
              <a:ext uri="{FF2B5EF4-FFF2-40B4-BE49-F238E27FC236}">
                <a16:creationId xmlns:a16="http://schemas.microsoft.com/office/drawing/2014/main" id="{EC028D00-36CF-FFB5-08EF-4C1A78592E51}"/>
              </a:ext>
            </a:extLst>
          </p:cNvPr>
          <p:cNvSpPr>
            <a:spLocks noGrp="1"/>
          </p:cNvSpPr>
          <p:nvPr/>
        </p:nvSpPr>
        <p:spPr>
          <a:xfrm>
            <a:off x="4127359" y="-12695"/>
            <a:ext cx="10792" cy="66581"/>
          </a:xfrm>
          <a:custGeom>
            <a:avLst/>
            <a:gdLst>
              <a:gd name="connsiteX0" fmla="*/ 0 w 10792"/>
              <a:gd name="connsiteY0" fmla="*/ 0 h 66581"/>
              <a:gd name="connsiteX1" fmla="*/ 10792 w 10792"/>
              <a:gd name="connsiteY1" fmla="*/ 0 h 66581"/>
              <a:gd name="connsiteX2" fmla="*/ 10792 w 10792"/>
              <a:gd name="connsiteY2" fmla="*/ 61947 h 66581"/>
              <a:gd name="connsiteX3" fmla="*/ 6221 w 10792"/>
              <a:gd name="connsiteY3" fmla="*/ 66518 h 66581"/>
              <a:gd name="connsiteX4" fmla="*/ 0 w 10792"/>
              <a:gd name="connsiteY4" fmla="*/ 61947 h 66581"/>
            </a:gdLst>
            <a:ahLst/>
            <a:cxnLst/>
            <a:rect l="l" t="t" r="r" b="b"/>
            <a:pathLst>
              <a:path w="10792" h="66581">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w="12690" cap="flat">
            <a:noFill/>
            <a:prstDash val="solid"/>
            <a:miter/>
          </a:ln>
        </p:spPr>
        <p:txBody>
          <a:bodyPr wrap="square" anchor="ctr">
            <a:noAutofit/>
          </a:bodyPr>
          <a:lstStyle/>
          <a:p>
            <a:pPr>
              <a:buNone/>
            </a:pPr>
            <a:endParaRPr/>
          </a:p>
        </p:txBody>
      </p:sp>
      <p:sp>
        <p:nvSpPr>
          <p:cNvPr id="764" name="Freeform: Shape 763">
            <a:extLst>
              <a:ext uri="{FF2B5EF4-FFF2-40B4-BE49-F238E27FC236}">
                <a16:creationId xmlns:a16="http://schemas.microsoft.com/office/drawing/2014/main" id="{BAB207BB-8243-47FD-BE62-62478D7B6416}"/>
              </a:ext>
            </a:extLst>
          </p:cNvPr>
          <p:cNvSpPr>
            <a:spLocks noGrp="1"/>
          </p:cNvSpPr>
          <p:nvPr/>
        </p:nvSpPr>
        <p:spPr>
          <a:xfrm>
            <a:off x="5901841" y="924816"/>
            <a:ext cx="180067" cy="26722"/>
          </a:xfrm>
          <a:custGeom>
            <a:avLst/>
            <a:gdLst>
              <a:gd name="connsiteX0" fmla="*/ 174100 w 180067"/>
              <a:gd name="connsiteY0" fmla="*/ 21965 h 26722"/>
              <a:gd name="connsiteX1" fmla="*/ 180067 w 180067"/>
              <a:gd name="connsiteY1" fmla="*/ 17648 h 26722"/>
              <a:gd name="connsiteX2" fmla="*/ 177655 w 180067"/>
              <a:gd name="connsiteY2" fmla="*/ 17648 h 26722"/>
              <a:gd name="connsiteX3" fmla="*/ 4978 w 180067"/>
              <a:gd name="connsiteY3" fmla="*/ 0 h 26722"/>
              <a:gd name="connsiteX4" fmla="*/ 2692 w 180067"/>
              <a:gd name="connsiteY4" fmla="*/ 0 h 26722"/>
              <a:gd name="connsiteX5" fmla="*/ 1423 w 180067"/>
              <a:gd name="connsiteY5" fmla="*/ 635 h 26722"/>
              <a:gd name="connsiteX6" fmla="*/ 1423 w 180067"/>
              <a:gd name="connsiteY6" fmla="*/ 635 h 26722"/>
              <a:gd name="connsiteX7" fmla="*/ 661 w 180067"/>
              <a:gd name="connsiteY7" fmla="*/ 1397 h 26722"/>
              <a:gd name="connsiteX8" fmla="*/ 661 w 180067"/>
              <a:gd name="connsiteY8" fmla="*/ 2158 h 26722"/>
              <a:gd name="connsiteX9" fmla="*/ 26 w 180067"/>
              <a:gd name="connsiteY9" fmla="*/ 3682 h 26722"/>
              <a:gd name="connsiteX10" fmla="*/ 4445 w 180067"/>
              <a:gd name="connsiteY10" fmla="*/ 9116 h 26722"/>
              <a:gd name="connsiteX11" fmla="*/ 4851 w 180067"/>
              <a:gd name="connsiteY11" fmla="*/ 9142 h 26722"/>
              <a:gd name="connsiteX12" fmla="*/ 8787 w 180067"/>
              <a:gd name="connsiteY12" fmla="*/ 9142 h 26722"/>
              <a:gd name="connsiteX13" fmla="*/ 179813 w 180067"/>
              <a:gd name="connsiteY13" fmla="*/ 26663 h 26722"/>
              <a:gd name="connsiteX14" fmla="*/ 174150 w 180067"/>
              <a:gd name="connsiteY14" fmla="*/ 22537 h 26722"/>
              <a:gd name="connsiteX15" fmla="*/ 174100 w 180067"/>
              <a:gd name="connsiteY15" fmla="*/ 21965 h 26722"/>
            </a:gdLst>
            <a:ahLst/>
            <a:cxnLst/>
            <a:rect l="l" t="t" r="r" b="b"/>
            <a:pathLst>
              <a:path w="180067" h="26722">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w="12690" cap="flat">
            <a:noFill/>
            <a:prstDash val="solid"/>
            <a:miter/>
          </a:ln>
        </p:spPr>
        <p:txBody>
          <a:bodyPr anchor="ctr"/>
          <a:lstStyle/>
          <a:p>
            <a:pPr>
              <a:buNone/>
            </a:pPr>
            <a:endParaRPr/>
          </a:p>
        </p:txBody>
      </p:sp>
      <p:sp>
        <p:nvSpPr>
          <p:cNvPr id="765" name="Freeform: Shape 764">
            <a:extLst>
              <a:ext uri="{FF2B5EF4-FFF2-40B4-BE49-F238E27FC236}">
                <a16:creationId xmlns:a16="http://schemas.microsoft.com/office/drawing/2014/main" id="{08D4CF98-F3E0-42EE-8BD2-546342DC4119}"/>
              </a:ext>
            </a:extLst>
          </p:cNvPr>
          <p:cNvSpPr>
            <a:spLocks noGrp="1"/>
          </p:cNvSpPr>
          <p:nvPr/>
        </p:nvSpPr>
        <p:spPr>
          <a:xfrm>
            <a:off x="11303604" y="1019978"/>
            <a:ext cx="10791" cy="79164"/>
          </a:xfrm>
          <a:custGeom>
            <a:avLst/>
            <a:gdLst>
              <a:gd name="connsiteX0" fmla="*/ 10792 w 10791"/>
              <a:gd name="connsiteY0" fmla="*/ 4635 h 79164"/>
              <a:gd name="connsiteX1" fmla="*/ 4571 w 10791"/>
              <a:gd name="connsiteY1" fmla="*/ 64 h 79164"/>
              <a:gd name="connsiteX2" fmla="*/ 0 w 10791"/>
              <a:gd name="connsiteY2" fmla="*/ 4635 h 79164"/>
              <a:gd name="connsiteX3" fmla="*/ 0 w 10791"/>
              <a:gd name="connsiteY3" fmla="*/ 79164 h 79164"/>
              <a:gd name="connsiteX4" fmla="*/ 6221 w 10791"/>
              <a:gd name="connsiteY4" fmla="*/ 74594 h 79164"/>
              <a:gd name="connsiteX5" fmla="*/ 10792 w 10791"/>
              <a:gd name="connsiteY5" fmla="*/ 79164 h 79164"/>
              <a:gd name="connsiteX6" fmla="*/ 10792 w 10791"/>
              <a:gd name="connsiteY6" fmla="*/ 4762 h 79164"/>
            </a:gdLst>
            <a:ahLst/>
            <a:cxnLst/>
            <a:rect l="l" t="t" r="r" b="b"/>
            <a:pathLst>
              <a:path w="10791" h="79164">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w="12690" cap="flat">
            <a:noFill/>
            <a:prstDash val="solid"/>
            <a:miter/>
          </a:ln>
        </p:spPr>
        <p:txBody>
          <a:bodyPr anchor="ctr"/>
          <a:lstStyle/>
          <a:p>
            <a:pPr>
              <a:buNone/>
            </a:pPr>
            <a:endParaRPr/>
          </a:p>
        </p:txBody>
      </p:sp>
      <p:sp>
        <p:nvSpPr>
          <p:cNvPr id="766" name="Freeform: Shape 765">
            <a:extLst>
              <a:ext uri="{FF2B5EF4-FFF2-40B4-BE49-F238E27FC236}">
                <a16:creationId xmlns:a16="http://schemas.microsoft.com/office/drawing/2014/main" id="{8CA05530-47BE-49E0-AB90-D694BEAAB189}"/>
              </a:ext>
            </a:extLst>
          </p:cNvPr>
          <p:cNvSpPr>
            <a:spLocks noGrp="1"/>
          </p:cNvSpPr>
          <p:nvPr/>
        </p:nvSpPr>
        <p:spPr>
          <a:xfrm>
            <a:off x="11303604" y="1094507"/>
            <a:ext cx="10791" cy="112874"/>
          </a:xfrm>
          <a:custGeom>
            <a:avLst/>
            <a:gdLst>
              <a:gd name="connsiteX0" fmla="*/ 10792 w 10791"/>
              <a:gd name="connsiteY0" fmla="*/ 4635 h 112874"/>
              <a:gd name="connsiteX1" fmla="*/ 4571 w 10791"/>
              <a:gd name="connsiteY1" fmla="*/ 64 h 112874"/>
              <a:gd name="connsiteX2" fmla="*/ 0 w 10791"/>
              <a:gd name="connsiteY2" fmla="*/ 4635 h 112874"/>
              <a:gd name="connsiteX3" fmla="*/ 0 w 10791"/>
              <a:gd name="connsiteY3" fmla="*/ 108240 h 112874"/>
              <a:gd name="connsiteX4" fmla="*/ 6221 w 10791"/>
              <a:gd name="connsiteY4" fmla="*/ 112810 h 112874"/>
              <a:gd name="connsiteX5" fmla="*/ 10792 w 10791"/>
              <a:gd name="connsiteY5" fmla="*/ 108240 h 112874"/>
              <a:gd name="connsiteX6" fmla="*/ 10792 w 10791"/>
              <a:gd name="connsiteY6" fmla="*/ 4635 h 112874"/>
            </a:gdLst>
            <a:ahLst/>
            <a:cxnLst/>
            <a:rect l="l" t="t" r="r" b="b"/>
            <a:pathLst>
              <a:path w="10791" h="112874">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w="12690" cap="flat">
            <a:noFill/>
            <a:prstDash val="solid"/>
            <a:miter/>
          </a:ln>
        </p:spPr>
        <p:txBody>
          <a:bodyPr anchor="ctr"/>
          <a:lstStyle/>
          <a:p>
            <a:pPr>
              <a:buNone/>
            </a:pPr>
            <a:endParaRPr/>
          </a:p>
        </p:txBody>
      </p:sp>
      <p:sp>
        <p:nvSpPr>
          <p:cNvPr id="767" name="Freeform: Shape 766">
            <a:extLst>
              <a:ext uri="{FF2B5EF4-FFF2-40B4-BE49-F238E27FC236}">
                <a16:creationId xmlns:a16="http://schemas.microsoft.com/office/drawing/2014/main" id="{9BCBCFF9-1CA2-4448-807B-27D1448C457F}"/>
              </a:ext>
            </a:extLst>
          </p:cNvPr>
          <p:cNvSpPr>
            <a:spLocks noGrp="1"/>
          </p:cNvSpPr>
          <p:nvPr/>
        </p:nvSpPr>
        <p:spPr>
          <a:xfrm>
            <a:off x="10631850" y="1561985"/>
            <a:ext cx="425562" cy="97462"/>
          </a:xfrm>
          <a:custGeom>
            <a:avLst/>
            <a:gdLst>
              <a:gd name="connsiteX0" fmla="*/ 10758 w 425562"/>
              <a:gd name="connsiteY0" fmla="*/ 1095 h 97462"/>
              <a:gd name="connsiteX1" fmla="*/ 6567 w 425562"/>
              <a:gd name="connsiteY1" fmla="*/ 206 h 97462"/>
              <a:gd name="connsiteX2" fmla="*/ 130 w 425562"/>
              <a:gd name="connsiteY2" fmla="*/ 3774 h 97462"/>
              <a:gd name="connsiteX3" fmla="*/ 92 w 425562"/>
              <a:gd name="connsiteY3" fmla="*/ 3888 h 97462"/>
              <a:gd name="connsiteX4" fmla="*/ 4003 w 425562"/>
              <a:gd name="connsiteY4" fmla="*/ 9703 h 97462"/>
              <a:gd name="connsiteX5" fmla="*/ 4155 w 425562"/>
              <a:gd name="connsiteY5" fmla="*/ 9729 h 97462"/>
              <a:gd name="connsiteX6" fmla="*/ 423150 w 425562"/>
              <a:gd name="connsiteY6" fmla="*/ 97463 h 97462"/>
              <a:gd name="connsiteX7" fmla="*/ 419062 w 425562"/>
              <a:gd name="connsiteY7" fmla="*/ 91775 h 97462"/>
              <a:gd name="connsiteX8" fmla="*/ 419087 w 425562"/>
              <a:gd name="connsiteY8" fmla="*/ 91622 h 97462"/>
              <a:gd name="connsiteX9" fmla="*/ 425563 w 425562"/>
              <a:gd name="connsiteY9" fmla="*/ 87940 h 97462"/>
              <a:gd name="connsiteX10" fmla="*/ 418960 w 425562"/>
              <a:gd name="connsiteY10" fmla="*/ 86543 h 97462"/>
            </a:gdLst>
            <a:ahLst/>
            <a:cxnLst/>
            <a:rect l="l" t="t" r="r" b="b"/>
            <a:pathLst>
              <a:path w="425562" h="974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w="12690" cap="flat">
            <a:noFill/>
            <a:prstDash val="solid"/>
            <a:miter/>
          </a:ln>
        </p:spPr>
        <p:txBody>
          <a:bodyPr anchor="ctr"/>
          <a:lstStyle/>
          <a:p>
            <a:pPr>
              <a:buNone/>
            </a:pPr>
            <a:endParaRPr/>
          </a:p>
        </p:txBody>
      </p:sp>
      <p:sp>
        <p:nvSpPr>
          <p:cNvPr id="768" name="Freeform: Shape 767">
            <a:extLst>
              <a:ext uri="{FF2B5EF4-FFF2-40B4-BE49-F238E27FC236}">
                <a16:creationId xmlns:a16="http://schemas.microsoft.com/office/drawing/2014/main" id="{265774CC-696B-445B-AA4C-F38CFC9B63CE}"/>
              </a:ext>
            </a:extLst>
          </p:cNvPr>
          <p:cNvSpPr>
            <a:spLocks noGrp="1"/>
          </p:cNvSpPr>
          <p:nvPr/>
        </p:nvSpPr>
        <p:spPr>
          <a:xfrm>
            <a:off x="11050338" y="1649749"/>
            <a:ext cx="153307" cy="39667"/>
          </a:xfrm>
          <a:custGeom>
            <a:avLst/>
            <a:gdLst>
              <a:gd name="connsiteX0" fmla="*/ 6568 w 153307"/>
              <a:gd name="connsiteY0" fmla="*/ 176 h 39667"/>
              <a:gd name="connsiteX1" fmla="*/ 6568 w 153307"/>
              <a:gd name="connsiteY1" fmla="*/ 176 h 39667"/>
              <a:gd name="connsiteX2" fmla="*/ 92 w 153307"/>
              <a:gd name="connsiteY2" fmla="*/ 3858 h 39667"/>
              <a:gd name="connsiteX3" fmla="*/ 4002 w 153307"/>
              <a:gd name="connsiteY3" fmla="*/ 9673 h 39667"/>
              <a:gd name="connsiteX4" fmla="*/ 4155 w 153307"/>
              <a:gd name="connsiteY4" fmla="*/ 9699 h 39667"/>
              <a:gd name="connsiteX5" fmla="*/ 4155 w 153307"/>
              <a:gd name="connsiteY5" fmla="*/ 9699 h 39667"/>
              <a:gd name="connsiteX6" fmla="*/ 146740 w 153307"/>
              <a:gd name="connsiteY6" fmla="*/ 39663 h 39667"/>
              <a:gd name="connsiteX7" fmla="*/ 147883 w 153307"/>
              <a:gd name="connsiteY7" fmla="*/ 39663 h 39667"/>
              <a:gd name="connsiteX8" fmla="*/ 153216 w 153307"/>
              <a:gd name="connsiteY8" fmla="*/ 35854 h 39667"/>
              <a:gd name="connsiteX9" fmla="*/ 149305 w 153307"/>
              <a:gd name="connsiteY9" fmla="*/ 30039 h 39667"/>
              <a:gd name="connsiteX10" fmla="*/ 149153 w 153307"/>
              <a:gd name="connsiteY10" fmla="*/ 30014 h 39667"/>
              <a:gd name="connsiteX11" fmla="*/ 149153 w 153307"/>
              <a:gd name="connsiteY11" fmla="*/ 30014 h 39667"/>
              <a:gd name="connsiteX12" fmla="*/ 146360 w 153307"/>
              <a:gd name="connsiteY12" fmla="*/ 29379 h 39667"/>
              <a:gd name="connsiteX13" fmla="*/ 10757 w 153307"/>
              <a:gd name="connsiteY13" fmla="*/ 938 h 39667"/>
            </a:gdLst>
            <a:ahLst/>
            <a:cxnLst/>
            <a:rect l="l" t="t" r="r" b="b"/>
            <a:pathLst>
              <a:path w="153307" h="3966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w="12690" cap="flat">
            <a:noFill/>
            <a:prstDash val="solid"/>
            <a:miter/>
          </a:ln>
        </p:spPr>
        <p:txBody>
          <a:bodyPr anchor="ctr"/>
          <a:lstStyle/>
          <a:p>
            <a:pPr>
              <a:buNone/>
            </a:pPr>
            <a:endParaRPr/>
          </a:p>
        </p:txBody>
      </p:sp>
      <p:sp>
        <p:nvSpPr>
          <p:cNvPr id="771" name="Freeform: Shape 770">
            <a:extLst>
              <a:ext uri="{FF2B5EF4-FFF2-40B4-BE49-F238E27FC236}">
                <a16:creationId xmlns:a16="http://schemas.microsoft.com/office/drawing/2014/main" id="{B046EE65-8231-4BDE-B3A5-FAD8D3A14A81}"/>
              </a:ext>
            </a:extLst>
          </p:cNvPr>
          <p:cNvSpPr>
            <a:spLocks noGrp="1"/>
          </p:cNvSpPr>
          <p:nvPr/>
        </p:nvSpPr>
        <p:spPr>
          <a:xfrm>
            <a:off x="6075914" y="943178"/>
            <a:ext cx="979332" cy="109621"/>
          </a:xfrm>
          <a:custGeom>
            <a:avLst/>
            <a:gdLst>
              <a:gd name="connsiteX0" fmla="*/ 973365 w 979332"/>
              <a:gd name="connsiteY0" fmla="*/ 103781 h 109621"/>
              <a:gd name="connsiteX1" fmla="*/ 979332 w 979332"/>
              <a:gd name="connsiteY1" fmla="*/ 99337 h 109621"/>
              <a:gd name="connsiteX2" fmla="*/ 973238 w 979332"/>
              <a:gd name="connsiteY2" fmla="*/ 99337 h 109621"/>
              <a:gd name="connsiteX3" fmla="*/ 17929 w 979332"/>
              <a:gd name="connsiteY3" fmla="*/ 1318 h 109621"/>
              <a:gd name="connsiteX4" fmla="*/ 5994 w 979332"/>
              <a:gd name="connsiteY4" fmla="*/ 49 h 109621"/>
              <a:gd name="connsiteX5" fmla="*/ 26 w 979332"/>
              <a:gd name="connsiteY5" fmla="*/ 4366 h 109621"/>
              <a:gd name="connsiteX6" fmla="*/ 4445 w 979332"/>
              <a:gd name="connsiteY6" fmla="*/ 9800 h 109621"/>
              <a:gd name="connsiteX7" fmla="*/ 4724 w 979332"/>
              <a:gd name="connsiteY7" fmla="*/ 9825 h 109621"/>
              <a:gd name="connsiteX8" fmla="*/ 978063 w 979332"/>
              <a:gd name="connsiteY8" fmla="*/ 109621 h 109621"/>
              <a:gd name="connsiteX9" fmla="*/ 973289 w 979332"/>
              <a:gd name="connsiteY9" fmla="*/ 104505 h 109621"/>
              <a:gd name="connsiteX10" fmla="*/ 973365 w 979332"/>
              <a:gd name="connsiteY10" fmla="*/ 103781 h 109621"/>
            </a:gdLst>
            <a:ahLst/>
            <a:cxnLst/>
            <a:rect l="l" t="t" r="r" b="b"/>
            <a:pathLst>
              <a:path w="979332" h="109621">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w="12690" cap="flat">
            <a:noFill/>
            <a:prstDash val="solid"/>
            <a:miter/>
          </a:ln>
        </p:spPr>
        <p:txBody>
          <a:bodyPr anchor="ctr"/>
          <a:lstStyle/>
          <a:p>
            <a:pPr>
              <a:buNone/>
            </a:pPr>
            <a:endParaRPr/>
          </a:p>
        </p:txBody>
      </p:sp>
      <p:sp>
        <p:nvSpPr>
          <p:cNvPr id="772" name="Freeform: Shape 771">
            <a:extLst>
              <a:ext uri="{FF2B5EF4-FFF2-40B4-BE49-F238E27FC236}">
                <a16:creationId xmlns:a16="http://schemas.microsoft.com/office/drawing/2014/main" id="{4C10230A-092E-4BDD-9BAF-E57D2664D0E6}"/>
              </a:ext>
            </a:extLst>
          </p:cNvPr>
          <p:cNvSpPr>
            <a:spLocks noGrp="1"/>
          </p:cNvSpPr>
          <p:nvPr/>
        </p:nvSpPr>
        <p:spPr>
          <a:xfrm>
            <a:off x="7049263" y="1042989"/>
            <a:ext cx="532272" cy="63176"/>
          </a:xfrm>
          <a:custGeom>
            <a:avLst/>
            <a:gdLst>
              <a:gd name="connsiteX0" fmla="*/ 532266 w 532272"/>
              <a:gd name="connsiteY0" fmla="*/ 58185 h 63176"/>
              <a:gd name="connsiteX1" fmla="*/ 527455 w 532272"/>
              <a:gd name="connsiteY1" fmla="*/ 52852 h 63176"/>
              <a:gd name="connsiteX2" fmla="*/ 527442 w 532272"/>
              <a:gd name="connsiteY2" fmla="*/ 52852 h 63176"/>
              <a:gd name="connsiteX3" fmla="*/ 521474 w 532272"/>
              <a:gd name="connsiteY3" fmla="*/ 52217 h 63176"/>
              <a:gd name="connsiteX4" fmla="*/ 10808 w 532272"/>
              <a:gd name="connsiteY4" fmla="*/ 34 h 63176"/>
              <a:gd name="connsiteX5" fmla="*/ 5983 w 532272"/>
              <a:gd name="connsiteY5" fmla="*/ 34 h 63176"/>
              <a:gd name="connsiteX6" fmla="*/ 16 w 532272"/>
              <a:gd name="connsiteY6" fmla="*/ 4478 h 63176"/>
              <a:gd name="connsiteX7" fmla="*/ 4561 w 532272"/>
              <a:gd name="connsiteY7" fmla="*/ 9798 h 63176"/>
              <a:gd name="connsiteX8" fmla="*/ 4713 w 532272"/>
              <a:gd name="connsiteY8" fmla="*/ 9810 h 63176"/>
              <a:gd name="connsiteX9" fmla="*/ 526299 w 532272"/>
              <a:gd name="connsiteY9" fmla="*/ 63137 h 63176"/>
              <a:gd name="connsiteX10" fmla="*/ 526299 w 532272"/>
              <a:gd name="connsiteY10" fmla="*/ 63137 h 63176"/>
              <a:gd name="connsiteX11" fmla="*/ 532242 w 532272"/>
              <a:gd name="connsiteY11" fmla="*/ 58490 h 63176"/>
              <a:gd name="connsiteX12" fmla="*/ 532266 w 532272"/>
              <a:gd name="connsiteY12" fmla="*/ 58185 h 63176"/>
            </a:gdLst>
            <a:ahLst/>
            <a:cxnLst/>
            <a:rect l="l" t="t" r="r" b="b"/>
            <a:pathLst>
              <a:path w="532272" h="63176">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w="12690" cap="flat">
            <a:noFill/>
            <a:prstDash val="solid"/>
            <a:miter/>
          </a:ln>
        </p:spPr>
        <p:txBody>
          <a:bodyPr anchor="ctr"/>
          <a:lstStyle/>
          <a:p>
            <a:pPr>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pPr>
              <a:buNone/>
            </a:pPr>
            <a:r>
              <a:t>Haga clic para modificar el estilo de título del patrón</a:t>
            </a:r>
          </a:p>
        </p:txBody>
      </p:sp>
      <p:sp>
        <p:nvSpPr>
          <p:cNvPr id="3" name="Marcador de texto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pie de página 4">
            <a:extLst>
              <a:ext uri="{FF2B5EF4-FFF2-40B4-BE49-F238E27FC236}">
                <a16:creationId xmlns:a16="http://schemas.microsoft.com/office/drawing/2014/main" id="{3F2D0B54-5D87-4D1B-9C6E-5A7B87C833A0}"/>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000">
                <a:solidFill>
                  <a:schemeClr val="tx1"/>
                </a:solidFill>
              </a:defRPr>
            </a:lvl1pPr>
          </a:lstStyle>
          <a:p>
            <a:pPr>
              <a:buNone/>
            </a:pPr>
            <a:r>
              <a:t>Título de la presentación</a:t>
            </a:r>
          </a:p>
        </p:txBody>
      </p:sp>
      <p:sp>
        <p:nvSpPr>
          <p:cNvPr id="6" name="Marcador de número de diapositiva 5">
            <a:extLst>
              <a:ext uri="{FF2B5EF4-FFF2-40B4-BE49-F238E27FC236}">
                <a16:creationId xmlns:a16="http://schemas.microsoft.com/office/drawing/2014/main" id="{C5CADFFD-0FF7-4DDC-8879-918576F63EA6}"/>
              </a:ext>
            </a:extLst>
          </p:cNvPr>
          <p:cNvSpPr>
            <a:spLocks noGrp="1"/>
          </p:cNvSpPr>
          <p:nvPr>
            <p:ph type="sldNum" idx="4"/>
          </p:nvPr>
        </p:nvSpPr>
        <p:spPr>
          <a:xfrm>
            <a:off x="838200" y="6356350"/>
            <a:ext cx="2743200" cy="365125"/>
          </a:xfrm>
          <a:prstGeom prst="rect">
            <a:avLst/>
          </a:prstGeom>
        </p:spPr>
        <p:txBody>
          <a:bodyPr vert="horz" lIns="91440" tIns="45720" rIns="91440" bIns="45720" anchor="ctr"/>
          <a:lstStyle>
            <a:lvl1pPr algn="l">
              <a:buNone/>
              <a:defRPr sz="1000" b="1">
                <a:solidFill>
                  <a:schemeClr val="tx1"/>
                </a:solidFill>
              </a:defRPr>
            </a:lvl1pPr>
          </a:lstStyle>
          <a:p>
            <a:pPr>
              <a:buNone/>
            </a:pPr>
            <a:fld id="{B5CEABB6-07DC-46E8-9B57-56EC44A396E5}"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a:lnSpc>
          <a:spcPct val="90000"/>
        </a:lnSpc>
        <a:spcBef>
          <a:spcPct val="0"/>
        </a:spcBef>
        <a:buNone/>
        <a:defRPr sz="3800" b="1" kern="1200" cap="all" baseline="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840" userDrawn="1">
          <p15:clr>
            <a:srgbClr val="F26B43"/>
          </p15:clr>
        </p15:guide>
        <p15:guide id="2" pos="1920" userDrawn="1">
          <p15:clr>
            <a:srgbClr val="F26B43"/>
          </p15:clr>
        </p15:guide>
        <p15:guide id="3" pos="5760" userDrawn="1">
          <p15:clr>
            <a:srgbClr val="F26B43"/>
          </p15:clr>
        </p15:guide>
        <p15:guide id="4" pos="7104" userDrawn="1">
          <p15:clr>
            <a:srgbClr val="C35EA4"/>
          </p15:clr>
        </p15:guide>
        <p15:guide id="5" pos="576" userDrawn="1">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F7CC008-AB37-41BA-97EE-E67DCC10F5F4}"/>
              </a:ext>
            </a:extLst>
          </p:cNvPr>
          <p:cNvPicPr>
            <a:picLocks noChangeAspect="1"/>
          </p:cNvPicPr>
          <p:nvPr/>
        </p:nvPicPr>
        <p:blipFill>
          <a:blip r:embed="rId3"/>
          <a:stretch>
            <a:fillRect/>
          </a:stretch>
        </p:blipFill>
        <p:spPr>
          <a:xfrm>
            <a:off x="9535027" y="689811"/>
            <a:ext cx="1753455" cy="1809247"/>
          </a:xfrm>
          <a:prstGeom prst="rect">
            <a:avLst/>
          </a:prstGeom>
        </p:spPr>
      </p:pic>
      <p:sp>
        <p:nvSpPr>
          <p:cNvPr id="6" name="Rectángulo 5">
            <a:extLst>
              <a:ext uri="{FF2B5EF4-FFF2-40B4-BE49-F238E27FC236}">
                <a16:creationId xmlns:a16="http://schemas.microsoft.com/office/drawing/2014/main" id="{BF25618D-C809-4BF4-B353-A345F572D94A}"/>
              </a:ext>
            </a:extLst>
          </p:cNvPr>
          <p:cNvSpPr>
            <a:spLocks noGrp="1"/>
          </p:cNvSpPr>
          <p:nvPr/>
        </p:nvSpPr>
        <p:spPr>
          <a:xfrm>
            <a:off x="6191250" y="2619375"/>
            <a:ext cx="5334000" cy="714375"/>
          </a:xfrm>
          <a:prstGeom prst="rect">
            <a:avLst/>
          </a:prstGeom>
          <a:noFill/>
          <a:ln w="0">
            <a:noFill/>
          </a:ln>
        </p:spPr>
        <p:txBody>
          <a:bodyPr/>
          <a:lstStyle>
            <a:defPPr>
              <a:defRPr sz="3600" b="0">
                <a:solidFill>
                  <a:srgbClr val="111111"/>
                </a:solidFill>
              </a:defRPr>
            </a:defPPr>
            <a:lvl1pPr>
              <a:defRPr sz="3600" b="0">
                <a:solidFill>
                  <a:srgbClr val="111111"/>
                </a:solidFill>
              </a:defRPr>
            </a:lvl1pPr>
            <a:lvl2pPr>
              <a:defRPr sz="3600" b="0">
                <a:solidFill>
                  <a:srgbClr val="111111"/>
                </a:solidFill>
              </a:defRPr>
            </a:lvl2pPr>
            <a:lvl3pPr>
              <a:defRPr sz="3600" b="0">
                <a:solidFill>
                  <a:srgbClr val="111111"/>
                </a:solidFill>
              </a:defRPr>
            </a:lvl3pPr>
            <a:lvl4pPr>
              <a:defRPr sz="3600" b="0">
                <a:solidFill>
                  <a:srgbClr val="111111"/>
                </a:solidFill>
              </a:defRPr>
            </a:lvl4pPr>
            <a:lvl5pPr>
              <a:defRPr sz="3600" b="0">
                <a:solidFill>
                  <a:srgbClr val="111111"/>
                </a:solidFill>
              </a:defRPr>
            </a:lvl5pPr>
            <a:lvl6pPr>
              <a:defRPr sz="3600" b="0">
                <a:solidFill>
                  <a:srgbClr val="111111"/>
                </a:solidFill>
              </a:defRPr>
            </a:lvl6pPr>
            <a:lvl7pPr>
              <a:defRPr sz="3600" b="0">
                <a:solidFill>
                  <a:srgbClr val="111111"/>
                </a:solidFill>
              </a:defRPr>
            </a:lvl7pPr>
            <a:lvl8pPr>
              <a:defRPr sz="3600" b="0">
                <a:solidFill>
                  <a:srgbClr val="111111"/>
                </a:solidFill>
              </a:defRPr>
            </a:lvl8pPr>
            <a:lvl9pPr>
              <a:defRPr sz="3600" b="0">
                <a:solidFill>
                  <a:srgbClr val="111111"/>
                </a:solidFill>
              </a:defRPr>
            </a:lvl9pPr>
          </a:lstStyle>
          <a:p>
            <a:pPr>
              <a:defRPr sz="3600" b="0">
                <a:solidFill>
                  <a:srgbClr val="111111"/>
                </a:solidFill>
              </a:defRPr>
            </a:pPr>
            <a:r>
              <a:rPr sz="3600" b="0">
                <a:solidFill>
                  <a:srgbClr val="111111"/>
                </a:solidFill>
                <a:latin typeface="Posterama" panose="020B0504020200020000" pitchFamily="34" charset="0"/>
              </a:rPr>
              <a:t>DenseNet121</a:t>
            </a:r>
          </a:p>
        </p:txBody>
      </p:sp>
      <p:sp>
        <p:nvSpPr>
          <p:cNvPr id="7" name="Rectángulo 6">
            <a:extLst>
              <a:ext uri="{FF2B5EF4-FFF2-40B4-BE49-F238E27FC236}">
                <a16:creationId xmlns:a16="http://schemas.microsoft.com/office/drawing/2014/main" id="{1408C261-E6F7-4A6E-B21D-C6D1708199A6}"/>
              </a:ext>
            </a:extLst>
          </p:cNvPr>
          <p:cNvSpPr>
            <a:spLocks noGrp="1"/>
          </p:cNvSpPr>
          <p:nvPr/>
        </p:nvSpPr>
        <p:spPr>
          <a:xfrm>
            <a:off x="6191250" y="3476625"/>
            <a:ext cx="5238750" cy="1095375"/>
          </a:xfrm>
          <a:prstGeom prst="rect">
            <a:avLst/>
          </a:prstGeom>
          <a:noFill/>
          <a:ln w="0">
            <a:noFill/>
          </a:ln>
        </p:spPr>
        <p:txBody>
          <a:bodyPr/>
          <a:lstStyle>
            <a:defPPr>
              <a:defRPr sz="2250" b="1">
                <a:solidFill>
                  <a:srgbClr val="111111"/>
                </a:solidFill>
              </a:defRPr>
            </a:defPPr>
            <a:lvl1pPr>
              <a:defRPr sz="2250" b="1">
                <a:solidFill>
                  <a:srgbClr val="111111"/>
                </a:solidFill>
              </a:defRPr>
            </a:lvl1pPr>
            <a:lvl2pPr>
              <a:defRPr sz="2250" b="1">
                <a:solidFill>
                  <a:srgbClr val="111111"/>
                </a:solidFill>
              </a:defRPr>
            </a:lvl2pPr>
            <a:lvl3pPr>
              <a:defRPr sz="2250" b="1">
                <a:solidFill>
                  <a:srgbClr val="111111"/>
                </a:solidFill>
              </a:defRPr>
            </a:lvl3pPr>
            <a:lvl4pPr>
              <a:defRPr sz="2250" b="1">
                <a:solidFill>
                  <a:srgbClr val="111111"/>
                </a:solidFill>
              </a:defRPr>
            </a:lvl4pPr>
            <a:lvl5pPr>
              <a:defRPr sz="2250" b="1">
                <a:solidFill>
                  <a:srgbClr val="111111"/>
                </a:solidFill>
              </a:defRPr>
            </a:lvl5pPr>
            <a:lvl6pPr>
              <a:defRPr sz="2250" b="1">
                <a:solidFill>
                  <a:srgbClr val="111111"/>
                </a:solidFill>
              </a:defRPr>
            </a:lvl6pPr>
            <a:lvl7pPr>
              <a:defRPr sz="2250" b="1">
                <a:solidFill>
                  <a:srgbClr val="111111"/>
                </a:solidFill>
              </a:defRPr>
            </a:lvl7pPr>
            <a:lvl8pPr>
              <a:defRPr sz="2250" b="1">
                <a:solidFill>
                  <a:srgbClr val="111111"/>
                </a:solidFill>
              </a:defRPr>
            </a:lvl8pPr>
            <a:lvl9pPr>
              <a:defRPr sz="2250" b="1">
                <a:solidFill>
                  <a:srgbClr val="111111"/>
                </a:solidFill>
              </a:defRPr>
            </a:lvl9pPr>
          </a:lstStyle>
          <a:p>
            <a:pPr>
              <a:defRPr sz="2250" b="1">
                <a:solidFill>
                  <a:srgbClr val="111111"/>
                </a:solidFill>
              </a:defRPr>
            </a:pPr>
            <a:r>
              <a:rPr sz="2250" b="1">
                <a:solidFill>
                  <a:srgbClr val="111111"/>
                </a:solidFill>
                <a:latin typeface="Avenir Next LT Pro" panose="020F0502020204030204" pitchFamily="34" charset="0"/>
              </a:rPr>
              <a:t>Clasificación de implementos</a:t>
            </a:r>
          </a:p>
          <a:p>
            <a:pPr>
              <a:defRPr sz="2250" b="1">
                <a:solidFill>
                  <a:srgbClr val="111111"/>
                </a:solidFill>
              </a:defRPr>
            </a:pPr>
            <a:r>
              <a:rPr sz="2250" b="1">
                <a:solidFill>
                  <a:srgbClr val="111111"/>
                </a:solidFill>
                <a:latin typeface="Avenir Next LT Pro" panose="020F0502020204030204" pitchFamily="34" charset="0"/>
              </a:rPr>
              <a:t>de seguridad en obras</a:t>
            </a:r>
          </a:p>
        </p:txBody>
      </p:sp>
      <p:sp>
        <p:nvSpPr>
          <p:cNvPr id="8" name="Rectángulo 7">
            <a:extLst>
              <a:ext uri="{FF2B5EF4-FFF2-40B4-BE49-F238E27FC236}">
                <a16:creationId xmlns:a16="http://schemas.microsoft.com/office/drawing/2014/main" id="{DF44F465-2B1D-4F74-8608-7AA5D8053169}"/>
              </a:ext>
            </a:extLst>
          </p:cNvPr>
          <p:cNvSpPr>
            <a:spLocks noGrp="1"/>
          </p:cNvSpPr>
          <p:nvPr/>
        </p:nvSpPr>
        <p:spPr>
          <a:xfrm>
            <a:off x="6191250" y="4810125"/>
            <a:ext cx="5238750" cy="400050"/>
          </a:xfrm>
          <a:prstGeom prst="rect">
            <a:avLst/>
          </a:prstGeom>
          <a:noFill/>
          <a:ln w="0">
            <a:noFill/>
          </a:ln>
        </p:spPr>
        <p:txBody>
          <a:bodyPr/>
          <a:lstStyle>
            <a:defPPr>
              <a:defRPr sz="1950" b="0">
                <a:solidFill>
                  <a:srgbClr val="111111"/>
                </a:solidFill>
              </a:defRPr>
            </a:defPPr>
            <a:lvl1pPr>
              <a:defRPr sz="1950" b="0">
                <a:solidFill>
                  <a:srgbClr val="111111"/>
                </a:solidFill>
              </a:defRPr>
            </a:lvl1pPr>
            <a:lvl2pPr>
              <a:defRPr sz="1950" b="0">
                <a:solidFill>
                  <a:srgbClr val="111111"/>
                </a:solidFill>
              </a:defRPr>
            </a:lvl2pPr>
            <a:lvl3pPr>
              <a:defRPr sz="1950" b="0">
                <a:solidFill>
                  <a:srgbClr val="111111"/>
                </a:solidFill>
              </a:defRPr>
            </a:lvl3pPr>
            <a:lvl4pPr>
              <a:defRPr sz="1950" b="0">
                <a:solidFill>
                  <a:srgbClr val="111111"/>
                </a:solidFill>
              </a:defRPr>
            </a:lvl4pPr>
            <a:lvl5pPr>
              <a:defRPr sz="1950" b="0">
                <a:solidFill>
                  <a:srgbClr val="111111"/>
                </a:solidFill>
              </a:defRPr>
            </a:lvl5pPr>
            <a:lvl6pPr>
              <a:defRPr sz="1950" b="0">
                <a:solidFill>
                  <a:srgbClr val="111111"/>
                </a:solidFill>
              </a:defRPr>
            </a:lvl6pPr>
            <a:lvl7pPr>
              <a:defRPr sz="1950" b="0">
                <a:solidFill>
                  <a:srgbClr val="111111"/>
                </a:solidFill>
              </a:defRPr>
            </a:lvl7pPr>
            <a:lvl8pPr>
              <a:defRPr sz="1950" b="0">
                <a:solidFill>
                  <a:srgbClr val="111111"/>
                </a:solidFill>
              </a:defRPr>
            </a:lvl8pPr>
            <a:lvl9pPr>
              <a:defRPr sz="1950" b="0">
                <a:solidFill>
                  <a:srgbClr val="111111"/>
                </a:solidFill>
              </a:defRPr>
            </a:lvl9pPr>
          </a:lstStyle>
          <a:p>
            <a:pPr>
              <a:defRPr sz="1950" b="0">
                <a:solidFill>
                  <a:srgbClr val="111111"/>
                </a:solidFill>
              </a:defRPr>
            </a:pPr>
            <a:r>
              <a:rPr sz="1950" b="0">
                <a:solidFill>
                  <a:srgbClr val="111111"/>
                </a:solidFill>
                <a:latin typeface="Avenir Next LT Pro" panose="020B0504020202020204" pitchFamily="34" charset="0"/>
              </a:rPr>
              <a:t>Jimmy Vargas Huarcaya</a:t>
            </a:r>
          </a:p>
        </p:txBody>
      </p:sp>
      <p:sp>
        <p:nvSpPr>
          <p:cNvPr id="9" name="Rectángulo 8">
            <a:extLst>
              <a:ext uri="{FF2B5EF4-FFF2-40B4-BE49-F238E27FC236}">
                <a16:creationId xmlns:a16="http://schemas.microsoft.com/office/drawing/2014/main" id="{7CFC24D2-93A2-4CF3-8E34-1A1A0B4B47ED}"/>
              </a:ext>
            </a:extLst>
          </p:cNvPr>
          <p:cNvSpPr>
            <a:spLocks noGrp="1"/>
          </p:cNvSpPr>
          <p:nvPr/>
        </p:nvSpPr>
        <p:spPr>
          <a:xfrm>
            <a:off x="6191250" y="5381625"/>
            <a:ext cx="5429250" cy="1047750"/>
          </a:xfrm>
          <a:prstGeom prst="rect">
            <a:avLst/>
          </a:prstGeom>
          <a:noFill/>
          <a:ln w="0">
            <a:noFill/>
          </a:ln>
        </p:spPr>
        <p:txBody>
          <a:bodyPr/>
          <a:lstStyle>
            <a:defPPr>
              <a:defRPr sz="1650" b="0">
                <a:solidFill>
                  <a:srgbClr val="111111"/>
                </a:solidFill>
              </a:defRPr>
            </a:defPPr>
            <a:lvl1pPr>
              <a:defRPr sz="1650" b="0">
                <a:solidFill>
                  <a:srgbClr val="111111"/>
                </a:solidFill>
              </a:defRPr>
            </a:lvl1pPr>
            <a:lvl2pPr>
              <a:defRPr sz="1650" b="0">
                <a:solidFill>
                  <a:srgbClr val="111111"/>
                </a:solidFill>
              </a:defRPr>
            </a:lvl2pPr>
            <a:lvl3pPr>
              <a:defRPr sz="1650" b="0">
                <a:solidFill>
                  <a:srgbClr val="111111"/>
                </a:solidFill>
              </a:defRPr>
            </a:lvl3pPr>
            <a:lvl4pPr>
              <a:defRPr sz="1650" b="0">
                <a:solidFill>
                  <a:srgbClr val="111111"/>
                </a:solidFill>
              </a:defRPr>
            </a:lvl4pPr>
            <a:lvl5pPr>
              <a:defRPr sz="1650" b="0">
                <a:solidFill>
                  <a:srgbClr val="111111"/>
                </a:solidFill>
              </a:defRPr>
            </a:lvl5pPr>
            <a:lvl6pPr>
              <a:defRPr sz="1650" b="0">
                <a:solidFill>
                  <a:srgbClr val="111111"/>
                </a:solidFill>
              </a:defRPr>
            </a:lvl6pPr>
            <a:lvl7pPr>
              <a:defRPr sz="1650" b="0">
                <a:solidFill>
                  <a:srgbClr val="111111"/>
                </a:solidFill>
              </a:defRPr>
            </a:lvl7pPr>
            <a:lvl8pPr>
              <a:defRPr sz="1650" b="0">
                <a:solidFill>
                  <a:srgbClr val="111111"/>
                </a:solidFill>
              </a:defRPr>
            </a:lvl8pPr>
            <a:lvl9pPr>
              <a:defRPr sz="1650" b="0">
                <a:solidFill>
                  <a:srgbClr val="111111"/>
                </a:solidFill>
              </a:defRPr>
            </a:lvl9pPr>
          </a:lstStyle>
          <a:p>
            <a:pPr>
              <a:defRPr sz="1650" b="0">
                <a:solidFill>
                  <a:srgbClr val="111111"/>
                </a:solidFill>
              </a:defRPr>
            </a:pPr>
            <a:r>
              <a:rPr sz="1650" b="0">
                <a:solidFill>
                  <a:srgbClr val="111111"/>
                </a:solidFill>
                <a:latin typeface="Avenir Next LT Pro" panose="020B0504020202020204" pitchFamily="34" charset="0"/>
              </a:rPr>
              <a:t>Inteligencia Artificial II</a:t>
            </a:r>
          </a:p>
          <a:p>
            <a:pPr>
              <a:defRPr sz="1650" b="0">
                <a:solidFill>
                  <a:srgbClr val="111111"/>
                </a:solidFill>
              </a:defRPr>
            </a:pPr>
            <a:r>
              <a:rPr sz="1650" b="0">
                <a:solidFill>
                  <a:srgbClr val="111111"/>
                </a:solidFill>
                <a:latin typeface="Avenir Next LT Pro" panose="020B0504020202020204" pitchFamily="34" charset="0"/>
              </a:rPr>
              <a:t>Docente: Ing. Manuel Ibarra Cabrera</a:t>
            </a:r>
          </a:p>
          <a:p>
            <a:pPr>
              <a:defRPr sz="1650" b="0">
                <a:solidFill>
                  <a:srgbClr val="111111"/>
                </a:solidFill>
              </a:defRPr>
            </a:pPr>
            <a:r>
              <a:rPr sz="1650" b="0">
                <a:solidFill>
                  <a:srgbClr val="111111"/>
                </a:solidFill>
                <a:latin typeface="Avenir Next LT Pro" panose="020B0504020202020204" pitchFamily="34" charset="0"/>
              </a:rPr>
              <a:t>UNAMBA · 2026</a:t>
            </a:r>
          </a:p>
        </p:txBody>
      </p:sp>
    </p:spTree>
    <p:extLst>
      <p:ext uri="{BB962C8B-B14F-4D97-AF65-F5344CB8AC3E}">
        <p14:creationId xmlns:p14="http://schemas.microsoft.com/office/powerpoint/2010/main" val="954410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57C4A3CF-4D3F-4E97-ACFF-B822EF2BA778}"/>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OBJETIVO Y CATEGORÍAS</a:t>
            </a:r>
          </a:p>
        </p:txBody>
      </p:sp>
      <p:sp>
        <p:nvSpPr>
          <p:cNvPr id="2" name="Rectángulo 1">
            <a:extLst>
              <a:ext uri="{FF2B5EF4-FFF2-40B4-BE49-F238E27FC236}">
                <a16:creationId xmlns:a16="http://schemas.microsoft.com/office/drawing/2014/main" id="{3798BA23-ED67-44FF-BE2E-1AA879CC6168}"/>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2</a:t>
            </a:r>
          </a:p>
        </p:txBody>
      </p:sp>
      <p:sp>
        <p:nvSpPr>
          <p:cNvPr id="3" name="Rectángulo 2">
            <a:extLst>
              <a:ext uri="{FF2B5EF4-FFF2-40B4-BE49-F238E27FC236}">
                <a16:creationId xmlns:a16="http://schemas.microsoft.com/office/drawing/2014/main" id="{6C05C595-11B8-437B-84AE-995CE73FF62D}"/>
              </a:ext>
            </a:extLst>
          </p:cNvPr>
          <p:cNvSpPr>
            <a:spLocks noGrp="1"/>
          </p:cNvSpPr>
          <p:nvPr/>
        </p:nvSpPr>
        <p:spPr>
          <a:xfrm>
            <a:off x="609600" y="1381125"/>
            <a:ext cx="10668000" cy="762000"/>
          </a:xfrm>
          <a:prstGeom prst="rect">
            <a:avLst/>
          </a:prstGeom>
          <a:noFill/>
          <a:ln w="0">
            <a:noFill/>
          </a:ln>
        </p:spPr>
        <p:txBody>
          <a:bodyPr/>
          <a:lstStyle>
            <a:defPPr>
              <a:defRPr sz="2400" b="0">
                <a:solidFill>
                  <a:srgbClr val="111111"/>
                </a:solidFill>
              </a:defRPr>
            </a:defPPr>
            <a:lvl1pPr>
              <a:defRPr sz="2400" b="0">
                <a:solidFill>
                  <a:srgbClr val="111111"/>
                </a:solidFill>
              </a:defRPr>
            </a:lvl1pPr>
            <a:lvl2pPr>
              <a:defRPr sz="2400" b="0">
                <a:solidFill>
                  <a:srgbClr val="111111"/>
                </a:solidFill>
              </a:defRPr>
            </a:lvl2pPr>
            <a:lvl3pPr>
              <a:defRPr sz="2400" b="0">
                <a:solidFill>
                  <a:srgbClr val="111111"/>
                </a:solidFill>
              </a:defRPr>
            </a:lvl3pPr>
            <a:lvl4pPr>
              <a:defRPr sz="2400" b="0">
                <a:solidFill>
                  <a:srgbClr val="111111"/>
                </a:solidFill>
              </a:defRPr>
            </a:lvl4pPr>
            <a:lvl5pPr>
              <a:defRPr sz="2400" b="0">
                <a:solidFill>
                  <a:srgbClr val="111111"/>
                </a:solidFill>
              </a:defRPr>
            </a:lvl5pPr>
            <a:lvl6pPr>
              <a:defRPr sz="2400" b="0">
                <a:solidFill>
                  <a:srgbClr val="111111"/>
                </a:solidFill>
              </a:defRPr>
            </a:lvl6pPr>
            <a:lvl7pPr>
              <a:defRPr sz="2400" b="0">
                <a:solidFill>
                  <a:srgbClr val="111111"/>
                </a:solidFill>
              </a:defRPr>
            </a:lvl7pPr>
            <a:lvl8pPr>
              <a:defRPr sz="2400" b="0">
                <a:solidFill>
                  <a:srgbClr val="111111"/>
                </a:solidFill>
              </a:defRPr>
            </a:lvl8pPr>
            <a:lvl9pPr>
              <a:defRPr sz="2400" b="0">
                <a:solidFill>
                  <a:srgbClr val="111111"/>
                </a:solidFill>
              </a:defRPr>
            </a:lvl9pPr>
          </a:lstStyle>
          <a:p>
            <a:pPr>
              <a:defRPr sz="2400" b="0">
                <a:solidFill>
                  <a:srgbClr val="111111"/>
                </a:solidFill>
              </a:defRPr>
            </a:pPr>
            <a:r>
              <a:rPr sz="2400" b="0">
                <a:solidFill>
                  <a:srgbClr val="111111"/>
                </a:solidFill>
                <a:latin typeface="Posterama" panose="020B0504020200020000" pitchFamily="34" charset="0"/>
              </a:rPr>
              <a:t>Clasificar recortes de imágenes con aprendizaje por transferencia.</a:t>
            </a:r>
          </a:p>
        </p:txBody>
      </p:sp>
      <p:pic>
        <p:nvPicPr>
          <p:cNvPr id="4" name="Imagen 3">
            <a:extLst>
              <a:ext uri="{FF2B5EF4-FFF2-40B4-BE49-F238E27FC236}">
                <a16:creationId xmlns:a16="http://schemas.microsoft.com/office/drawing/2014/main" id="{5B2FF235-8FCE-4DFC-A7B7-A82B38A393D3}"/>
              </a:ext>
            </a:extLst>
          </p:cNvPr>
          <p:cNvPicPr>
            <a:picLocks noChangeAspect="1"/>
          </p:cNvPicPr>
          <p:nvPr/>
        </p:nvPicPr>
        <p:blipFill>
          <a:blip r:embed="rId3"/>
          <a:stretch/>
        </p:blipFill>
        <p:spPr>
          <a:xfrm>
            <a:off x="917747" y="2476500"/>
            <a:ext cx="1974507" cy="2476500"/>
          </a:xfrm>
          <a:prstGeom prst="rect">
            <a:avLst/>
          </a:prstGeom>
        </p:spPr>
      </p:pic>
      <p:sp>
        <p:nvSpPr>
          <p:cNvPr id="5" name="Rectángulo 4">
            <a:extLst>
              <a:ext uri="{FF2B5EF4-FFF2-40B4-BE49-F238E27FC236}">
                <a16:creationId xmlns:a16="http://schemas.microsoft.com/office/drawing/2014/main" id="{FC2F7754-590B-415E-91F8-02F602889494}"/>
              </a:ext>
            </a:extLst>
          </p:cNvPr>
          <p:cNvSpPr>
            <a:spLocks noGrp="1"/>
          </p:cNvSpPr>
          <p:nvPr/>
        </p:nvSpPr>
        <p:spPr>
          <a:xfrm>
            <a:off x="666750" y="5238750"/>
            <a:ext cx="2476500" cy="428625"/>
          </a:xfrm>
          <a:prstGeom prst="rect">
            <a:avLst/>
          </a:prstGeom>
          <a:noFill/>
          <a:ln w="0">
            <a:noFill/>
          </a:ln>
        </p:spPr>
        <p:txBody>
          <a:bodyPr/>
          <a:lstStyle>
            <a:defPPr>
              <a:defRPr sz="2100" b="1">
                <a:solidFill>
                  <a:srgbClr val="111111"/>
                </a:solidFill>
              </a:defRPr>
            </a:defPPr>
            <a:lvl1pPr>
              <a:defRPr sz="2100" b="1">
                <a:solidFill>
                  <a:srgbClr val="111111"/>
                </a:solidFill>
              </a:defRPr>
            </a:lvl1pPr>
            <a:lvl2pPr>
              <a:defRPr sz="2100" b="1">
                <a:solidFill>
                  <a:srgbClr val="111111"/>
                </a:solidFill>
              </a:defRPr>
            </a:lvl2pPr>
            <a:lvl3pPr>
              <a:defRPr sz="2100" b="1">
                <a:solidFill>
                  <a:srgbClr val="111111"/>
                </a:solidFill>
              </a:defRPr>
            </a:lvl3pPr>
            <a:lvl4pPr>
              <a:defRPr sz="2100" b="1">
                <a:solidFill>
                  <a:srgbClr val="111111"/>
                </a:solidFill>
              </a:defRPr>
            </a:lvl4pPr>
            <a:lvl5pPr>
              <a:defRPr sz="2100" b="1">
                <a:solidFill>
                  <a:srgbClr val="111111"/>
                </a:solidFill>
              </a:defRPr>
            </a:lvl5pPr>
            <a:lvl6pPr>
              <a:defRPr sz="2100" b="1">
                <a:solidFill>
                  <a:srgbClr val="111111"/>
                </a:solidFill>
              </a:defRPr>
            </a:lvl6pPr>
            <a:lvl7pPr>
              <a:defRPr sz="2100" b="1">
                <a:solidFill>
                  <a:srgbClr val="111111"/>
                </a:solidFill>
              </a:defRPr>
            </a:lvl7pPr>
            <a:lvl8pPr>
              <a:defRPr sz="2100" b="1">
                <a:solidFill>
                  <a:srgbClr val="111111"/>
                </a:solidFill>
              </a:defRPr>
            </a:lvl8pPr>
            <a:lvl9pPr>
              <a:defRPr sz="2100" b="1">
                <a:solidFill>
                  <a:srgbClr val="111111"/>
                </a:solidFill>
              </a:defRPr>
            </a:lvl9pPr>
          </a:lstStyle>
          <a:p>
            <a:pPr>
              <a:defRPr sz="2100" b="1">
                <a:solidFill>
                  <a:srgbClr val="111111"/>
                </a:solidFill>
              </a:defRPr>
            </a:pPr>
            <a:r>
              <a:rPr sz="2100" b="1">
                <a:solidFill>
                  <a:srgbClr val="111111"/>
                </a:solidFill>
                <a:latin typeface="Avenir Next LT Pro" panose="020B0504020202020204" pitchFamily="34" charset="0"/>
              </a:rPr>
              <a:t>Cabeza</a:t>
            </a:r>
          </a:p>
        </p:txBody>
      </p:sp>
      <p:pic>
        <p:nvPicPr>
          <p:cNvPr id="6" name="Imagen 5">
            <a:extLst>
              <a:ext uri="{FF2B5EF4-FFF2-40B4-BE49-F238E27FC236}">
                <a16:creationId xmlns:a16="http://schemas.microsoft.com/office/drawing/2014/main" id="{BBA94BE2-460A-4AB8-BFE0-37A4D580EB63}"/>
              </a:ext>
            </a:extLst>
          </p:cNvPr>
          <p:cNvPicPr>
            <a:picLocks noChangeAspect="1"/>
          </p:cNvPicPr>
          <p:nvPr/>
        </p:nvPicPr>
        <p:blipFill>
          <a:blip r:embed="rId4"/>
          <a:stretch/>
        </p:blipFill>
        <p:spPr>
          <a:xfrm>
            <a:off x="3682763" y="2476500"/>
            <a:ext cx="2254724" cy="2476500"/>
          </a:xfrm>
          <a:prstGeom prst="rect">
            <a:avLst/>
          </a:prstGeom>
        </p:spPr>
      </p:pic>
      <p:sp>
        <p:nvSpPr>
          <p:cNvPr id="7" name="Rectángulo 6">
            <a:extLst>
              <a:ext uri="{FF2B5EF4-FFF2-40B4-BE49-F238E27FC236}">
                <a16:creationId xmlns:a16="http://schemas.microsoft.com/office/drawing/2014/main" id="{24DAF460-BC9F-464A-BE02-87127051DB65}"/>
              </a:ext>
            </a:extLst>
          </p:cNvPr>
          <p:cNvSpPr>
            <a:spLocks noGrp="1"/>
          </p:cNvSpPr>
          <p:nvPr/>
        </p:nvSpPr>
        <p:spPr>
          <a:xfrm>
            <a:off x="3571875" y="5238750"/>
            <a:ext cx="2476500" cy="428625"/>
          </a:xfrm>
          <a:prstGeom prst="rect">
            <a:avLst/>
          </a:prstGeom>
          <a:noFill/>
          <a:ln w="0">
            <a:noFill/>
          </a:ln>
        </p:spPr>
        <p:txBody>
          <a:bodyPr/>
          <a:lstStyle>
            <a:defPPr>
              <a:defRPr sz="2100" b="1">
                <a:solidFill>
                  <a:srgbClr val="111111"/>
                </a:solidFill>
              </a:defRPr>
            </a:defPPr>
            <a:lvl1pPr>
              <a:defRPr sz="2100" b="1">
                <a:solidFill>
                  <a:srgbClr val="111111"/>
                </a:solidFill>
              </a:defRPr>
            </a:lvl1pPr>
            <a:lvl2pPr>
              <a:defRPr sz="2100" b="1">
                <a:solidFill>
                  <a:srgbClr val="111111"/>
                </a:solidFill>
              </a:defRPr>
            </a:lvl2pPr>
            <a:lvl3pPr>
              <a:defRPr sz="2100" b="1">
                <a:solidFill>
                  <a:srgbClr val="111111"/>
                </a:solidFill>
              </a:defRPr>
            </a:lvl3pPr>
            <a:lvl4pPr>
              <a:defRPr sz="2100" b="1">
                <a:solidFill>
                  <a:srgbClr val="111111"/>
                </a:solidFill>
              </a:defRPr>
            </a:lvl4pPr>
            <a:lvl5pPr>
              <a:defRPr sz="2100" b="1">
                <a:solidFill>
                  <a:srgbClr val="111111"/>
                </a:solidFill>
              </a:defRPr>
            </a:lvl5pPr>
            <a:lvl6pPr>
              <a:defRPr sz="2100" b="1">
                <a:solidFill>
                  <a:srgbClr val="111111"/>
                </a:solidFill>
              </a:defRPr>
            </a:lvl6pPr>
            <a:lvl7pPr>
              <a:defRPr sz="2100" b="1">
                <a:solidFill>
                  <a:srgbClr val="111111"/>
                </a:solidFill>
              </a:defRPr>
            </a:lvl7pPr>
            <a:lvl8pPr>
              <a:defRPr sz="2100" b="1">
                <a:solidFill>
                  <a:srgbClr val="111111"/>
                </a:solidFill>
              </a:defRPr>
            </a:lvl8pPr>
            <a:lvl9pPr>
              <a:defRPr sz="2100" b="1">
                <a:solidFill>
                  <a:srgbClr val="111111"/>
                </a:solidFill>
              </a:defRPr>
            </a:lvl9pPr>
          </a:lstStyle>
          <a:p>
            <a:pPr>
              <a:defRPr sz="2100" b="1">
                <a:solidFill>
                  <a:srgbClr val="111111"/>
                </a:solidFill>
              </a:defRPr>
            </a:pPr>
            <a:r>
              <a:rPr sz="2100" b="1">
                <a:solidFill>
                  <a:srgbClr val="111111"/>
                </a:solidFill>
                <a:latin typeface="Avenir Next LT Pro" panose="020B0504020202020204" pitchFamily="34" charset="0"/>
              </a:rPr>
              <a:t>Casco</a:t>
            </a:r>
          </a:p>
        </p:txBody>
      </p:sp>
      <p:pic>
        <p:nvPicPr>
          <p:cNvPr id="8" name="Imagen 7">
            <a:extLst>
              <a:ext uri="{FF2B5EF4-FFF2-40B4-BE49-F238E27FC236}">
                <a16:creationId xmlns:a16="http://schemas.microsoft.com/office/drawing/2014/main" id="{5352195F-0B7C-4BD2-812D-3CC649025D66}"/>
              </a:ext>
            </a:extLst>
          </p:cNvPr>
          <p:cNvPicPr>
            <a:picLocks noChangeAspect="1"/>
          </p:cNvPicPr>
          <p:nvPr/>
        </p:nvPicPr>
        <p:blipFill>
          <a:blip r:embed="rId5"/>
          <a:stretch/>
        </p:blipFill>
        <p:spPr>
          <a:xfrm>
            <a:off x="6968369" y="2476500"/>
            <a:ext cx="1493762" cy="2476500"/>
          </a:xfrm>
          <a:prstGeom prst="rect">
            <a:avLst/>
          </a:prstGeom>
        </p:spPr>
      </p:pic>
      <p:sp>
        <p:nvSpPr>
          <p:cNvPr id="9" name="Rectángulo 8">
            <a:extLst>
              <a:ext uri="{FF2B5EF4-FFF2-40B4-BE49-F238E27FC236}">
                <a16:creationId xmlns:a16="http://schemas.microsoft.com/office/drawing/2014/main" id="{0455202D-2F66-4C6C-97D4-809F2086CC38}"/>
              </a:ext>
            </a:extLst>
          </p:cNvPr>
          <p:cNvSpPr>
            <a:spLocks noGrp="1"/>
          </p:cNvSpPr>
          <p:nvPr/>
        </p:nvSpPr>
        <p:spPr>
          <a:xfrm>
            <a:off x="6477000" y="5238750"/>
            <a:ext cx="2476500" cy="428625"/>
          </a:xfrm>
          <a:prstGeom prst="rect">
            <a:avLst/>
          </a:prstGeom>
          <a:noFill/>
          <a:ln w="0">
            <a:noFill/>
          </a:ln>
        </p:spPr>
        <p:txBody>
          <a:bodyPr/>
          <a:lstStyle>
            <a:defPPr>
              <a:defRPr sz="2100" b="1">
                <a:solidFill>
                  <a:srgbClr val="111111"/>
                </a:solidFill>
              </a:defRPr>
            </a:defPPr>
            <a:lvl1pPr>
              <a:defRPr sz="2100" b="1">
                <a:solidFill>
                  <a:srgbClr val="111111"/>
                </a:solidFill>
              </a:defRPr>
            </a:lvl1pPr>
            <a:lvl2pPr>
              <a:defRPr sz="2100" b="1">
                <a:solidFill>
                  <a:srgbClr val="111111"/>
                </a:solidFill>
              </a:defRPr>
            </a:lvl2pPr>
            <a:lvl3pPr>
              <a:defRPr sz="2100" b="1">
                <a:solidFill>
                  <a:srgbClr val="111111"/>
                </a:solidFill>
              </a:defRPr>
            </a:lvl3pPr>
            <a:lvl4pPr>
              <a:defRPr sz="2100" b="1">
                <a:solidFill>
                  <a:srgbClr val="111111"/>
                </a:solidFill>
              </a:defRPr>
            </a:lvl4pPr>
            <a:lvl5pPr>
              <a:defRPr sz="2100" b="1">
                <a:solidFill>
                  <a:srgbClr val="111111"/>
                </a:solidFill>
              </a:defRPr>
            </a:lvl5pPr>
            <a:lvl6pPr>
              <a:defRPr sz="2100" b="1">
                <a:solidFill>
                  <a:srgbClr val="111111"/>
                </a:solidFill>
              </a:defRPr>
            </a:lvl6pPr>
            <a:lvl7pPr>
              <a:defRPr sz="2100" b="1">
                <a:solidFill>
                  <a:srgbClr val="111111"/>
                </a:solidFill>
              </a:defRPr>
            </a:lvl7pPr>
            <a:lvl8pPr>
              <a:defRPr sz="2100" b="1">
                <a:solidFill>
                  <a:srgbClr val="111111"/>
                </a:solidFill>
              </a:defRPr>
            </a:lvl8pPr>
            <a:lvl9pPr>
              <a:defRPr sz="2100" b="1">
                <a:solidFill>
                  <a:srgbClr val="111111"/>
                </a:solidFill>
              </a:defRPr>
            </a:lvl9pPr>
          </a:lstStyle>
          <a:p>
            <a:pPr>
              <a:defRPr sz="2100" b="1">
                <a:solidFill>
                  <a:srgbClr val="111111"/>
                </a:solidFill>
              </a:defRPr>
            </a:pPr>
            <a:r>
              <a:rPr sz="2100" b="1">
                <a:solidFill>
                  <a:srgbClr val="111111"/>
                </a:solidFill>
                <a:latin typeface="Avenir Next LT Pro" panose="020B0504020202020204" pitchFamily="34" charset="0"/>
              </a:rPr>
              <a:t>Chaleco</a:t>
            </a:r>
          </a:p>
        </p:txBody>
      </p:sp>
      <p:pic>
        <p:nvPicPr>
          <p:cNvPr id="10" name="Imagen 9">
            <a:extLst>
              <a:ext uri="{FF2B5EF4-FFF2-40B4-BE49-F238E27FC236}">
                <a16:creationId xmlns:a16="http://schemas.microsoft.com/office/drawing/2014/main" id="{1D366EA1-18A3-4882-90B7-C229055CCD83}"/>
              </a:ext>
            </a:extLst>
          </p:cNvPr>
          <p:cNvPicPr>
            <a:picLocks noChangeAspect="1"/>
          </p:cNvPicPr>
          <p:nvPr/>
        </p:nvPicPr>
        <p:blipFill>
          <a:blip r:embed="rId6"/>
          <a:stretch/>
        </p:blipFill>
        <p:spPr>
          <a:xfrm>
            <a:off x="10101014" y="2476500"/>
            <a:ext cx="1038722" cy="2476500"/>
          </a:xfrm>
          <a:prstGeom prst="rect">
            <a:avLst/>
          </a:prstGeom>
        </p:spPr>
      </p:pic>
      <p:sp>
        <p:nvSpPr>
          <p:cNvPr id="11" name="Rectángulo 10">
            <a:extLst>
              <a:ext uri="{FF2B5EF4-FFF2-40B4-BE49-F238E27FC236}">
                <a16:creationId xmlns:a16="http://schemas.microsoft.com/office/drawing/2014/main" id="{503919DB-65CF-4ED8-B7C3-6A1D3B0D0B63}"/>
              </a:ext>
            </a:extLst>
          </p:cNvPr>
          <p:cNvSpPr>
            <a:spLocks noGrp="1"/>
          </p:cNvSpPr>
          <p:nvPr/>
        </p:nvSpPr>
        <p:spPr>
          <a:xfrm>
            <a:off x="9382125" y="5238750"/>
            <a:ext cx="2476500" cy="428625"/>
          </a:xfrm>
          <a:prstGeom prst="rect">
            <a:avLst/>
          </a:prstGeom>
          <a:noFill/>
          <a:ln w="0">
            <a:noFill/>
          </a:ln>
        </p:spPr>
        <p:txBody>
          <a:bodyPr/>
          <a:lstStyle>
            <a:defPPr>
              <a:defRPr sz="2100" b="1">
                <a:solidFill>
                  <a:srgbClr val="111111"/>
                </a:solidFill>
              </a:defRPr>
            </a:defPPr>
            <a:lvl1pPr>
              <a:defRPr sz="2100" b="1">
                <a:solidFill>
                  <a:srgbClr val="111111"/>
                </a:solidFill>
              </a:defRPr>
            </a:lvl1pPr>
            <a:lvl2pPr>
              <a:defRPr sz="2100" b="1">
                <a:solidFill>
                  <a:srgbClr val="111111"/>
                </a:solidFill>
              </a:defRPr>
            </a:lvl2pPr>
            <a:lvl3pPr>
              <a:defRPr sz="2100" b="1">
                <a:solidFill>
                  <a:srgbClr val="111111"/>
                </a:solidFill>
              </a:defRPr>
            </a:lvl3pPr>
            <a:lvl4pPr>
              <a:defRPr sz="2100" b="1">
                <a:solidFill>
                  <a:srgbClr val="111111"/>
                </a:solidFill>
              </a:defRPr>
            </a:lvl4pPr>
            <a:lvl5pPr>
              <a:defRPr sz="2100" b="1">
                <a:solidFill>
                  <a:srgbClr val="111111"/>
                </a:solidFill>
              </a:defRPr>
            </a:lvl5pPr>
            <a:lvl6pPr>
              <a:defRPr sz="2100" b="1">
                <a:solidFill>
                  <a:srgbClr val="111111"/>
                </a:solidFill>
              </a:defRPr>
            </a:lvl6pPr>
            <a:lvl7pPr>
              <a:defRPr sz="2100" b="1">
                <a:solidFill>
                  <a:srgbClr val="111111"/>
                </a:solidFill>
              </a:defRPr>
            </a:lvl7pPr>
            <a:lvl8pPr>
              <a:defRPr sz="2100" b="1">
                <a:solidFill>
                  <a:srgbClr val="111111"/>
                </a:solidFill>
              </a:defRPr>
            </a:lvl8pPr>
            <a:lvl9pPr>
              <a:defRPr sz="2100" b="1">
                <a:solidFill>
                  <a:srgbClr val="111111"/>
                </a:solidFill>
              </a:defRPr>
            </a:lvl9pPr>
          </a:lstStyle>
          <a:p>
            <a:pPr>
              <a:defRPr sz="2100" b="1">
                <a:solidFill>
                  <a:srgbClr val="111111"/>
                </a:solidFill>
              </a:defRPr>
            </a:pPr>
            <a:r>
              <a:rPr sz="2100" b="1">
                <a:solidFill>
                  <a:srgbClr val="111111"/>
                </a:solidFill>
                <a:latin typeface="Avenir Next LT Pro" panose="020B0504020202020204" pitchFamily="34" charset="0"/>
              </a:rPr>
              <a:t>Trabajador</a:t>
            </a:r>
          </a:p>
        </p:txBody>
      </p:sp>
      <p:sp>
        <p:nvSpPr>
          <p:cNvPr id="12" name="Rectángulo 11">
            <a:extLst>
              <a:ext uri="{FF2B5EF4-FFF2-40B4-BE49-F238E27FC236}">
                <a16:creationId xmlns:a16="http://schemas.microsoft.com/office/drawing/2014/main" id="{4332EA9D-85CE-4611-B7E1-6E586AACE1F4}"/>
              </a:ext>
            </a:extLst>
          </p:cNvPr>
          <p:cNvSpPr>
            <a:spLocks noGrp="1"/>
          </p:cNvSpPr>
          <p:nvPr/>
        </p:nvSpPr>
        <p:spPr>
          <a:xfrm>
            <a:off x="609600" y="6096000"/>
            <a:ext cx="10001250" cy="266700"/>
          </a:xfrm>
          <a:prstGeom prst="rect">
            <a:avLst/>
          </a:prstGeom>
          <a:noFill/>
          <a:ln w="0">
            <a:noFill/>
          </a:ln>
        </p:spPr>
        <p:txBody>
          <a:bodyPr/>
          <a:lstStyle>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a:pPr>
              <a:defRPr sz="1275" b="0">
                <a:solidFill>
                  <a:srgbClr val="555555"/>
                </a:solidFill>
              </a:defRPr>
            </a:pPr>
            <a:r>
              <a:rPr sz="1275" b="0">
                <a:solidFill>
                  <a:srgbClr val="555555"/>
                </a:solidFill>
                <a:latin typeface="Avenir Next LT Pro" panose="020B0504020202020204" pitchFamily="34" charset="0"/>
              </a:rPr>
              <a:t>Imágenes: PPE Compliance Detection v5, Chen (CC BY 4.0)</a:t>
            </a:r>
          </a:p>
        </p:txBody>
      </p:sp>
    </p:spTree>
    <p:extLst>
      <p:ext uri="{BB962C8B-B14F-4D97-AF65-F5344CB8AC3E}">
        <p14:creationId xmlns:p14="http://schemas.microsoft.com/office/powerpoint/2010/main" val="1494014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F3D7964-49AE-454C-966D-3BF45F750433}"/>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CONEXIONES DENTRO DE UN BLOQUE DENSO</a:t>
            </a:r>
          </a:p>
        </p:txBody>
      </p:sp>
      <p:sp>
        <p:nvSpPr>
          <p:cNvPr id="2" name="Rectángulo 1">
            <a:extLst>
              <a:ext uri="{FF2B5EF4-FFF2-40B4-BE49-F238E27FC236}">
                <a16:creationId xmlns:a16="http://schemas.microsoft.com/office/drawing/2014/main" id="{52BB2629-B541-4427-8843-E91DFA60483C}"/>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3</a:t>
            </a:r>
          </a:p>
        </p:txBody>
      </p:sp>
      <p:pic>
        <p:nvPicPr>
          <p:cNvPr id="3" name="Imagen 2">
            <a:extLst>
              <a:ext uri="{FF2B5EF4-FFF2-40B4-BE49-F238E27FC236}">
                <a16:creationId xmlns:a16="http://schemas.microsoft.com/office/drawing/2014/main" id="{D36E374C-BEBC-4042-AAB5-F1484E82B5A6}"/>
              </a:ext>
            </a:extLst>
          </p:cNvPr>
          <p:cNvPicPr>
            <a:picLocks noChangeAspect="1"/>
          </p:cNvPicPr>
          <p:nvPr/>
        </p:nvPicPr>
        <p:blipFill>
          <a:blip r:embed="rId3"/>
          <a:stretch/>
        </p:blipFill>
        <p:spPr>
          <a:xfrm>
            <a:off x="857250" y="1551214"/>
            <a:ext cx="10477500" cy="2993571"/>
          </a:xfrm>
          <a:prstGeom prst="rect">
            <a:avLst/>
          </a:prstGeom>
        </p:spPr>
      </p:pic>
      <p:sp>
        <p:nvSpPr>
          <p:cNvPr id="4" name="Rectángulo 3">
            <a:extLst>
              <a:ext uri="{FF2B5EF4-FFF2-40B4-BE49-F238E27FC236}">
                <a16:creationId xmlns:a16="http://schemas.microsoft.com/office/drawing/2014/main" id="{09E58CB0-1F3E-4606-81D7-8EAED49EA9D3}"/>
              </a:ext>
            </a:extLst>
          </p:cNvPr>
          <p:cNvSpPr>
            <a:spLocks noGrp="1"/>
          </p:cNvSpPr>
          <p:nvPr/>
        </p:nvSpPr>
        <p:spPr>
          <a:xfrm>
            <a:off x="666750" y="4953000"/>
            <a:ext cx="10763250" cy="809625"/>
          </a:xfrm>
          <a:prstGeom prst="rect">
            <a:avLst/>
          </a:prstGeom>
          <a:noFill/>
          <a:ln w="0">
            <a:noFill/>
          </a:ln>
        </p:spPr>
        <p:txBody>
          <a:bodyPr/>
          <a:lstStyle>
            <a:defPPr>
              <a:defRPr sz="2400" b="0">
                <a:solidFill>
                  <a:srgbClr val="111111"/>
                </a:solidFill>
              </a:defRPr>
            </a:defPPr>
            <a:lvl1pPr>
              <a:defRPr sz="2400" b="0">
                <a:solidFill>
                  <a:srgbClr val="111111"/>
                </a:solidFill>
              </a:defRPr>
            </a:lvl1pPr>
            <a:lvl2pPr>
              <a:defRPr sz="2400" b="0">
                <a:solidFill>
                  <a:srgbClr val="111111"/>
                </a:solidFill>
              </a:defRPr>
            </a:lvl2pPr>
            <a:lvl3pPr>
              <a:defRPr sz="2400" b="0">
                <a:solidFill>
                  <a:srgbClr val="111111"/>
                </a:solidFill>
              </a:defRPr>
            </a:lvl3pPr>
            <a:lvl4pPr>
              <a:defRPr sz="2400" b="0">
                <a:solidFill>
                  <a:srgbClr val="111111"/>
                </a:solidFill>
              </a:defRPr>
            </a:lvl4pPr>
            <a:lvl5pPr>
              <a:defRPr sz="2400" b="0">
                <a:solidFill>
                  <a:srgbClr val="111111"/>
                </a:solidFill>
              </a:defRPr>
            </a:lvl5pPr>
            <a:lvl6pPr>
              <a:defRPr sz="2400" b="0">
                <a:solidFill>
                  <a:srgbClr val="111111"/>
                </a:solidFill>
              </a:defRPr>
            </a:lvl6pPr>
            <a:lvl7pPr>
              <a:defRPr sz="2400" b="0">
                <a:solidFill>
                  <a:srgbClr val="111111"/>
                </a:solidFill>
              </a:defRPr>
            </a:lvl7pPr>
            <a:lvl8pPr>
              <a:defRPr sz="2400" b="0">
                <a:solidFill>
                  <a:srgbClr val="111111"/>
                </a:solidFill>
              </a:defRPr>
            </a:lvl8pPr>
            <a:lvl9pPr>
              <a:defRPr sz="2400" b="0">
                <a:solidFill>
                  <a:srgbClr val="111111"/>
                </a:solidFill>
              </a:defRPr>
            </a:lvl9pPr>
          </a:lstStyle>
          <a:p>
            <a:pPr>
              <a:defRPr sz="2400" b="0">
                <a:solidFill>
                  <a:srgbClr val="111111"/>
                </a:solidFill>
              </a:defRPr>
            </a:pPr>
            <a:r>
              <a:rPr sz="2400" b="0">
                <a:solidFill>
                  <a:srgbClr val="111111"/>
                </a:solidFill>
                <a:latin typeface="Avenir Next LT Pro" panose="020B0504020202020204" pitchFamily="34" charset="0"/>
              </a:rPr>
              <a:t>Cada capa aprovecha las características de las anteriores.</a:t>
            </a:r>
          </a:p>
        </p:txBody>
      </p:sp>
      <p:sp>
        <p:nvSpPr>
          <p:cNvPr id="5" name="Rectángulo 4">
            <a:extLst>
              <a:ext uri="{FF2B5EF4-FFF2-40B4-BE49-F238E27FC236}">
                <a16:creationId xmlns:a16="http://schemas.microsoft.com/office/drawing/2014/main" id="{7865201A-13AE-4321-92D4-6118694A3380}"/>
              </a:ext>
            </a:extLst>
          </p:cNvPr>
          <p:cNvSpPr>
            <a:spLocks noGrp="1"/>
          </p:cNvSpPr>
          <p:nvPr/>
        </p:nvSpPr>
        <p:spPr>
          <a:xfrm>
            <a:off x="666750" y="6048375"/>
            <a:ext cx="10477500" cy="238125"/>
          </a:xfrm>
          <a:prstGeom prst="rect">
            <a:avLst/>
          </a:prstGeom>
          <a:noFill/>
          <a:ln w="0">
            <a:noFill/>
          </a:ln>
        </p:spPr>
        <p:txBody>
          <a:bodyPr/>
          <a:lstStyle>
            <a:defPPr>
              <a:defRPr sz="1350" b="0">
                <a:solidFill>
                  <a:srgbClr val="555555"/>
                </a:solidFill>
              </a:defRPr>
            </a:defPPr>
            <a:lvl1pPr>
              <a:defRPr sz="1350" b="0">
                <a:solidFill>
                  <a:srgbClr val="555555"/>
                </a:solidFill>
              </a:defRPr>
            </a:lvl1pPr>
            <a:lvl2pPr>
              <a:defRPr sz="1350" b="0">
                <a:solidFill>
                  <a:srgbClr val="555555"/>
                </a:solidFill>
              </a:defRPr>
            </a:lvl2pPr>
            <a:lvl3pPr>
              <a:defRPr sz="1350" b="0">
                <a:solidFill>
                  <a:srgbClr val="555555"/>
                </a:solidFill>
              </a:defRPr>
            </a:lvl3pPr>
            <a:lvl4pPr>
              <a:defRPr sz="1350" b="0">
                <a:solidFill>
                  <a:srgbClr val="555555"/>
                </a:solidFill>
              </a:defRPr>
            </a:lvl4pPr>
            <a:lvl5pPr>
              <a:defRPr sz="1350" b="0">
                <a:solidFill>
                  <a:srgbClr val="555555"/>
                </a:solidFill>
              </a:defRPr>
            </a:lvl5pPr>
            <a:lvl6pPr>
              <a:defRPr sz="1350" b="0">
                <a:solidFill>
                  <a:srgbClr val="555555"/>
                </a:solidFill>
              </a:defRPr>
            </a:lvl6pPr>
            <a:lvl7pPr>
              <a:defRPr sz="1350" b="0">
                <a:solidFill>
                  <a:srgbClr val="555555"/>
                </a:solidFill>
              </a:defRPr>
            </a:lvl7pPr>
            <a:lvl8pPr>
              <a:defRPr sz="1350" b="0">
                <a:solidFill>
                  <a:srgbClr val="555555"/>
                </a:solidFill>
              </a:defRPr>
            </a:lvl8pPr>
            <a:lvl9pPr>
              <a:defRPr sz="1350" b="0">
                <a:solidFill>
                  <a:srgbClr val="555555"/>
                </a:solidFill>
              </a:defRPr>
            </a:lvl9pPr>
          </a:lstStyle>
          <a:p>
            <a:pPr>
              <a:defRPr sz="1350" b="0">
                <a:solidFill>
                  <a:srgbClr val="555555"/>
                </a:solidFill>
              </a:defRPr>
            </a:pPr>
            <a:r>
              <a:rPr sz="1350" b="0">
                <a:solidFill>
                  <a:srgbClr val="555555"/>
                </a:solidFill>
                <a:latin typeface="Avenir Next LT Pro" panose="020B0504020202020204" pitchFamily="34" charset="0"/>
              </a:rPr>
              <a:t>Esquema simplificado basado en Huang et al. (2017)</a:t>
            </a:r>
          </a:p>
        </p:txBody>
      </p:sp>
    </p:spTree>
    <p:extLst>
      <p:ext uri="{BB962C8B-B14F-4D97-AF65-F5344CB8AC3E}">
        <p14:creationId xmlns:p14="http://schemas.microsoft.com/office/powerpoint/2010/main" val="244625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B29E3762-DAE9-4B7B-B513-E3C4981AA159}"/>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ARQUITECTURA DE DENSENET121</a:t>
            </a:r>
          </a:p>
        </p:txBody>
      </p:sp>
      <p:sp>
        <p:nvSpPr>
          <p:cNvPr id="2" name="Rectángulo 1">
            <a:extLst>
              <a:ext uri="{FF2B5EF4-FFF2-40B4-BE49-F238E27FC236}">
                <a16:creationId xmlns:a16="http://schemas.microsoft.com/office/drawing/2014/main" id="{49E6A183-3EB3-46CE-A8C2-82553FEF35AE}"/>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4</a:t>
            </a:r>
          </a:p>
        </p:txBody>
      </p:sp>
      <p:pic>
        <p:nvPicPr>
          <p:cNvPr id="3" name="Imagen 2">
            <a:extLst>
              <a:ext uri="{FF2B5EF4-FFF2-40B4-BE49-F238E27FC236}">
                <a16:creationId xmlns:a16="http://schemas.microsoft.com/office/drawing/2014/main" id="{7EFD6B8B-01A3-40FE-ABC6-FFE5305031D3}"/>
              </a:ext>
            </a:extLst>
          </p:cNvPr>
          <p:cNvPicPr>
            <a:picLocks noChangeAspect="1"/>
          </p:cNvPicPr>
          <p:nvPr/>
        </p:nvPicPr>
        <p:blipFill>
          <a:blip r:embed="rId3"/>
          <a:stretch/>
        </p:blipFill>
        <p:spPr>
          <a:xfrm>
            <a:off x="333375" y="1348264"/>
            <a:ext cx="11525250" cy="4494848"/>
          </a:xfrm>
          <a:prstGeom prst="rect">
            <a:avLst/>
          </a:prstGeom>
        </p:spPr>
      </p:pic>
      <p:sp>
        <p:nvSpPr>
          <p:cNvPr id="4" name="Rectángulo 3">
            <a:extLst>
              <a:ext uri="{FF2B5EF4-FFF2-40B4-BE49-F238E27FC236}">
                <a16:creationId xmlns:a16="http://schemas.microsoft.com/office/drawing/2014/main" id="{70917093-8B2C-4B50-A1EA-D3419E462CC2}"/>
              </a:ext>
            </a:extLst>
          </p:cNvPr>
          <p:cNvSpPr>
            <a:spLocks noGrp="1"/>
          </p:cNvSpPr>
          <p:nvPr/>
        </p:nvSpPr>
        <p:spPr>
          <a:xfrm>
            <a:off x="609600" y="5876925"/>
            <a:ext cx="10668000" cy="381000"/>
          </a:xfrm>
          <a:prstGeom prst="rect">
            <a:avLst/>
          </a:prstGeom>
          <a:noFill/>
          <a:ln w="0">
            <a:noFill/>
          </a:ln>
        </p:spPr>
        <p:txBody>
          <a:bodyPr/>
          <a:lstStyle>
            <a:defPPr>
              <a:defRPr sz="1875" b="1">
                <a:solidFill>
                  <a:srgbClr val="111111"/>
                </a:solidFill>
              </a:defRPr>
            </a:defPPr>
            <a:lvl1pPr>
              <a:defRPr sz="1875" b="1">
                <a:solidFill>
                  <a:srgbClr val="111111"/>
                </a:solidFill>
              </a:defRPr>
            </a:lvl1pPr>
            <a:lvl2pPr>
              <a:defRPr sz="1875" b="1">
                <a:solidFill>
                  <a:srgbClr val="111111"/>
                </a:solidFill>
              </a:defRPr>
            </a:lvl2pPr>
            <a:lvl3pPr>
              <a:defRPr sz="1875" b="1">
                <a:solidFill>
                  <a:srgbClr val="111111"/>
                </a:solidFill>
              </a:defRPr>
            </a:lvl3pPr>
            <a:lvl4pPr>
              <a:defRPr sz="1875" b="1">
                <a:solidFill>
                  <a:srgbClr val="111111"/>
                </a:solidFill>
              </a:defRPr>
            </a:lvl4pPr>
            <a:lvl5pPr>
              <a:defRPr sz="1875" b="1">
                <a:solidFill>
                  <a:srgbClr val="111111"/>
                </a:solidFill>
              </a:defRPr>
            </a:lvl5pPr>
            <a:lvl6pPr>
              <a:defRPr sz="1875" b="1">
                <a:solidFill>
                  <a:srgbClr val="111111"/>
                </a:solidFill>
              </a:defRPr>
            </a:lvl6pPr>
            <a:lvl7pPr>
              <a:defRPr sz="1875" b="1">
                <a:solidFill>
                  <a:srgbClr val="111111"/>
                </a:solidFill>
              </a:defRPr>
            </a:lvl7pPr>
            <a:lvl8pPr>
              <a:defRPr sz="1875" b="1">
                <a:solidFill>
                  <a:srgbClr val="111111"/>
                </a:solidFill>
              </a:defRPr>
            </a:lvl8pPr>
            <a:lvl9pPr>
              <a:defRPr sz="1875" b="1">
                <a:solidFill>
                  <a:srgbClr val="111111"/>
                </a:solidFill>
              </a:defRPr>
            </a:lvl9pPr>
          </a:lstStyle>
          <a:p>
            <a:pPr>
              <a:defRPr sz="1875" b="1">
                <a:solidFill>
                  <a:srgbClr val="111111"/>
                </a:solidFill>
              </a:defRPr>
            </a:pPr>
            <a:r>
              <a:rPr sz="1875" b="1">
                <a:solidFill>
                  <a:srgbClr val="111111"/>
                </a:solidFill>
                <a:latin typeface="Avenir Next LT Pro" panose="020B0504020202020204" pitchFamily="34" charset="0"/>
              </a:rPr>
              <a:t>Nuestro modelo: entrada 128 × 128 y clasificador de cuatro categorías.</a:t>
            </a:r>
          </a:p>
        </p:txBody>
      </p:sp>
      <p:sp>
        <p:nvSpPr>
          <p:cNvPr id="5" name="Rectángulo 4">
            <a:extLst>
              <a:ext uri="{FF2B5EF4-FFF2-40B4-BE49-F238E27FC236}">
                <a16:creationId xmlns:a16="http://schemas.microsoft.com/office/drawing/2014/main" id="{FE3D4CE1-561D-4658-A5D4-59D7F07DC59D}"/>
              </a:ext>
            </a:extLst>
          </p:cNvPr>
          <p:cNvSpPr>
            <a:spLocks noGrp="1"/>
          </p:cNvSpPr>
          <p:nvPr/>
        </p:nvSpPr>
        <p:spPr>
          <a:xfrm>
            <a:off x="1714500" y="6362700"/>
            <a:ext cx="9906000" cy="219075"/>
          </a:xfrm>
          <a:prstGeom prst="rect">
            <a:avLst/>
          </a:prstGeom>
          <a:noFill/>
          <a:ln w="0">
            <a:noFill/>
          </a:ln>
        </p:spPr>
        <p:txBody>
          <a:bodyPr/>
          <a:lstStyle>
            <a:defPPr>
              <a:defRPr sz="1200" b="0">
                <a:solidFill>
                  <a:srgbClr val="555555"/>
                </a:solidFill>
              </a:defRPr>
            </a:defPPr>
            <a:lvl1pPr>
              <a:defRPr sz="1200" b="0">
                <a:solidFill>
                  <a:srgbClr val="555555"/>
                </a:solidFill>
              </a:defRPr>
            </a:lvl1pPr>
            <a:lvl2pPr>
              <a:defRPr sz="1200" b="0">
                <a:solidFill>
                  <a:srgbClr val="555555"/>
                </a:solidFill>
              </a:defRPr>
            </a:lvl2pPr>
            <a:lvl3pPr>
              <a:defRPr sz="1200" b="0">
                <a:solidFill>
                  <a:srgbClr val="555555"/>
                </a:solidFill>
              </a:defRPr>
            </a:lvl3pPr>
            <a:lvl4pPr>
              <a:defRPr sz="1200" b="0">
                <a:solidFill>
                  <a:srgbClr val="555555"/>
                </a:solidFill>
              </a:defRPr>
            </a:lvl4pPr>
            <a:lvl5pPr>
              <a:defRPr sz="1200" b="0">
                <a:solidFill>
                  <a:srgbClr val="555555"/>
                </a:solidFill>
              </a:defRPr>
            </a:lvl5pPr>
            <a:lvl6pPr>
              <a:defRPr sz="1200" b="0">
                <a:solidFill>
                  <a:srgbClr val="555555"/>
                </a:solidFill>
              </a:defRPr>
            </a:lvl6pPr>
            <a:lvl7pPr>
              <a:defRPr sz="1200" b="0">
                <a:solidFill>
                  <a:srgbClr val="555555"/>
                </a:solidFill>
              </a:defRPr>
            </a:lvl7pPr>
            <a:lvl8pPr>
              <a:defRPr sz="1200" b="0">
                <a:solidFill>
                  <a:srgbClr val="555555"/>
                </a:solidFill>
              </a:defRPr>
            </a:lvl8pPr>
            <a:lvl9pPr>
              <a:defRPr sz="1200" b="0">
                <a:solidFill>
                  <a:srgbClr val="555555"/>
                </a:solidFill>
              </a:defRPr>
            </a:lvl9pPr>
          </a:lstStyle>
          <a:p>
            <a:pPr>
              <a:defRPr sz="1200" b="0">
                <a:solidFill>
                  <a:srgbClr val="555555"/>
                </a:solidFill>
              </a:defRPr>
            </a:pPr>
            <a:r>
              <a:rPr sz="1200" b="0">
                <a:solidFill>
                  <a:srgbClr val="555555"/>
                </a:solidFill>
                <a:latin typeface="Avenir Next LT Pro" panose="020B0504020202020204" pitchFamily="34" charset="0"/>
              </a:rPr>
              <a:t>Figura: sydddl (2022), PlotNeuralNet, GitHub. Esquema general de DenseNet121.</a:t>
            </a:r>
          </a:p>
        </p:txBody>
      </p:sp>
    </p:spTree>
    <p:extLst>
      <p:ext uri="{BB962C8B-B14F-4D97-AF65-F5344CB8AC3E}">
        <p14:creationId xmlns:p14="http://schemas.microsoft.com/office/powerpoint/2010/main" val="1435278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D797ED91-70B7-4A43-A224-DA4421B54E64}"/>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QUÉ PARTE ENTRENAMOS</a:t>
            </a:r>
          </a:p>
        </p:txBody>
      </p:sp>
      <p:sp>
        <p:nvSpPr>
          <p:cNvPr id="2" name="Rectángulo 1">
            <a:extLst>
              <a:ext uri="{FF2B5EF4-FFF2-40B4-BE49-F238E27FC236}">
                <a16:creationId xmlns:a16="http://schemas.microsoft.com/office/drawing/2014/main" id="{E17A11E2-4FC2-4174-996B-4C6BCBB76151}"/>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5</a:t>
            </a:r>
          </a:p>
        </p:txBody>
      </p:sp>
      <p:graphicFrame>
        <p:nvGraphicFramePr>
          <p:cNvPr id="3" name="Tabla 2">
            <a:extLst>
              <a:ext uri="{FF2B5EF4-FFF2-40B4-BE49-F238E27FC236}">
                <a16:creationId xmlns:a16="http://schemas.microsoft.com/office/drawing/2014/main" id="{765D2F4B-6A40-4816-BFB8-C4E414462AEB}"/>
              </a:ext>
            </a:extLst>
          </p:cNvPr>
          <p:cNvGraphicFramePr/>
          <p:nvPr>
            <p:extLst>
              <p:ext uri="{D42A27DB-BD31-4B8C-83A1-F6EECF244321}">
                <p14:modId xmlns:p14="http://schemas.microsoft.com/office/powerpoint/2010/main" val="189988078"/>
              </p:ext>
            </p:extLst>
          </p:nvPr>
        </p:nvGraphicFramePr>
        <p:xfrm>
          <a:off x="619125" y="1666875"/>
          <a:ext cx="10953750" cy="2524125"/>
        </p:xfrm>
        <a:graphic>
          <a:graphicData uri="http://schemas.openxmlformats.org/drawingml/2006/table">
            <a:tbl>
              <a:tblPr/>
              <a:tblGrid>
                <a:gridCol w="2857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tblGrid>
              <a:tr h="841375">
                <a:tc>
                  <a:txBody>
                    <a:bodyPr/>
                    <a:lstStyle/>
                    <a:p>
                      <a:r>
                        <a:rPr sz="1875" b="1">
                          <a:solidFill>
                            <a:srgbClr val="111111"/>
                          </a:solidFill>
                          <a:latin typeface="Avenir Next LT Pro" panose="020B0504020202020204" pitchFamily="34" charset="0"/>
                        </a:rPr>
                        <a:t>Parte</a:t>
                      </a:r>
                    </a:p>
                  </a:txBody>
                  <a:tcP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Función en el proyecto</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Durante el entrenamiento</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extLst>
                  <a:ext uri="{0D108BD9-81ED-4DB2-BD59-A6C34878D82A}">
                    <a16:rowId xmlns:a16="http://schemas.microsoft.com/office/drawing/2014/main" val="10000"/>
                  </a:ext>
                </a:extLst>
              </a:tr>
              <a:tr h="841375">
                <a:tc>
                  <a:txBody>
                    <a:bodyPr/>
                    <a:lstStyle/>
                    <a:p>
                      <a:r>
                        <a:rPr sz="1875" b="0">
                          <a:solidFill>
                            <a:srgbClr val="111111"/>
                          </a:solidFill>
                          <a:latin typeface="Avenir Next LT Pro" panose="020B0504020202020204" pitchFamily="34" charset="0"/>
                        </a:rPr>
                        <a:t>Base DenseNet121</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Extrae 1.024 características</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Pesos conservados de ImageNet</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1"/>
                  </a:ext>
                </a:extLst>
              </a:tr>
              <a:tr h="841375">
                <a:tc>
                  <a:txBody>
                    <a:bodyPr/>
                    <a:lstStyle/>
                    <a:p>
                      <a:r>
                        <a:rPr sz="1875" b="0">
                          <a:solidFill>
                            <a:srgbClr val="111111"/>
                          </a:solidFill>
                          <a:latin typeface="Avenir Next LT Pro" panose="020B0504020202020204" pitchFamily="34" charset="0"/>
                        </a:rPr>
                        <a:t>Clasificador final</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Decide entre cuatro categorías</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4.100 parámetros ajustados</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4" name="Rectángulo 3">
            <a:extLst>
              <a:ext uri="{FF2B5EF4-FFF2-40B4-BE49-F238E27FC236}">
                <a16:creationId xmlns:a16="http://schemas.microsoft.com/office/drawing/2014/main" id="{E0AF29A7-EFD2-4617-977F-4AADB43A049E}"/>
              </a:ext>
            </a:extLst>
          </p:cNvPr>
          <p:cNvSpPr>
            <a:spLocks noGrp="1"/>
          </p:cNvSpPr>
          <p:nvPr/>
        </p:nvSpPr>
        <p:spPr>
          <a:xfrm>
            <a:off x="666750" y="4810125"/>
            <a:ext cx="10572750" cy="1047750"/>
          </a:xfrm>
          <a:prstGeom prst="rect">
            <a:avLst/>
          </a:prstGeom>
          <a:noFill/>
          <a:ln w="0">
            <a:noFill/>
          </a:ln>
        </p:spPr>
        <p:txBody>
          <a:bodyPr/>
          <a:lstStyle>
            <a:defPPr>
              <a:defRPr sz="2475" b="1">
                <a:solidFill>
                  <a:srgbClr val="111111"/>
                </a:solidFill>
              </a:defRPr>
            </a:defPPr>
            <a:lvl1pPr>
              <a:defRPr sz="2475" b="1">
                <a:solidFill>
                  <a:srgbClr val="111111"/>
                </a:solidFill>
              </a:defRPr>
            </a:lvl1pPr>
            <a:lvl2pPr>
              <a:defRPr sz="2475" b="1">
                <a:solidFill>
                  <a:srgbClr val="111111"/>
                </a:solidFill>
              </a:defRPr>
            </a:lvl2pPr>
            <a:lvl3pPr>
              <a:defRPr sz="2475" b="1">
                <a:solidFill>
                  <a:srgbClr val="111111"/>
                </a:solidFill>
              </a:defRPr>
            </a:lvl3pPr>
            <a:lvl4pPr>
              <a:defRPr sz="2475" b="1">
                <a:solidFill>
                  <a:srgbClr val="111111"/>
                </a:solidFill>
              </a:defRPr>
            </a:lvl4pPr>
            <a:lvl5pPr>
              <a:defRPr sz="2475" b="1">
                <a:solidFill>
                  <a:srgbClr val="111111"/>
                </a:solidFill>
              </a:defRPr>
            </a:lvl5pPr>
            <a:lvl6pPr>
              <a:defRPr sz="2475" b="1">
                <a:solidFill>
                  <a:srgbClr val="111111"/>
                </a:solidFill>
              </a:defRPr>
            </a:lvl6pPr>
            <a:lvl7pPr>
              <a:defRPr sz="2475" b="1">
                <a:solidFill>
                  <a:srgbClr val="111111"/>
                </a:solidFill>
              </a:defRPr>
            </a:lvl7pPr>
            <a:lvl8pPr>
              <a:defRPr sz="2475" b="1">
                <a:solidFill>
                  <a:srgbClr val="111111"/>
                </a:solidFill>
              </a:defRPr>
            </a:lvl8pPr>
            <a:lvl9pPr>
              <a:defRPr sz="2475" b="1">
                <a:solidFill>
                  <a:srgbClr val="111111"/>
                </a:solidFill>
              </a:defRPr>
            </a:lvl9pPr>
          </a:lstStyle>
          <a:p>
            <a:pPr>
              <a:defRPr sz="2475" b="1">
                <a:solidFill>
                  <a:srgbClr val="111111"/>
                </a:solidFill>
              </a:defRPr>
            </a:pPr>
            <a:r>
              <a:rPr sz="2475" b="1">
                <a:solidFill>
                  <a:srgbClr val="111111"/>
                </a:solidFill>
                <a:latin typeface="Avenir Next LT Pro" panose="020B0504020202020204" pitchFamily="34" charset="0"/>
              </a:rPr>
              <a:t>La red completa procesa las imágenes.</a:t>
            </a:r>
          </a:p>
          <a:p>
            <a:pPr>
              <a:defRPr sz="2475" b="1">
                <a:solidFill>
                  <a:srgbClr val="111111"/>
                </a:solidFill>
              </a:defRPr>
            </a:pPr>
            <a:r>
              <a:rPr sz="2475" b="1">
                <a:solidFill>
                  <a:srgbClr val="111111"/>
                </a:solidFill>
                <a:latin typeface="Avenir Next LT Pro" panose="020B0504020202020204" pitchFamily="34" charset="0"/>
              </a:rPr>
              <a:t>El aprendizaje se concentra en la última capa.</a:t>
            </a:r>
          </a:p>
        </p:txBody>
      </p:sp>
    </p:spTree>
    <p:extLst>
      <p:ext uri="{BB962C8B-B14F-4D97-AF65-F5344CB8AC3E}">
        <p14:creationId xmlns:p14="http://schemas.microsoft.com/office/powerpoint/2010/main" val="827957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C63BB16-2465-47E9-9FF9-7E557B69C1AB}"/>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COMPARACIÓN CON OTRAS ARQUITECTURAS</a:t>
            </a:r>
          </a:p>
        </p:txBody>
      </p:sp>
      <p:sp>
        <p:nvSpPr>
          <p:cNvPr id="2" name="Rectángulo 1">
            <a:extLst>
              <a:ext uri="{FF2B5EF4-FFF2-40B4-BE49-F238E27FC236}">
                <a16:creationId xmlns:a16="http://schemas.microsoft.com/office/drawing/2014/main" id="{FD59CD56-2FF6-4138-B149-78367F5549FA}"/>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6</a:t>
            </a:r>
          </a:p>
        </p:txBody>
      </p:sp>
      <p:graphicFrame>
        <p:nvGraphicFramePr>
          <p:cNvPr id="3" name="Tabla 2">
            <a:extLst>
              <a:ext uri="{FF2B5EF4-FFF2-40B4-BE49-F238E27FC236}">
                <a16:creationId xmlns:a16="http://schemas.microsoft.com/office/drawing/2014/main" id="{B2103B53-9671-4608-B0BE-9D189E7D1686}"/>
              </a:ext>
            </a:extLst>
          </p:cNvPr>
          <p:cNvGraphicFramePr/>
          <p:nvPr>
            <p:extLst>
              <p:ext uri="{D42A27DB-BD31-4B8C-83A1-F6EECF244321}">
                <p14:modId xmlns:p14="http://schemas.microsoft.com/office/powerpoint/2010/main" val="329064487"/>
              </p:ext>
            </p:extLst>
          </p:nvPr>
        </p:nvGraphicFramePr>
        <p:xfrm>
          <a:off x="666750" y="1714500"/>
          <a:ext cx="10858500" cy="3143250"/>
        </p:xfrm>
        <a:graphic>
          <a:graphicData uri="http://schemas.openxmlformats.org/drawingml/2006/table">
            <a:tbl>
              <a:tblPr/>
              <a:tblGrid>
                <a:gridCol w="27622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785813">
                <a:tc>
                  <a:txBody>
                    <a:bodyPr/>
                    <a:lstStyle/>
                    <a:p>
                      <a:r>
                        <a:rPr sz="1875" b="1">
                          <a:solidFill>
                            <a:srgbClr val="111111"/>
                          </a:solidFill>
                          <a:latin typeface="Avenir Next LT Pro" panose="020B0504020202020204" pitchFamily="34" charset="0"/>
                        </a:rPr>
                        <a:t>Arquitectura</a:t>
                      </a:r>
                    </a:p>
                  </a:txBody>
                  <a:tcP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Idea principal</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extLst>
                  <a:ext uri="{0D108BD9-81ED-4DB2-BD59-A6C34878D82A}">
                    <a16:rowId xmlns:a16="http://schemas.microsoft.com/office/drawing/2014/main" val="10000"/>
                  </a:ext>
                </a:extLst>
              </a:tr>
              <a:tr h="785813">
                <a:tc>
                  <a:txBody>
                    <a:bodyPr/>
                    <a:lstStyle/>
                    <a:p>
                      <a:r>
                        <a:rPr sz="1875" b="0">
                          <a:solidFill>
                            <a:srgbClr val="111111"/>
                          </a:solidFill>
                          <a:latin typeface="Avenir Next LT Pro" panose="020B0504020202020204" pitchFamily="34" charset="0"/>
                        </a:rPr>
                        <a:t>VGG</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Capas organizadas en secuencia</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1"/>
                  </a:ext>
                </a:extLst>
              </a:tr>
              <a:tr h="785813">
                <a:tc>
                  <a:txBody>
                    <a:bodyPr/>
                    <a:lstStyle/>
                    <a:p>
                      <a:r>
                        <a:rPr sz="1875" b="0">
                          <a:solidFill>
                            <a:srgbClr val="111111"/>
                          </a:solidFill>
                          <a:latin typeface="Avenir Next LT Pro" panose="020B0504020202020204" pitchFamily="34" charset="0"/>
                        </a:rPr>
                        <a:t>ResNet</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Suma la entrada a una transformación</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2"/>
                  </a:ext>
                </a:extLst>
              </a:tr>
              <a:tr h="785813">
                <a:tc>
                  <a:txBody>
                    <a:bodyPr/>
                    <a:lstStyle/>
                    <a:p>
                      <a:r>
                        <a:rPr sz="1875" b="0">
                          <a:solidFill>
                            <a:srgbClr val="111111"/>
                          </a:solidFill>
                          <a:latin typeface="Avenir Next LT Pro" panose="020B0504020202020204" pitchFamily="34" charset="0"/>
                        </a:rPr>
                        <a:t>DenseNet</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Concatena características de capas anteriores</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ángulo 3">
            <a:extLst>
              <a:ext uri="{FF2B5EF4-FFF2-40B4-BE49-F238E27FC236}">
                <a16:creationId xmlns:a16="http://schemas.microsoft.com/office/drawing/2014/main" id="{DFE8281A-B81B-4DBA-B5CC-8CF25549D906}"/>
              </a:ext>
            </a:extLst>
          </p:cNvPr>
          <p:cNvSpPr>
            <a:spLocks noGrp="1"/>
          </p:cNvSpPr>
          <p:nvPr/>
        </p:nvSpPr>
        <p:spPr>
          <a:xfrm>
            <a:off x="666750" y="5381625"/>
            <a:ext cx="10477500" cy="666750"/>
          </a:xfrm>
          <a:prstGeom prst="rect">
            <a:avLst/>
          </a:prstGeom>
          <a:noFill/>
          <a:ln w="0">
            <a:noFill/>
          </a:ln>
        </p:spPr>
        <p:txBody>
          <a:bodyPr/>
          <a:lstStyle>
            <a:defPPr>
              <a:defRPr sz="2025" b="0">
                <a:solidFill>
                  <a:srgbClr val="111111"/>
                </a:solidFill>
              </a:defRPr>
            </a:defPPr>
            <a:lvl1pPr>
              <a:defRPr sz="2025" b="0">
                <a:solidFill>
                  <a:srgbClr val="111111"/>
                </a:solidFill>
              </a:defRPr>
            </a:lvl1pPr>
            <a:lvl2pPr>
              <a:defRPr sz="2025" b="0">
                <a:solidFill>
                  <a:srgbClr val="111111"/>
                </a:solidFill>
              </a:defRPr>
            </a:lvl2pPr>
            <a:lvl3pPr>
              <a:defRPr sz="2025" b="0">
                <a:solidFill>
                  <a:srgbClr val="111111"/>
                </a:solidFill>
              </a:defRPr>
            </a:lvl3pPr>
            <a:lvl4pPr>
              <a:defRPr sz="2025" b="0">
                <a:solidFill>
                  <a:srgbClr val="111111"/>
                </a:solidFill>
              </a:defRPr>
            </a:lvl4pPr>
            <a:lvl5pPr>
              <a:defRPr sz="2025" b="0">
                <a:solidFill>
                  <a:srgbClr val="111111"/>
                </a:solidFill>
              </a:defRPr>
            </a:lvl5pPr>
            <a:lvl6pPr>
              <a:defRPr sz="2025" b="0">
                <a:solidFill>
                  <a:srgbClr val="111111"/>
                </a:solidFill>
              </a:defRPr>
            </a:lvl6pPr>
            <a:lvl7pPr>
              <a:defRPr sz="2025" b="0">
                <a:solidFill>
                  <a:srgbClr val="111111"/>
                </a:solidFill>
              </a:defRPr>
            </a:lvl7pPr>
            <a:lvl8pPr>
              <a:defRPr sz="2025" b="0">
                <a:solidFill>
                  <a:srgbClr val="111111"/>
                </a:solidFill>
              </a:defRPr>
            </a:lvl8pPr>
            <a:lvl9pPr>
              <a:defRPr sz="2025" b="0">
                <a:solidFill>
                  <a:srgbClr val="111111"/>
                </a:solidFill>
              </a:defRPr>
            </a:lvl9pPr>
          </a:lstStyle>
          <a:p>
            <a:pPr>
              <a:defRPr sz="2025" b="0">
                <a:solidFill>
                  <a:srgbClr val="111111"/>
                </a:solidFill>
              </a:defRPr>
            </a:pPr>
            <a:r>
              <a:rPr sz="2025" b="0">
                <a:solidFill>
                  <a:srgbClr val="111111"/>
                </a:solidFill>
                <a:latin typeface="Avenir Next LT Pro" panose="020B0504020202020204" pitchFamily="34" charset="0"/>
              </a:rPr>
              <a:t>Comparación conceptual. El experimento utiliza DenseNet121.</a:t>
            </a:r>
          </a:p>
        </p:txBody>
      </p:sp>
    </p:spTree>
    <p:extLst>
      <p:ext uri="{BB962C8B-B14F-4D97-AF65-F5344CB8AC3E}">
        <p14:creationId xmlns:p14="http://schemas.microsoft.com/office/powerpoint/2010/main" val="1824508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0D50D571-6021-4C63-90DC-4171BA606620}"/>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QUÉ APROVECHAMOS DEL PROYECTO YOLO</a:t>
            </a:r>
          </a:p>
        </p:txBody>
      </p:sp>
      <p:sp>
        <p:nvSpPr>
          <p:cNvPr id="2" name="Rectángulo 1">
            <a:extLst>
              <a:ext uri="{FF2B5EF4-FFF2-40B4-BE49-F238E27FC236}">
                <a16:creationId xmlns:a16="http://schemas.microsoft.com/office/drawing/2014/main" id="{DDCA33AE-2485-4784-8BCA-75CED341077A}"/>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7</a:t>
            </a:r>
          </a:p>
        </p:txBody>
      </p:sp>
      <p:sp>
        <p:nvSpPr>
          <p:cNvPr id="3" name="Rectángulo 2">
            <a:extLst>
              <a:ext uri="{FF2B5EF4-FFF2-40B4-BE49-F238E27FC236}">
                <a16:creationId xmlns:a16="http://schemas.microsoft.com/office/drawing/2014/main" id="{8D306334-566B-45E5-ACAF-2C74E6AB69FC}"/>
              </a:ext>
            </a:extLst>
          </p:cNvPr>
          <p:cNvSpPr>
            <a:spLocks noGrp="1"/>
          </p:cNvSpPr>
          <p:nvPr/>
        </p:nvSpPr>
        <p:spPr>
          <a:xfrm>
            <a:off x="989648" y="1619250"/>
            <a:ext cx="8321040" cy="904875"/>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Imágenes y anotaciones del dataset de Roboflow.</a:t>
            </a:r>
          </a:p>
        </p:txBody>
      </p:sp>
      <p:sp>
        <p:nvSpPr>
          <p:cNvPr id="4" name="Rectángulo 3">
            <a:extLst>
              <a:ext uri="{FF2B5EF4-FFF2-40B4-BE49-F238E27FC236}">
                <a16:creationId xmlns:a16="http://schemas.microsoft.com/office/drawing/2014/main" id="{1009E5E5-636A-4E30-A9C1-5379AEE956FD}"/>
              </a:ext>
            </a:extLst>
          </p:cNvPr>
          <p:cNvSpPr>
            <a:spLocks noGrp="1"/>
          </p:cNvSpPr>
          <p:nvPr/>
        </p:nvSpPr>
        <p:spPr>
          <a:xfrm>
            <a:off x="989648" y="2619375"/>
            <a:ext cx="8321040" cy="904875"/>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Coordenadas de las cajas para preparar los recortes.</a:t>
            </a:r>
          </a:p>
        </p:txBody>
      </p:sp>
      <p:sp>
        <p:nvSpPr>
          <p:cNvPr id="5" name="Rectángulo 4">
            <a:extLst>
              <a:ext uri="{FF2B5EF4-FFF2-40B4-BE49-F238E27FC236}">
                <a16:creationId xmlns:a16="http://schemas.microsoft.com/office/drawing/2014/main" id="{47DA754B-3534-43EB-B78D-E03C5FB81489}"/>
              </a:ext>
            </a:extLst>
          </p:cNvPr>
          <p:cNvSpPr>
            <a:spLocks noGrp="1"/>
          </p:cNvSpPr>
          <p:nvPr/>
        </p:nvSpPr>
        <p:spPr>
          <a:xfrm>
            <a:off x="989648" y="3619500"/>
            <a:ext cx="8321040" cy="904875"/>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DenseNet121 como modelo de clasificación.</a:t>
            </a:r>
          </a:p>
        </p:txBody>
      </p:sp>
      <p:sp>
        <p:nvSpPr>
          <p:cNvPr id="6" name="Rectángulo 5">
            <a:extLst>
              <a:ext uri="{FF2B5EF4-FFF2-40B4-BE49-F238E27FC236}">
                <a16:creationId xmlns:a16="http://schemas.microsoft.com/office/drawing/2014/main" id="{83FB6DF5-B793-47CE-AAA2-F4812AA153CC}"/>
              </a:ext>
            </a:extLst>
          </p:cNvPr>
          <p:cNvSpPr>
            <a:spLocks noGrp="1"/>
          </p:cNvSpPr>
          <p:nvPr/>
        </p:nvSpPr>
        <p:spPr>
          <a:xfrm>
            <a:off x="989648" y="4953000"/>
            <a:ext cx="8172450" cy="952500"/>
          </a:xfrm>
          <a:prstGeom prst="rect">
            <a:avLst/>
          </a:prstGeom>
          <a:noFill/>
          <a:ln w="0">
            <a:noFill/>
          </a:ln>
        </p:spPr>
        <p:txBody>
          <a:bodyPr/>
          <a:lstStyle>
            <a:defPPr>
              <a:defRPr sz="2100" b="1">
                <a:solidFill>
                  <a:srgbClr val="111111"/>
                </a:solidFill>
              </a:defRPr>
            </a:defPPr>
            <a:lvl1pPr>
              <a:defRPr sz="2100" b="1">
                <a:solidFill>
                  <a:srgbClr val="111111"/>
                </a:solidFill>
              </a:defRPr>
            </a:lvl1pPr>
            <a:lvl2pPr>
              <a:defRPr sz="2100" b="1">
                <a:solidFill>
                  <a:srgbClr val="111111"/>
                </a:solidFill>
              </a:defRPr>
            </a:lvl2pPr>
            <a:lvl3pPr>
              <a:defRPr sz="2100" b="1">
                <a:solidFill>
                  <a:srgbClr val="111111"/>
                </a:solidFill>
              </a:defRPr>
            </a:lvl3pPr>
            <a:lvl4pPr>
              <a:defRPr sz="2100" b="1">
                <a:solidFill>
                  <a:srgbClr val="111111"/>
                </a:solidFill>
              </a:defRPr>
            </a:lvl4pPr>
            <a:lvl5pPr>
              <a:defRPr sz="2100" b="1">
                <a:solidFill>
                  <a:srgbClr val="111111"/>
                </a:solidFill>
              </a:defRPr>
            </a:lvl5pPr>
            <a:lvl6pPr>
              <a:defRPr sz="2100" b="1">
                <a:solidFill>
                  <a:srgbClr val="111111"/>
                </a:solidFill>
              </a:defRPr>
            </a:lvl6pPr>
            <a:lvl7pPr>
              <a:defRPr sz="2100" b="1">
                <a:solidFill>
                  <a:srgbClr val="111111"/>
                </a:solidFill>
              </a:defRPr>
            </a:lvl7pPr>
            <a:lvl8pPr>
              <a:defRPr sz="2100" b="1">
                <a:solidFill>
                  <a:srgbClr val="111111"/>
                </a:solidFill>
              </a:defRPr>
            </a:lvl8pPr>
            <a:lvl9pPr>
              <a:defRPr sz="2100" b="1">
                <a:solidFill>
                  <a:srgbClr val="111111"/>
                </a:solidFill>
              </a:defRPr>
            </a:lvl9pPr>
          </a:lstStyle>
          <a:p>
            <a:pPr>
              <a:defRPr sz="2100" b="1">
                <a:solidFill>
                  <a:srgbClr val="111111"/>
                </a:solidFill>
              </a:defRPr>
            </a:pPr>
            <a:r>
              <a:rPr sz="2100" b="1">
                <a:solidFill>
                  <a:srgbClr val="111111"/>
                </a:solidFill>
                <a:latin typeface="Avenir Next LT Pro" panose="020B0504020202020204" pitchFamily="34" charset="0"/>
              </a:rPr>
              <a:t>YOLO: localiza objetos en una escena.</a:t>
            </a:r>
          </a:p>
          <a:p>
            <a:pPr>
              <a:defRPr sz="2100" b="1">
                <a:solidFill>
                  <a:srgbClr val="111111"/>
                </a:solidFill>
              </a:defRPr>
            </a:pPr>
            <a:r>
              <a:rPr sz="2100" b="1">
                <a:solidFill>
                  <a:srgbClr val="111111"/>
                </a:solidFill>
                <a:latin typeface="Avenir Next LT Pro" panose="020B0504020202020204" pitchFamily="34" charset="0"/>
              </a:rPr>
              <a:t>Nuestro DenseNet: clasifica un recorte.</a:t>
            </a:r>
          </a:p>
        </p:txBody>
      </p:sp>
    </p:spTree>
    <p:extLst>
      <p:ext uri="{BB962C8B-B14F-4D97-AF65-F5344CB8AC3E}">
        <p14:creationId xmlns:p14="http://schemas.microsoft.com/office/powerpoint/2010/main" val="1705807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EB535CB7-AA0C-4343-BB43-FAB3A925D450}"/>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DATASET UTILIZADO</a:t>
            </a:r>
          </a:p>
        </p:txBody>
      </p:sp>
      <p:sp>
        <p:nvSpPr>
          <p:cNvPr id="2" name="Rectángulo 1">
            <a:extLst>
              <a:ext uri="{FF2B5EF4-FFF2-40B4-BE49-F238E27FC236}">
                <a16:creationId xmlns:a16="http://schemas.microsoft.com/office/drawing/2014/main" id="{217A847B-6E29-4D84-B9FE-821DC8797F9E}"/>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8</a:t>
            </a:r>
          </a:p>
        </p:txBody>
      </p:sp>
      <p:sp>
        <p:nvSpPr>
          <p:cNvPr id="3" name="Rectángulo 2">
            <a:extLst>
              <a:ext uri="{FF2B5EF4-FFF2-40B4-BE49-F238E27FC236}">
                <a16:creationId xmlns:a16="http://schemas.microsoft.com/office/drawing/2014/main" id="{CA8B5324-3ADD-4D66-AF0D-9AF8D214D033}"/>
              </a:ext>
            </a:extLst>
          </p:cNvPr>
          <p:cNvSpPr>
            <a:spLocks noGrp="1"/>
          </p:cNvSpPr>
          <p:nvPr/>
        </p:nvSpPr>
        <p:spPr>
          <a:xfrm>
            <a:off x="619125" y="1381125"/>
            <a:ext cx="10858500" cy="666750"/>
          </a:xfrm>
          <a:prstGeom prst="rect">
            <a:avLst/>
          </a:prstGeom>
          <a:noFill/>
          <a:ln w="0">
            <a:noFill/>
          </a:ln>
        </p:spPr>
        <p:txBody>
          <a:bodyPr/>
          <a:lstStyle>
            <a:defPPr>
              <a:defRPr sz="2400" b="1">
                <a:solidFill>
                  <a:srgbClr val="111111"/>
                </a:solidFill>
              </a:defRPr>
            </a:defPPr>
            <a:lvl1pPr>
              <a:defRPr sz="2400" b="1">
                <a:solidFill>
                  <a:srgbClr val="111111"/>
                </a:solidFill>
              </a:defRPr>
            </a:lvl1pPr>
            <a:lvl2pPr>
              <a:defRPr sz="2400" b="1">
                <a:solidFill>
                  <a:srgbClr val="111111"/>
                </a:solidFill>
              </a:defRPr>
            </a:lvl2pPr>
            <a:lvl3pPr>
              <a:defRPr sz="2400" b="1">
                <a:solidFill>
                  <a:srgbClr val="111111"/>
                </a:solidFill>
              </a:defRPr>
            </a:lvl3pPr>
            <a:lvl4pPr>
              <a:defRPr sz="2400" b="1">
                <a:solidFill>
                  <a:srgbClr val="111111"/>
                </a:solidFill>
              </a:defRPr>
            </a:lvl4pPr>
            <a:lvl5pPr>
              <a:defRPr sz="2400" b="1">
                <a:solidFill>
                  <a:srgbClr val="111111"/>
                </a:solidFill>
              </a:defRPr>
            </a:lvl5pPr>
            <a:lvl6pPr>
              <a:defRPr sz="2400" b="1">
                <a:solidFill>
                  <a:srgbClr val="111111"/>
                </a:solidFill>
              </a:defRPr>
            </a:lvl6pPr>
            <a:lvl7pPr>
              <a:defRPr sz="2400" b="1">
                <a:solidFill>
                  <a:srgbClr val="111111"/>
                </a:solidFill>
              </a:defRPr>
            </a:lvl7pPr>
            <a:lvl8pPr>
              <a:defRPr sz="2400" b="1">
                <a:solidFill>
                  <a:srgbClr val="111111"/>
                </a:solidFill>
              </a:defRPr>
            </a:lvl8pPr>
            <a:lvl9pPr>
              <a:defRPr sz="2400" b="1">
                <a:solidFill>
                  <a:srgbClr val="111111"/>
                </a:solidFill>
              </a:defRPr>
            </a:lvl9pPr>
          </a:lstStyle>
          <a:p>
            <a:pPr>
              <a:defRPr sz="2400" b="1">
                <a:solidFill>
                  <a:srgbClr val="111111"/>
                </a:solidFill>
              </a:defRPr>
            </a:pPr>
            <a:r>
              <a:rPr sz="2400" b="1">
                <a:solidFill>
                  <a:srgbClr val="111111"/>
                </a:solidFill>
                <a:latin typeface="Posterama" panose="020B0504020200020000" pitchFamily="34" charset="0"/>
              </a:rPr>
              <a:t>2.000 fotografías originales y 8.493 recortes preparados.</a:t>
            </a:r>
          </a:p>
        </p:txBody>
      </p:sp>
      <p:graphicFrame>
        <p:nvGraphicFramePr>
          <p:cNvPr id="4" name="Tabla 3">
            <a:extLst>
              <a:ext uri="{FF2B5EF4-FFF2-40B4-BE49-F238E27FC236}">
                <a16:creationId xmlns:a16="http://schemas.microsoft.com/office/drawing/2014/main" id="{7DF2C780-37C3-4CDA-8F6C-63FA03574341}"/>
              </a:ext>
            </a:extLst>
          </p:cNvPr>
          <p:cNvGraphicFramePr/>
          <p:nvPr>
            <p:extLst>
              <p:ext uri="{D42A27DB-BD31-4B8C-83A1-F6EECF244321}">
                <p14:modId xmlns:p14="http://schemas.microsoft.com/office/powerpoint/2010/main" val="2154667769"/>
              </p:ext>
            </p:extLst>
          </p:nvPr>
        </p:nvGraphicFramePr>
        <p:xfrm>
          <a:off x="666750" y="2428875"/>
          <a:ext cx="10858500" cy="2952750"/>
        </p:xfrm>
        <a:graphic>
          <a:graphicData uri="http://schemas.openxmlformats.org/drawingml/2006/table">
            <a:tbl>
              <a:tblPr/>
              <a:tblGrid>
                <a:gridCol w="3619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738188">
                <a:tc>
                  <a:txBody>
                    <a:bodyPr/>
                    <a:lstStyle/>
                    <a:p>
                      <a:r>
                        <a:rPr sz="1875" b="1">
                          <a:solidFill>
                            <a:srgbClr val="111111"/>
                          </a:solidFill>
                          <a:latin typeface="Avenir Next LT Pro" panose="020B0504020202020204" pitchFamily="34" charset="0"/>
                        </a:rPr>
                        <a:t>Conjunto</a:t>
                      </a:r>
                    </a:p>
                  </a:txBody>
                  <a:tcP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Recortes</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Uso</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extLst>
                  <a:ext uri="{0D108BD9-81ED-4DB2-BD59-A6C34878D82A}">
                    <a16:rowId xmlns:a16="http://schemas.microsoft.com/office/drawing/2014/main" val="10000"/>
                  </a:ext>
                </a:extLst>
              </a:tr>
              <a:tr h="738188">
                <a:tc>
                  <a:txBody>
                    <a:bodyPr/>
                    <a:lstStyle/>
                    <a:p>
                      <a:r>
                        <a:rPr sz="1875" b="0">
                          <a:solidFill>
                            <a:srgbClr val="111111"/>
                          </a:solidFill>
                          <a:latin typeface="Avenir Next LT Pro" panose="020B0504020202020204" pitchFamily="34" charset="0"/>
                        </a:rPr>
                        <a:t>Entrenamiento</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5.596</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Ajustar el clasificador</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1"/>
                  </a:ext>
                </a:extLst>
              </a:tr>
              <a:tr h="738188">
                <a:tc>
                  <a:txBody>
                    <a:bodyPr/>
                    <a:lstStyle/>
                    <a:p>
                      <a:r>
                        <a:rPr sz="1875" b="0">
                          <a:solidFill>
                            <a:srgbClr val="111111"/>
                          </a:solidFill>
                          <a:latin typeface="Avenir Next LT Pro" panose="020B0504020202020204" pitchFamily="34" charset="0"/>
                        </a:rPr>
                        <a:t>Validación</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1.816</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Seleccionar el modelo</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2"/>
                  </a:ext>
                </a:extLst>
              </a:tr>
              <a:tr h="738188">
                <a:tc>
                  <a:txBody>
                    <a:bodyPr/>
                    <a:lstStyle/>
                    <a:p>
                      <a:r>
                        <a:rPr sz="1875" b="0">
                          <a:solidFill>
                            <a:srgbClr val="111111"/>
                          </a:solidFill>
                          <a:latin typeface="Avenir Next LT Pro" panose="020B0504020202020204" pitchFamily="34" charset="0"/>
                        </a:rPr>
                        <a:t>Prueba</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1.081</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Evaluar el resultado final</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ángulo 4">
            <a:extLst>
              <a:ext uri="{FF2B5EF4-FFF2-40B4-BE49-F238E27FC236}">
                <a16:creationId xmlns:a16="http://schemas.microsoft.com/office/drawing/2014/main" id="{1026B3FB-78B0-48EF-AF7C-1782CE320CDA}"/>
              </a:ext>
            </a:extLst>
          </p:cNvPr>
          <p:cNvSpPr>
            <a:spLocks noGrp="1"/>
          </p:cNvSpPr>
          <p:nvPr/>
        </p:nvSpPr>
        <p:spPr>
          <a:xfrm>
            <a:off x="666750" y="5905500"/>
            <a:ext cx="10572750" cy="285750"/>
          </a:xfrm>
          <a:prstGeom prst="rect">
            <a:avLst/>
          </a:prstGeom>
          <a:noFill/>
          <a:ln w="0">
            <a:noFill/>
          </a:ln>
        </p:spPr>
        <p:txBody>
          <a:bodyPr/>
          <a:lstStyle>
            <a:defPPr>
              <a:defRPr sz="1500" b="0">
                <a:solidFill>
                  <a:srgbClr val="555555"/>
                </a:solidFill>
              </a:defRPr>
            </a:defPPr>
            <a:lvl1pPr>
              <a:defRPr sz="1500" b="0">
                <a:solidFill>
                  <a:srgbClr val="555555"/>
                </a:solidFill>
              </a:defRPr>
            </a:lvl1pPr>
            <a:lvl2pPr>
              <a:defRPr sz="1500" b="0">
                <a:solidFill>
                  <a:srgbClr val="555555"/>
                </a:solidFill>
              </a:defRPr>
            </a:lvl2pPr>
            <a:lvl3pPr>
              <a:defRPr sz="1500" b="0">
                <a:solidFill>
                  <a:srgbClr val="555555"/>
                </a:solidFill>
              </a:defRPr>
            </a:lvl3pPr>
            <a:lvl4pPr>
              <a:defRPr sz="1500" b="0">
                <a:solidFill>
                  <a:srgbClr val="555555"/>
                </a:solidFill>
              </a:defRPr>
            </a:lvl4pPr>
            <a:lvl5pPr>
              <a:defRPr sz="1500" b="0">
                <a:solidFill>
                  <a:srgbClr val="555555"/>
                </a:solidFill>
              </a:defRPr>
            </a:lvl5pPr>
            <a:lvl6pPr>
              <a:defRPr sz="1500" b="0">
                <a:solidFill>
                  <a:srgbClr val="555555"/>
                </a:solidFill>
              </a:defRPr>
            </a:lvl6pPr>
            <a:lvl7pPr>
              <a:defRPr sz="1500" b="0">
                <a:solidFill>
                  <a:srgbClr val="555555"/>
                </a:solidFill>
              </a:defRPr>
            </a:lvl7pPr>
            <a:lvl8pPr>
              <a:defRPr sz="1500" b="0">
                <a:solidFill>
                  <a:srgbClr val="555555"/>
                </a:solidFill>
              </a:defRPr>
            </a:lvl8pPr>
            <a:lvl9pPr>
              <a:defRPr sz="1500" b="0">
                <a:solidFill>
                  <a:srgbClr val="555555"/>
                </a:solidFill>
              </a:defRPr>
            </a:lvl9pPr>
          </a:lstStyle>
          <a:p>
            <a:pPr>
              <a:defRPr sz="1500" b="0">
                <a:solidFill>
                  <a:srgbClr val="555555"/>
                </a:solidFill>
              </a:defRPr>
            </a:pPr>
            <a:r>
              <a:rPr sz="1500" b="0">
                <a:solidFill>
                  <a:srgbClr val="555555"/>
                </a:solidFill>
                <a:latin typeface="Avenir Next LT Pro" panose="020B0504020202020204" pitchFamily="34" charset="0"/>
              </a:rPr>
              <a:t>PPE Compliance Detection v5, Chen. Licencia CC BY 4.0.</a:t>
            </a:r>
          </a:p>
        </p:txBody>
      </p:sp>
    </p:spTree>
    <p:extLst>
      <p:ext uri="{BB962C8B-B14F-4D97-AF65-F5344CB8AC3E}">
        <p14:creationId xmlns:p14="http://schemas.microsoft.com/office/powerpoint/2010/main" val="1244070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25AB9F21-E84D-47F3-9581-A632655E5D1D}"/>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PREPARACIÓN DE LAS IMÁGENES</a:t>
            </a:r>
          </a:p>
        </p:txBody>
      </p:sp>
      <p:sp>
        <p:nvSpPr>
          <p:cNvPr id="2" name="Rectángulo 1">
            <a:extLst>
              <a:ext uri="{FF2B5EF4-FFF2-40B4-BE49-F238E27FC236}">
                <a16:creationId xmlns:a16="http://schemas.microsoft.com/office/drawing/2014/main" id="{D749833D-5D37-4BB4-ACC5-2518A667276A}"/>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9</a:t>
            </a:r>
          </a:p>
        </p:txBody>
      </p:sp>
      <p:pic>
        <p:nvPicPr>
          <p:cNvPr id="3" name="Imagen 2">
            <a:extLst>
              <a:ext uri="{FF2B5EF4-FFF2-40B4-BE49-F238E27FC236}">
                <a16:creationId xmlns:a16="http://schemas.microsoft.com/office/drawing/2014/main" id="{11432289-061C-4E68-80C1-E32ADA847790}"/>
              </a:ext>
            </a:extLst>
          </p:cNvPr>
          <p:cNvPicPr>
            <a:picLocks noChangeAspect="1"/>
          </p:cNvPicPr>
          <p:nvPr/>
        </p:nvPicPr>
        <p:blipFill>
          <a:blip r:embed="rId3"/>
          <a:stretch/>
        </p:blipFill>
        <p:spPr>
          <a:xfrm>
            <a:off x="6381750" y="1569720"/>
            <a:ext cx="5143500" cy="3909060"/>
          </a:xfrm>
          <a:prstGeom prst="rect">
            <a:avLst/>
          </a:prstGeom>
        </p:spPr>
      </p:pic>
      <p:sp>
        <p:nvSpPr>
          <p:cNvPr id="4" name="Rectángulo 3">
            <a:extLst>
              <a:ext uri="{FF2B5EF4-FFF2-40B4-BE49-F238E27FC236}">
                <a16:creationId xmlns:a16="http://schemas.microsoft.com/office/drawing/2014/main" id="{C3BDB01A-7998-4595-AECD-7BB0F495187E}"/>
              </a:ext>
            </a:extLst>
          </p:cNvPr>
          <p:cNvSpPr>
            <a:spLocks noGrp="1"/>
          </p:cNvSpPr>
          <p:nvPr/>
        </p:nvSpPr>
        <p:spPr>
          <a:xfrm>
            <a:off x="619125" y="1762125"/>
            <a:ext cx="5429250" cy="762000"/>
          </a:xfrm>
          <a:prstGeom prst="rect">
            <a:avLst/>
          </a:prstGeom>
          <a:noFill/>
          <a:ln w="0">
            <a:noFill/>
          </a:ln>
        </p:spPr>
        <p:txBody>
          <a:bodyPr/>
          <a:lstStyle>
            <a:defPPr>
              <a:defRPr sz="2175" b="0">
                <a:solidFill>
                  <a:srgbClr val="111111"/>
                </a:solidFill>
              </a:defRPr>
            </a:defPPr>
            <a:lvl1pPr>
              <a:defRPr sz="2175" b="0">
                <a:solidFill>
                  <a:srgbClr val="111111"/>
                </a:solidFill>
              </a:defRPr>
            </a:lvl1pPr>
            <a:lvl2pPr>
              <a:defRPr sz="2175" b="0">
                <a:solidFill>
                  <a:srgbClr val="111111"/>
                </a:solidFill>
              </a:defRPr>
            </a:lvl2pPr>
            <a:lvl3pPr>
              <a:defRPr sz="2175" b="0">
                <a:solidFill>
                  <a:srgbClr val="111111"/>
                </a:solidFill>
              </a:defRPr>
            </a:lvl3pPr>
            <a:lvl4pPr>
              <a:defRPr sz="2175" b="0">
                <a:solidFill>
                  <a:srgbClr val="111111"/>
                </a:solidFill>
              </a:defRPr>
            </a:lvl4pPr>
            <a:lvl5pPr>
              <a:defRPr sz="2175" b="0">
                <a:solidFill>
                  <a:srgbClr val="111111"/>
                </a:solidFill>
              </a:defRPr>
            </a:lvl5pPr>
            <a:lvl6pPr>
              <a:defRPr sz="2175" b="0">
                <a:solidFill>
                  <a:srgbClr val="111111"/>
                </a:solidFill>
              </a:defRPr>
            </a:lvl6pPr>
            <a:lvl7pPr>
              <a:defRPr sz="2175" b="0">
                <a:solidFill>
                  <a:srgbClr val="111111"/>
                </a:solidFill>
              </a:defRPr>
            </a:lvl7pPr>
            <a:lvl8pPr>
              <a:defRPr sz="2175" b="0">
                <a:solidFill>
                  <a:srgbClr val="111111"/>
                </a:solidFill>
              </a:defRPr>
            </a:lvl8pPr>
            <a:lvl9pPr>
              <a:defRPr sz="2175" b="0">
                <a:solidFill>
                  <a:srgbClr val="111111"/>
                </a:solidFill>
              </a:defRPr>
            </a:lvl9pPr>
          </a:lstStyle>
          <a:p>
            <a:pPr>
              <a:defRPr sz="2175" b="0">
                <a:solidFill>
                  <a:srgbClr val="111111"/>
                </a:solidFill>
              </a:defRPr>
            </a:pPr>
            <a:r>
              <a:rPr sz="2175" b="0">
                <a:solidFill>
                  <a:srgbClr val="111111"/>
                </a:solidFill>
                <a:latin typeface="Avenir Next LT Pro" panose="020B0504020202020204" pitchFamily="34" charset="0"/>
              </a:rPr>
              <a:t>Revisión de duplicados</a:t>
            </a:r>
          </a:p>
        </p:txBody>
      </p:sp>
      <p:sp>
        <p:nvSpPr>
          <p:cNvPr id="5" name="Rectángulo 4">
            <a:extLst>
              <a:ext uri="{FF2B5EF4-FFF2-40B4-BE49-F238E27FC236}">
                <a16:creationId xmlns:a16="http://schemas.microsoft.com/office/drawing/2014/main" id="{0E5ABA49-89BE-44FC-970C-C9F439CCA484}"/>
              </a:ext>
            </a:extLst>
          </p:cNvPr>
          <p:cNvSpPr>
            <a:spLocks noGrp="1"/>
          </p:cNvSpPr>
          <p:nvPr/>
        </p:nvSpPr>
        <p:spPr>
          <a:xfrm>
            <a:off x="619125" y="2619375"/>
            <a:ext cx="5429250" cy="762000"/>
          </a:xfrm>
          <a:prstGeom prst="rect">
            <a:avLst/>
          </a:prstGeom>
          <a:noFill/>
          <a:ln w="0">
            <a:noFill/>
          </a:ln>
        </p:spPr>
        <p:txBody>
          <a:bodyPr/>
          <a:lstStyle>
            <a:defPPr>
              <a:defRPr sz="2175" b="0">
                <a:solidFill>
                  <a:srgbClr val="111111"/>
                </a:solidFill>
              </a:defRPr>
            </a:defPPr>
            <a:lvl1pPr>
              <a:defRPr sz="2175" b="0">
                <a:solidFill>
                  <a:srgbClr val="111111"/>
                </a:solidFill>
              </a:defRPr>
            </a:lvl1pPr>
            <a:lvl2pPr>
              <a:defRPr sz="2175" b="0">
                <a:solidFill>
                  <a:srgbClr val="111111"/>
                </a:solidFill>
              </a:defRPr>
            </a:lvl2pPr>
            <a:lvl3pPr>
              <a:defRPr sz="2175" b="0">
                <a:solidFill>
                  <a:srgbClr val="111111"/>
                </a:solidFill>
              </a:defRPr>
            </a:lvl3pPr>
            <a:lvl4pPr>
              <a:defRPr sz="2175" b="0">
                <a:solidFill>
                  <a:srgbClr val="111111"/>
                </a:solidFill>
              </a:defRPr>
            </a:lvl4pPr>
            <a:lvl5pPr>
              <a:defRPr sz="2175" b="0">
                <a:solidFill>
                  <a:srgbClr val="111111"/>
                </a:solidFill>
              </a:defRPr>
            </a:lvl5pPr>
            <a:lvl6pPr>
              <a:defRPr sz="2175" b="0">
                <a:solidFill>
                  <a:srgbClr val="111111"/>
                </a:solidFill>
              </a:defRPr>
            </a:lvl6pPr>
            <a:lvl7pPr>
              <a:defRPr sz="2175" b="0">
                <a:solidFill>
                  <a:srgbClr val="111111"/>
                </a:solidFill>
              </a:defRPr>
            </a:lvl7pPr>
            <a:lvl8pPr>
              <a:defRPr sz="2175" b="0">
                <a:solidFill>
                  <a:srgbClr val="111111"/>
                </a:solidFill>
              </a:defRPr>
            </a:lvl8pPr>
            <a:lvl9pPr>
              <a:defRPr sz="2175" b="0">
                <a:solidFill>
                  <a:srgbClr val="111111"/>
                </a:solidFill>
              </a:defRPr>
            </a:lvl9pPr>
          </a:lstStyle>
          <a:p>
            <a:pPr>
              <a:defRPr sz="2175" b="0">
                <a:solidFill>
                  <a:srgbClr val="111111"/>
                </a:solidFill>
              </a:defRPr>
            </a:pPr>
            <a:r>
              <a:rPr sz="2175" b="0">
                <a:solidFill>
                  <a:srgbClr val="111111"/>
                </a:solidFill>
                <a:latin typeface="Avenir Next LT Pro" panose="020B0504020202020204" pitchFamily="34" charset="0"/>
              </a:rPr>
              <a:t>Recorte de objetos etiquetados</a:t>
            </a:r>
          </a:p>
        </p:txBody>
      </p:sp>
      <p:sp>
        <p:nvSpPr>
          <p:cNvPr id="6" name="Rectángulo 5">
            <a:extLst>
              <a:ext uri="{FF2B5EF4-FFF2-40B4-BE49-F238E27FC236}">
                <a16:creationId xmlns:a16="http://schemas.microsoft.com/office/drawing/2014/main" id="{D6013374-B950-444B-9112-4CBE7AE177AF}"/>
              </a:ext>
            </a:extLst>
          </p:cNvPr>
          <p:cNvSpPr>
            <a:spLocks noGrp="1"/>
          </p:cNvSpPr>
          <p:nvPr/>
        </p:nvSpPr>
        <p:spPr>
          <a:xfrm>
            <a:off x="619125" y="3476625"/>
            <a:ext cx="5429250" cy="762000"/>
          </a:xfrm>
          <a:prstGeom prst="rect">
            <a:avLst/>
          </a:prstGeom>
          <a:noFill/>
          <a:ln w="0">
            <a:noFill/>
          </a:ln>
        </p:spPr>
        <p:txBody>
          <a:bodyPr/>
          <a:lstStyle>
            <a:defPPr>
              <a:defRPr sz="2175" b="0">
                <a:solidFill>
                  <a:srgbClr val="111111"/>
                </a:solidFill>
              </a:defRPr>
            </a:defPPr>
            <a:lvl1pPr>
              <a:defRPr sz="2175" b="0">
                <a:solidFill>
                  <a:srgbClr val="111111"/>
                </a:solidFill>
              </a:defRPr>
            </a:lvl1pPr>
            <a:lvl2pPr>
              <a:defRPr sz="2175" b="0">
                <a:solidFill>
                  <a:srgbClr val="111111"/>
                </a:solidFill>
              </a:defRPr>
            </a:lvl2pPr>
            <a:lvl3pPr>
              <a:defRPr sz="2175" b="0">
                <a:solidFill>
                  <a:srgbClr val="111111"/>
                </a:solidFill>
              </a:defRPr>
            </a:lvl3pPr>
            <a:lvl4pPr>
              <a:defRPr sz="2175" b="0">
                <a:solidFill>
                  <a:srgbClr val="111111"/>
                </a:solidFill>
              </a:defRPr>
            </a:lvl4pPr>
            <a:lvl5pPr>
              <a:defRPr sz="2175" b="0">
                <a:solidFill>
                  <a:srgbClr val="111111"/>
                </a:solidFill>
              </a:defRPr>
            </a:lvl5pPr>
            <a:lvl6pPr>
              <a:defRPr sz="2175" b="0">
                <a:solidFill>
                  <a:srgbClr val="111111"/>
                </a:solidFill>
              </a:defRPr>
            </a:lvl6pPr>
            <a:lvl7pPr>
              <a:defRPr sz="2175" b="0">
                <a:solidFill>
                  <a:srgbClr val="111111"/>
                </a:solidFill>
              </a:defRPr>
            </a:lvl7pPr>
            <a:lvl8pPr>
              <a:defRPr sz="2175" b="0">
                <a:solidFill>
                  <a:srgbClr val="111111"/>
                </a:solidFill>
              </a:defRPr>
            </a:lvl8pPr>
            <a:lvl9pPr>
              <a:defRPr sz="2175" b="0">
                <a:solidFill>
                  <a:srgbClr val="111111"/>
                </a:solidFill>
              </a:defRPr>
            </a:lvl9pPr>
          </a:lstStyle>
          <a:p>
            <a:pPr>
              <a:defRPr sz="2175" b="0">
                <a:solidFill>
                  <a:srgbClr val="111111"/>
                </a:solidFill>
              </a:defRPr>
            </a:pPr>
            <a:r>
              <a:rPr sz="2175" b="0">
                <a:solidFill>
                  <a:srgbClr val="111111"/>
                </a:solidFill>
                <a:latin typeface="Avenir Next LT Pro" panose="020B0504020202020204" pitchFamily="34" charset="0"/>
              </a:rPr>
              <a:t>Tamaño de 128 × 128 píxeles</a:t>
            </a:r>
          </a:p>
        </p:txBody>
      </p:sp>
      <p:sp>
        <p:nvSpPr>
          <p:cNvPr id="7" name="Rectángulo 6">
            <a:extLst>
              <a:ext uri="{FF2B5EF4-FFF2-40B4-BE49-F238E27FC236}">
                <a16:creationId xmlns:a16="http://schemas.microsoft.com/office/drawing/2014/main" id="{7D498A32-DCA6-4581-B922-05DD85A11613}"/>
              </a:ext>
            </a:extLst>
          </p:cNvPr>
          <p:cNvSpPr>
            <a:spLocks noGrp="1"/>
          </p:cNvSpPr>
          <p:nvPr/>
        </p:nvSpPr>
        <p:spPr>
          <a:xfrm>
            <a:off x="619125" y="4333875"/>
            <a:ext cx="5429250" cy="762000"/>
          </a:xfrm>
          <a:prstGeom prst="rect">
            <a:avLst/>
          </a:prstGeom>
          <a:noFill/>
          <a:ln w="0">
            <a:noFill/>
          </a:ln>
        </p:spPr>
        <p:txBody>
          <a:bodyPr/>
          <a:lstStyle>
            <a:defPPr>
              <a:defRPr sz="2175" b="0">
                <a:solidFill>
                  <a:srgbClr val="111111"/>
                </a:solidFill>
              </a:defRPr>
            </a:defPPr>
            <a:lvl1pPr>
              <a:defRPr sz="2175" b="0">
                <a:solidFill>
                  <a:srgbClr val="111111"/>
                </a:solidFill>
              </a:defRPr>
            </a:lvl1pPr>
            <a:lvl2pPr>
              <a:defRPr sz="2175" b="0">
                <a:solidFill>
                  <a:srgbClr val="111111"/>
                </a:solidFill>
              </a:defRPr>
            </a:lvl2pPr>
            <a:lvl3pPr>
              <a:defRPr sz="2175" b="0">
                <a:solidFill>
                  <a:srgbClr val="111111"/>
                </a:solidFill>
              </a:defRPr>
            </a:lvl3pPr>
            <a:lvl4pPr>
              <a:defRPr sz="2175" b="0">
                <a:solidFill>
                  <a:srgbClr val="111111"/>
                </a:solidFill>
              </a:defRPr>
            </a:lvl4pPr>
            <a:lvl5pPr>
              <a:defRPr sz="2175" b="0">
                <a:solidFill>
                  <a:srgbClr val="111111"/>
                </a:solidFill>
              </a:defRPr>
            </a:lvl5pPr>
            <a:lvl6pPr>
              <a:defRPr sz="2175" b="0">
                <a:solidFill>
                  <a:srgbClr val="111111"/>
                </a:solidFill>
              </a:defRPr>
            </a:lvl6pPr>
            <a:lvl7pPr>
              <a:defRPr sz="2175" b="0">
                <a:solidFill>
                  <a:srgbClr val="111111"/>
                </a:solidFill>
              </a:defRPr>
            </a:lvl7pPr>
            <a:lvl8pPr>
              <a:defRPr sz="2175" b="0">
                <a:solidFill>
                  <a:srgbClr val="111111"/>
                </a:solidFill>
              </a:defRPr>
            </a:lvl8pPr>
            <a:lvl9pPr>
              <a:defRPr sz="2175" b="0">
                <a:solidFill>
                  <a:srgbClr val="111111"/>
                </a:solidFill>
              </a:defRPr>
            </a:lvl9pPr>
          </a:lstStyle>
          <a:p>
            <a:pPr>
              <a:defRPr sz="2175" b="0">
                <a:solidFill>
                  <a:srgbClr val="111111"/>
                </a:solidFill>
              </a:defRPr>
            </a:pPr>
            <a:r>
              <a:rPr sz="2175" b="0">
                <a:solidFill>
                  <a:srgbClr val="111111"/>
                </a:solidFill>
                <a:latin typeface="Avenir Next LT Pro" panose="020B0504020202020204" pitchFamily="34" charset="0"/>
              </a:rPr>
              <a:t>Normalización de la entrada</a:t>
            </a:r>
          </a:p>
        </p:txBody>
      </p:sp>
      <p:sp>
        <p:nvSpPr>
          <p:cNvPr id="8" name="Rectángulo 7">
            <a:extLst>
              <a:ext uri="{FF2B5EF4-FFF2-40B4-BE49-F238E27FC236}">
                <a16:creationId xmlns:a16="http://schemas.microsoft.com/office/drawing/2014/main" id="{4A18D490-D802-4E4A-B1E5-05730F308A74}"/>
              </a:ext>
            </a:extLst>
          </p:cNvPr>
          <p:cNvSpPr>
            <a:spLocks noGrp="1"/>
          </p:cNvSpPr>
          <p:nvPr/>
        </p:nvSpPr>
        <p:spPr>
          <a:xfrm>
            <a:off x="6477000" y="5905500"/>
            <a:ext cx="4953000" cy="381000"/>
          </a:xfrm>
          <a:prstGeom prst="rect">
            <a:avLst/>
          </a:prstGeom>
          <a:noFill/>
          <a:ln w="0">
            <a:noFill/>
          </a:ln>
        </p:spPr>
        <p:txBody>
          <a:bodyPr/>
          <a:lstStyle>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a:pPr>
              <a:defRPr sz="1275" b="0">
                <a:solidFill>
                  <a:srgbClr val="555555"/>
                </a:solidFill>
              </a:defRPr>
            </a:pPr>
            <a:r>
              <a:rPr sz="1275" b="0">
                <a:solidFill>
                  <a:srgbClr val="555555"/>
                </a:solidFill>
                <a:latin typeface="Avenir Next LT Pro" panose="020B0504020202020204" pitchFamily="34" charset="0"/>
              </a:rPr>
              <a:t>Ejemplos del dataset (Chen, s. f., CC BY 4.0)</a:t>
            </a:r>
          </a:p>
        </p:txBody>
      </p:sp>
    </p:spTree>
    <p:extLst>
      <p:ext uri="{BB962C8B-B14F-4D97-AF65-F5344CB8AC3E}">
        <p14:creationId xmlns:p14="http://schemas.microsoft.com/office/powerpoint/2010/main" val="354359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4E86E63F-86D0-4406-9EC7-A70C3C5AAD50}"/>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CONFIGURACIÓN DEL ENTRENAMIENTO</a:t>
            </a:r>
          </a:p>
        </p:txBody>
      </p:sp>
      <p:sp>
        <p:nvSpPr>
          <p:cNvPr id="2" name="Rectángulo 1">
            <a:extLst>
              <a:ext uri="{FF2B5EF4-FFF2-40B4-BE49-F238E27FC236}">
                <a16:creationId xmlns:a16="http://schemas.microsoft.com/office/drawing/2014/main" id="{B0DFF341-183D-4D10-A2AD-05C1FDC3CD3F}"/>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10</a:t>
            </a:r>
          </a:p>
        </p:txBody>
      </p:sp>
      <p:graphicFrame>
        <p:nvGraphicFramePr>
          <p:cNvPr id="3" name="Tabla 2">
            <a:extLst>
              <a:ext uri="{FF2B5EF4-FFF2-40B4-BE49-F238E27FC236}">
                <a16:creationId xmlns:a16="http://schemas.microsoft.com/office/drawing/2014/main" id="{3FF049FE-1BAC-4BC4-81CB-9301758D43A4}"/>
              </a:ext>
            </a:extLst>
          </p:cNvPr>
          <p:cNvGraphicFramePr/>
          <p:nvPr>
            <p:extLst>
              <p:ext uri="{D42A27DB-BD31-4B8C-83A1-F6EECF244321}">
                <p14:modId xmlns:p14="http://schemas.microsoft.com/office/powerpoint/2010/main" val="2241521957"/>
              </p:ext>
            </p:extLst>
          </p:nvPr>
        </p:nvGraphicFramePr>
        <p:xfrm>
          <a:off x="619125" y="1476375"/>
          <a:ext cx="10953750" cy="3762375"/>
        </p:xfrm>
        <a:graphic>
          <a:graphicData uri="http://schemas.openxmlformats.org/drawingml/2006/table">
            <a:tbl>
              <a:tblPr/>
              <a:tblGrid>
                <a:gridCol w="466725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627063">
                <a:tc>
                  <a:txBody>
                    <a:bodyPr/>
                    <a:lstStyle/>
                    <a:p>
                      <a:r>
                        <a:rPr sz="1875" b="1">
                          <a:solidFill>
                            <a:srgbClr val="111111"/>
                          </a:solidFill>
                          <a:latin typeface="Avenir Next LT Pro" panose="020B0504020202020204" pitchFamily="34" charset="0"/>
                        </a:rPr>
                        <a:t>Parámetro</a:t>
                      </a:r>
                    </a:p>
                  </a:txBody>
                  <a:tcP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Valor</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extLst>
                  <a:ext uri="{0D108BD9-81ED-4DB2-BD59-A6C34878D82A}">
                    <a16:rowId xmlns:a16="http://schemas.microsoft.com/office/drawing/2014/main" val="10000"/>
                  </a:ext>
                </a:extLst>
              </a:tr>
              <a:tr h="627063">
                <a:tc>
                  <a:txBody>
                    <a:bodyPr/>
                    <a:lstStyle/>
                    <a:p>
                      <a:r>
                        <a:rPr sz="1875" b="0">
                          <a:solidFill>
                            <a:srgbClr val="111111"/>
                          </a:solidFill>
                          <a:latin typeface="Avenir Next LT Pro" panose="020B0504020202020204" pitchFamily="34" charset="0"/>
                        </a:rPr>
                        <a:t>Optimizador y tasa</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Adam, 0,0005</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1"/>
                  </a:ext>
                </a:extLst>
              </a:tr>
              <a:tr h="627063">
                <a:tc>
                  <a:txBody>
                    <a:bodyPr/>
                    <a:lstStyle/>
                    <a:p>
                      <a:r>
                        <a:rPr sz="1875" b="0">
                          <a:solidFill>
                            <a:srgbClr val="111111"/>
                          </a:solidFill>
                          <a:latin typeface="Avenir Next LT Pro" panose="020B0504020202020204" pitchFamily="34" charset="0"/>
                        </a:rPr>
                        <a:t>Tamaño de lote</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8 recortes</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2"/>
                  </a:ext>
                </a:extLst>
              </a:tr>
              <a:tr h="627063">
                <a:tc>
                  <a:txBody>
                    <a:bodyPr/>
                    <a:lstStyle/>
                    <a:p>
                      <a:r>
                        <a:rPr sz="1875" b="0">
                          <a:solidFill>
                            <a:srgbClr val="111111"/>
                          </a:solidFill>
                          <a:latin typeface="Avenir Next LT Pro" panose="020B0504020202020204" pitchFamily="34" charset="0"/>
                        </a:rPr>
                        <a:t>Función de pérdida</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Entropía cruzada</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3"/>
                  </a:ext>
                </a:extLst>
              </a:tr>
              <a:tr h="627063">
                <a:tc>
                  <a:txBody>
                    <a:bodyPr/>
                    <a:lstStyle/>
                    <a:p>
                      <a:r>
                        <a:rPr sz="1875" b="0">
                          <a:solidFill>
                            <a:srgbClr val="111111"/>
                          </a:solidFill>
                          <a:latin typeface="Avenir Next LT Pro" panose="020B0504020202020204" pitchFamily="34" charset="0"/>
                        </a:rPr>
                        <a:t>Épocas</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9 ejecutadas, mejor modelo en la 5</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4"/>
                  </a:ext>
                </a:extLst>
              </a:tr>
              <a:tr h="627063">
                <a:tc>
                  <a:txBody>
                    <a:bodyPr/>
                    <a:lstStyle/>
                    <a:p>
                      <a:r>
                        <a:rPr sz="1875" b="0">
                          <a:solidFill>
                            <a:srgbClr val="111111"/>
                          </a:solidFill>
                          <a:latin typeface="Avenir Next LT Pro" panose="020B0504020202020204" pitchFamily="34" charset="0"/>
                        </a:rPr>
                        <a:t>Equipo</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GTX 1650 Ti, 4 GB, CUDA 11.8</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Rectángulo 3">
            <a:extLst>
              <a:ext uri="{FF2B5EF4-FFF2-40B4-BE49-F238E27FC236}">
                <a16:creationId xmlns:a16="http://schemas.microsoft.com/office/drawing/2014/main" id="{CBE4F019-BF67-49C8-B3A0-88045BC8F174}"/>
              </a:ext>
            </a:extLst>
          </p:cNvPr>
          <p:cNvSpPr>
            <a:spLocks noGrp="1"/>
          </p:cNvSpPr>
          <p:nvPr/>
        </p:nvSpPr>
        <p:spPr>
          <a:xfrm>
            <a:off x="666750" y="5695950"/>
            <a:ext cx="10572750" cy="523875"/>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Entrenamiento y validación: aproximadamente 6 min 23 s.</a:t>
            </a:r>
          </a:p>
        </p:txBody>
      </p:sp>
    </p:spTree>
    <p:extLst>
      <p:ext uri="{BB962C8B-B14F-4D97-AF65-F5344CB8AC3E}">
        <p14:creationId xmlns:p14="http://schemas.microsoft.com/office/powerpoint/2010/main" val="1071853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123500A2-B60D-4029-870C-8A0514056F29}"/>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LA VALIDACIÓN ELIGIÓ LA ÉPOCA 5</a:t>
            </a:r>
          </a:p>
        </p:txBody>
      </p:sp>
      <p:sp>
        <p:nvSpPr>
          <p:cNvPr id="2" name="Rectángulo 1">
            <a:extLst>
              <a:ext uri="{FF2B5EF4-FFF2-40B4-BE49-F238E27FC236}">
                <a16:creationId xmlns:a16="http://schemas.microsoft.com/office/drawing/2014/main" id="{620EAD48-7C9C-4BB6-B6E0-8C3C6F3BBDAF}"/>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11</a:t>
            </a:r>
          </a:p>
        </p:txBody>
      </p:sp>
      <p:graphicFrame>
        <p:nvGraphicFramePr>
          <p:cNvPr id="3" name="Chart">
            <a:extLst>
              <a:ext uri="{FF2B5EF4-FFF2-40B4-BE49-F238E27FC236}">
                <a16:creationId xmlns:a16="http://schemas.microsoft.com/office/drawing/2014/main" id="{EA6056A3-4AB1-43F3-A885-88B7DFDC7B29}"/>
              </a:ext>
            </a:extLst>
          </p:cNvPr>
          <p:cNvGraphicFramePr/>
          <p:nvPr/>
        </p:nvGraphicFramePr>
        <p:xfrm>
          <a:off x="619125" y="1428750"/>
          <a:ext cx="8096250" cy="43815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ángulo 3">
            <a:extLst>
              <a:ext uri="{FF2B5EF4-FFF2-40B4-BE49-F238E27FC236}">
                <a16:creationId xmlns:a16="http://schemas.microsoft.com/office/drawing/2014/main" id="{EC33CED6-6C7E-4161-8722-3770FFA318CB}"/>
              </a:ext>
            </a:extLst>
          </p:cNvPr>
          <p:cNvSpPr>
            <a:spLocks noGrp="1"/>
          </p:cNvSpPr>
          <p:nvPr/>
        </p:nvSpPr>
        <p:spPr>
          <a:xfrm>
            <a:off x="9096375" y="2286000"/>
            <a:ext cx="2571750" cy="2381250"/>
          </a:xfrm>
          <a:prstGeom prst="rect">
            <a:avLst/>
          </a:prstGeom>
          <a:noFill/>
          <a:ln w="0">
            <a:noFill/>
          </a:ln>
        </p:spPr>
        <p:txBody>
          <a:bodyPr/>
          <a:lstStyle>
            <a:defPPr>
              <a:defRPr sz="2325" b="1">
                <a:solidFill>
                  <a:srgbClr val="111111"/>
                </a:solidFill>
              </a:defRPr>
            </a:defPPr>
            <a:lvl1pPr>
              <a:defRPr sz="2325" b="1">
                <a:solidFill>
                  <a:srgbClr val="111111"/>
                </a:solidFill>
              </a:defRPr>
            </a:lvl1pPr>
            <a:lvl2pPr>
              <a:defRPr sz="2325" b="1">
                <a:solidFill>
                  <a:srgbClr val="111111"/>
                </a:solidFill>
              </a:defRPr>
            </a:lvl2pPr>
            <a:lvl3pPr>
              <a:defRPr sz="2325" b="1">
                <a:solidFill>
                  <a:srgbClr val="111111"/>
                </a:solidFill>
              </a:defRPr>
            </a:lvl3pPr>
            <a:lvl4pPr>
              <a:defRPr sz="2325" b="1">
                <a:solidFill>
                  <a:srgbClr val="111111"/>
                </a:solidFill>
              </a:defRPr>
            </a:lvl4pPr>
            <a:lvl5pPr>
              <a:defRPr sz="2325" b="1">
                <a:solidFill>
                  <a:srgbClr val="111111"/>
                </a:solidFill>
              </a:defRPr>
            </a:lvl5pPr>
            <a:lvl6pPr>
              <a:defRPr sz="2325" b="1">
                <a:solidFill>
                  <a:srgbClr val="111111"/>
                </a:solidFill>
              </a:defRPr>
            </a:lvl6pPr>
            <a:lvl7pPr>
              <a:defRPr sz="2325" b="1">
                <a:solidFill>
                  <a:srgbClr val="111111"/>
                </a:solidFill>
              </a:defRPr>
            </a:lvl7pPr>
            <a:lvl8pPr>
              <a:defRPr sz="2325" b="1">
                <a:solidFill>
                  <a:srgbClr val="111111"/>
                </a:solidFill>
              </a:defRPr>
            </a:lvl8pPr>
            <a:lvl9pPr>
              <a:defRPr sz="2325" b="1">
                <a:solidFill>
                  <a:srgbClr val="111111"/>
                </a:solidFill>
              </a:defRPr>
            </a:lvl9pPr>
          </a:lstStyle>
          <a:p>
            <a:pPr>
              <a:defRPr sz="2325" b="1">
                <a:solidFill>
                  <a:srgbClr val="111111"/>
                </a:solidFill>
              </a:defRPr>
            </a:pPr>
            <a:r>
              <a:rPr sz="2325" b="1">
                <a:solidFill>
                  <a:srgbClr val="111111"/>
                </a:solidFill>
                <a:latin typeface="Avenir Next LT Pro" panose="020B0504020202020204" pitchFamily="34" charset="0"/>
              </a:rPr>
              <a:t>Menor pérdida</a:t>
            </a:r>
          </a:p>
          <a:p>
            <a:pPr>
              <a:defRPr sz="2325" b="1">
                <a:solidFill>
                  <a:srgbClr val="111111"/>
                </a:solidFill>
              </a:defRPr>
            </a:pPr>
            <a:r>
              <a:rPr sz="2325" b="1">
                <a:solidFill>
                  <a:srgbClr val="111111"/>
                </a:solidFill>
                <a:latin typeface="Avenir Next LT Pro" panose="020B0504020202020204" pitchFamily="34" charset="0"/>
              </a:rPr>
              <a:t>de validación</a:t>
            </a:r>
          </a:p>
          <a:p>
            <a:endParaRPr sz="2325" b="1">
              <a:solidFill>
                <a:srgbClr val="111111"/>
              </a:solidFill>
              <a:latin typeface="Avenir Next LT Pro" panose="020B0504020202020204" pitchFamily="34" charset="0"/>
            </a:endParaRPr>
          </a:p>
          <a:p>
            <a:pPr>
              <a:defRPr sz="2325" b="1">
                <a:solidFill>
                  <a:srgbClr val="111111"/>
                </a:solidFill>
              </a:defRPr>
            </a:pPr>
            <a:r>
              <a:rPr sz="2325" b="1">
                <a:solidFill>
                  <a:srgbClr val="111111"/>
                </a:solidFill>
                <a:latin typeface="Avenir Next LT Pro" panose="020B0504020202020204" pitchFamily="34" charset="0"/>
              </a:rPr>
              <a:t>Época 5</a:t>
            </a:r>
          </a:p>
          <a:p>
            <a:pPr>
              <a:defRPr sz="2325" b="1">
                <a:solidFill>
                  <a:srgbClr val="111111"/>
                </a:solidFill>
              </a:defRPr>
            </a:pPr>
            <a:r>
              <a:rPr sz="2325" b="1">
                <a:solidFill>
                  <a:srgbClr val="111111"/>
                </a:solidFill>
                <a:latin typeface="Avenir Next LT Pro" panose="020B0504020202020204" pitchFamily="34" charset="0"/>
              </a:rPr>
              <a:t>0,0569</a:t>
            </a:r>
          </a:p>
        </p:txBody>
      </p:sp>
      <p:sp>
        <p:nvSpPr>
          <p:cNvPr id="5" name="Rectángulo 4">
            <a:extLst>
              <a:ext uri="{FF2B5EF4-FFF2-40B4-BE49-F238E27FC236}">
                <a16:creationId xmlns:a16="http://schemas.microsoft.com/office/drawing/2014/main" id="{5041EE0C-BD4A-4589-92EB-90C5E9BD8C93}"/>
              </a:ext>
            </a:extLst>
          </p:cNvPr>
          <p:cNvSpPr>
            <a:spLocks noGrp="1"/>
          </p:cNvSpPr>
          <p:nvPr/>
        </p:nvSpPr>
        <p:spPr>
          <a:xfrm>
            <a:off x="666750" y="6076950"/>
            <a:ext cx="10572750" cy="333375"/>
          </a:xfrm>
          <a:prstGeom prst="rect">
            <a:avLst/>
          </a:prstGeom>
          <a:noFill/>
          <a:ln w="0">
            <a:noFill/>
          </a:ln>
        </p:spPr>
        <p:txBody>
          <a:bodyPr/>
          <a:lstStyle>
            <a:defPPr>
              <a:defRPr sz="1800" b="0">
                <a:solidFill>
                  <a:srgbClr val="111111"/>
                </a:solidFill>
              </a:defRPr>
            </a:defPPr>
            <a:lvl1pPr>
              <a:defRPr sz="1800" b="0">
                <a:solidFill>
                  <a:srgbClr val="111111"/>
                </a:solidFill>
              </a:defRPr>
            </a:lvl1pPr>
            <a:lvl2pPr>
              <a:defRPr sz="1800" b="0">
                <a:solidFill>
                  <a:srgbClr val="111111"/>
                </a:solidFill>
              </a:defRPr>
            </a:lvl2pPr>
            <a:lvl3pPr>
              <a:defRPr sz="1800" b="0">
                <a:solidFill>
                  <a:srgbClr val="111111"/>
                </a:solidFill>
              </a:defRPr>
            </a:lvl3pPr>
            <a:lvl4pPr>
              <a:defRPr sz="1800" b="0">
                <a:solidFill>
                  <a:srgbClr val="111111"/>
                </a:solidFill>
              </a:defRPr>
            </a:lvl4pPr>
            <a:lvl5pPr>
              <a:defRPr sz="1800" b="0">
                <a:solidFill>
                  <a:srgbClr val="111111"/>
                </a:solidFill>
              </a:defRPr>
            </a:lvl5pPr>
            <a:lvl6pPr>
              <a:defRPr sz="1800" b="0">
                <a:solidFill>
                  <a:srgbClr val="111111"/>
                </a:solidFill>
              </a:defRPr>
            </a:lvl6pPr>
            <a:lvl7pPr>
              <a:defRPr sz="1800" b="0">
                <a:solidFill>
                  <a:srgbClr val="111111"/>
                </a:solidFill>
              </a:defRPr>
            </a:lvl7pPr>
            <a:lvl8pPr>
              <a:defRPr sz="1800" b="0">
                <a:solidFill>
                  <a:srgbClr val="111111"/>
                </a:solidFill>
              </a:defRPr>
            </a:lvl8pPr>
            <a:lvl9pPr>
              <a:defRPr sz="1800" b="0">
                <a:solidFill>
                  <a:srgbClr val="111111"/>
                </a:solidFill>
              </a:defRPr>
            </a:lvl9pPr>
          </a:lstStyle>
          <a:p>
            <a:pPr>
              <a:defRPr sz="1800" b="0">
                <a:solidFill>
                  <a:srgbClr val="111111"/>
                </a:solidFill>
              </a:defRPr>
            </a:pPr>
            <a:r>
              <a:rPr sz="1800" b="0">
                <a:solidFill>
                  <a:srgbClr val="111111"/>
                </a:solidFill>
                <a:latin typeface="Avenir Next LT Pro" panose="020B0504020202020204" pitchFamily="34" charset="0"/>
              </a:rPr>
              <a:t>El modelo guardado corresponde al mejor resultado de validación.</a:t>
            </a:r>
          </a:p>
        </p:txBody>
      </p:sp>
    </p:spTree>
    <p:extLst>
      <p:ext uri="{BB962C8B-B14F-4D97-AF65-F5344CB8AC3E}">
        <p14:creationId xmlns:p14="http://schemas.microsoft.com/office/powerpoint/2010/main" val="1963068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BED4A745-2568-4E2F-ABDF-DE891CD49261}"/>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RESULTADOS EN EL CONJUNTO DE PRUEBA</a:t>
            </a:r>
          </a:p>
        </p:txBody>
      </p:sp>
      <p:sp>
        <p:nvSpPr>
          <p:cNvPr id="2" name="Rectángulo 1">
            <a:extLst>
              <a:ext uri="{FF2B5EF4-FFF2-40B4-BE49-F238E27FC236}">
                <a16:creationId xmlns:a16="http://schemas.microsoft.com/office/drawing/2014/main" id="{6958FE71-8C26-4B91-A0E5-6D90A2704DD9}"/>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12</a:t>
            </a:r>
          </a:p>
        </p:txBody>
      </p:sp>
      <p:sp>
        <p:nvSpPr>
          <p:cNvPr id="3" name="Rectángulo 2">
            <a:extLst>
              <a:ext uri="{FF2B5EF4-FFF2-40B4-BE49-F238E27FC236}">
                <a16:creationId xmlns:a16="http://schemas.microsoft.com/office/drawing/2014/main" id="{E2640AA6-714B-45D3-8A57-045B130F6733}"/>
              </a:ext>
            </a:extLst>
          </p:cNvPr>
          <p:cNvSpPr>
            <a:spLocks noGrp="1"/>
          </p:cNvSpPr>
          <p:nvPr/>
        </p:nvSpPr>
        <p:spPr>
          <a:xfrm>
            <a:off x="666750" y="1714500"/>
            <a:ext cx="5048250" cy="1047750"/>
          </a:xfrm>
          <a:prstGeom prst="rect">
            <a:avLst/>
          </a:prstGeom>
          <a:noFill/>
          <a:ln w="0">
            <a:noFill/>
          </a:ln>
        </p:spPr>
        <p:txBody>
          <a:bodyPr/>
          <a:lstStyle>
            <a:defPPr>
              <a:defRPr sz="5400" b="1">
                <a:solidFill>
                  <a:srgbClr val="111111"/>
                </a:solidFill>
              </a:defRPr>
            </a:defPPr>
            <a:lvl1pPr>
              <a:defRPr sz="5400" b="1">
                <a:solidFill>
                  <a:srgbClr val="111111"/>
                </a:solidFill>
              </a:defRPr>
            </a:lvl1pPr>
            <a:lvl2pPr>
              <a:defRPr sz="5400" b="1">
                <a:solidFill>
                  <a:srgbClr val="111111"/>
                </a:solidFill>
              </a:defRPr>
            </a:lvl2pPr>
            <a:lvl3pPr>
              <a:defRPr sz="5400" b="1">
                <a:solidFill>
                  <a:srgbClr val="111111"/>
                </a:solidFill>
              </a:defRPr>
            </a:lvl3pPr>
            <a:lvl4pPr>
              <a:defRPr sz="5400" b="1">
                <a:solidFill>
                  <a:srgbClr val="111111"/>
                </a:solidFill>
              </a:defRPr>
            </a:lvl4pPr>
            <a:lvl5pPr>
              <a:defRPr sz="5400" b="1">
                <a:solidFill>
                  <a:srgbClr val="111111"/>
                </a:solidFill>
              </a:defRPr>
            </a:lvl5pPr>
            <a:lvl6pPr>
              <a:defRPr sz="5400" b="1">
                <a:solidFill>
                  <a:srgbClr val="111111"/>
                </a:solidFill>
              </a:defRPr>
            </a:lvl6pPr>
            <a:lvl7pPr>
              <a:defRPr sz="5400" b="1">
                <a:solidFill>
                  <a:srgbClr val="111111"/>
                </a:solidFill>
              </a:defRPr>
            </a:lvl7pPr>
            <a:lvl8pPr>
              <a:defRPr sz="5400" b="1">
                <a:solidFill>
                  <a:srgbClr val="111111"/>
                </a:solidFill>
              </a:defRPr>
            </a:lvl8pPr>
            <a:lvl9pPr>
              <a:defRPr sz="5400" b="1">
                <a:solidFill>
                  <a:srgbClr val="111111"/>
                </a:solidFill>
              </a:defRPr>
            </a:lvl9pPr>
          </a:lstStyle>
          <a:p>
            <a:pPr>
              <a:defRPr sz="5400" b="1">
                <a:solidFill>
                  <a:srgbClr val="111111"/>
                </a:solidFill>
              </a:defRPr>
            </a:pPr>
            <a:r>
              <a:rPr sz="5400" b="1">
                <a:solidFill>
                  <a:srgbClr val="111111"/>
                </a:solidFill>
                <a:latin typeface="Avenir Next LT Pro" panose="020B0504020202020204" pitchFamily="34" charset="0"/>
              </a:rPr>
              <a:t>97,69 %</a:t>
            </a:r>
          </a:p>
        </p:txBody>
      </p:sp>
      <p:sp>
        <p:nvSpPr>
          <p:cNvPr id="4" name="Rectángulo 3">
            <a:extLst>
              <a:ext uri="{FF2B5EF4-FFF2-40B4-BE49-F238E27FC236}">
                <a16:creationId xmlns:a16="http://schemas.microsoft.com/office/drawing/2014/main" id="{861C6D73-F0C7-47A2-993D-D60AB4783F27}"/>
              </a:ext>
            </a:extLst>
          </p:cNvPr>
          <p:cNvSpPr>
            <a:spLocks noGrp="1"/>
          </p:cNvSpPr>
          <p:nvPr/>
        </p:nvSpPr>
        <p:spPr>
          <a:xfrm>
            <a:off x="666750" y="2952750"/>
            <a:ext cx="5048250" cy="523875"/>
          </a:xfrm>
          <a:prstGeom prst="rect">
            <a:avLst/>
          </a:prstGeom>
          <a:noFill/>
          <a:ln w="0">
            <a:noFill/>
          </a:ln>
        </p:spPr>
        <p:txBody>
          <a:bodyPr/>
          <a:lstStyle>
            <a:defPPr>
              <a:defRPr sz="2400" b="0">
                <a:solidFill>
                  <a:srgbClr val="111111"/>
                </a:solidFill>
              </a:defRPr>
            </a:defPPr>
            <a:lvl1pPr>
              <a:defRPr sz="2400" b="0">
                <a:solidFill>
                  <a:srgbClr val="111111"/>
                </a:solidFill>
              </a:defRPr>
            </a:lvl1pPr>
            <a:lvl2pPr>
              <a:defRPr sz="2400" b="0">
                <a:solidFill>
                  <a:srgbClr val="111111"/>
                </a:solidFill>
              </a:defRPr>
            </a:lvl2pPr>
            <a:lvl3pPr>
              <a:defRPr sz="2400" b="0">
                <a:solidFill>
                  <a:srgbClr val="111111"/>
                </a:solidFill>
              </a:defRPr>
            </a:lvl3pPr>
            <a:lvl4pPr>
              <a:defRPr sz="2400" b="0">
                <a:solidFill>
                  <a:srgbClr val="111111"/>
                </a:solidFill>
              </a:defRPr>
            </a:lvl4pPr>
            <a:lvl5pPr>
              <a:defRPr sz="2400" b="0">
                <a:solidFill>
                  <a:srgbClr val="111111"/>
                </a:solidFill>
              </a:defRPr>
            </a:lvl5pPr>
            <a:lvl6pPr>
              <a:defRPr sz="2400" b="0">
                <a:solidFill>
                  <a:srgbClr val="111111"/>
                </a:solidFill>
              </a:defRPr>
            </a:lvl6pPr>
            <a:lvl7pPr>
              <a:defRPr sz="2400" b="0">
                <a:solidFill>
                  <a:srgbClr val="111111"/>
                </a:solidFill>
              </a:defRPr>
            </a:lvl7pPr>
            <a:lvl8pPr>
              <a:defRPr sz="2400" b="0">
                <a:solidFill>
                  <a:srgbClr val="111111"/>
                </a:solidFill>
              </a:defRPr>
            </a:lvl8pPr>
            <a:lvl9pPr>
              <a:defRPr sz="2400" b="0">
                <a:solidFill>
                  <a:srgbClr val="111111"/>
                </a:solidFill>
              </a:defRPr>
            </a:lvl9pPr>
          </a:lstStyle>
          <a:p>
            <a:pPr>
              <a:defRPr sz="2400" b="0">
                <a:solidFill>
                  <a:srgbClr val="111111"/>
                </a:solidFill>
              </a:defRPr>
            </a:pPr>
            <a:r>
              <a:rPr sz="2400" b="0">
                <a:solidFill>
                  <a:srgbClr val="111111"/>
                </a:solidFill>
                <a:latin typeface="Avenir Next LT Pro" panose="020B0504020202020204" pitchFamily="34" charset="0"/>
              </a:rPr>
              <a:t>Exactitud</a:t>
            </a:r>
          </a:p>
        </p:txBody>
      </p:sp>
      <p:sp>
        <p:nvSpPr>
          <p:cNvPr id="5" name="Rectángulo 4">
            <a:extLst>
              <a:ext uri="{FF2B5EF4-FFF2-40B4-BE49-F238E27FC236}">
                <a16:creationId xmlns:a16="http://schemas.microsoft.com/office/drawing/2014/main" id="{1B87EBE8-2BDD-46CB-9EF0-ABE20A3A9EB6}"/>
              </a:ext>
            </a:extLst>
          </p:cNvPr>
          <p:cNvSpPr>
            <a:spLocks noGrp="1"/>
          </p:cNvSpPr>
          <p:nvPr/>
        </p:nvSpPr>
        <p:spPr>
          <a:xfrm>
            <a:off x="6572250" y="1714500"/>
            <a:ext cx="4953000" cy="1047750"/>
          </a:xfrm>
          <a:prstGeom prst="rect">
            <a:avLst/>
          </a:prstGeom>
          <a:noFill/>
          <a:ln w="0">
            <a:noFill/>
          </a:ln>
        </p:spPr>
        <p:txBody>
          <a:bodyPr/>
          <a:lstStyle>
            <a:defPPr>
              <a:defRPr sz="5400" b="1">
                <a:solidFill>
                  <a:srgbClr val="111111"/>
                </a:solidFill>
              </a:defRPr>
            </a:defPPr>
            <a:lvl1pPr>
              <a:defRPr sz="5400" b="1">
                <a:solidFill>
                  <a:srgbClr val="111111"/>
                </a:solidFill>
              </a:defRPr>
            </a:lvl1pPr>
            <a:lvl2pPr>
              <a:defRPr sz="5400" b="1">
                <a:solidFill>
                  <a:srgbClr val="111111"/>
                </a:solidFill>
              </a:defRPr>
            </a:lvl2pPr>
            <a:lvl3pPr>
              <a:defRPr sz="5400" b="1">
                <a:solidFill>
                  <a:srgbClr val="111111"/>
                </a:solidFill>
              </a:defRPr>
            </a:lvl3pPr>
            <a:lvl4pPr>
              <a:defRPr sz="5400" b="1">
                <a:solidFill>
                  <a:srgbClr val="111111"/>
                </a:solidFill>
              </a:defRPr>
            </a:lvl4pPr>
            <a:lvl5pPr>
              <a:defRPr sz="5400" b="1">
                <a:solidFill>
                  <a:srgbClr val="111111"/>
                </a:solidFill>
              </a:defRPr>
            </a:lvl5pPr>
            <a:lvl6pPr>
              <a:defRPr sz="5400" b="1">
                <a:solidFill>
                  <a:srgbClr val="111111"/>
                </a:solidFill>
              </a:defRPr>
            </a:lvl6pPr>
            <a:lvl7pPr>
              <a:defRPr sz="5400" b="1">
                <a:solidFill>
                  <a:srgbClr val="111111"/>
                </a:solidFill>
              </a:defRPr>
            </a:lvl7pPr>
            <a:lvl8pPr>
              <a:defRPr sz="5400" b="1">
                <a:solidFill>
                  <a:srgbClr val="111111"/>
                </a:solidFill>
              </a:defRPr>
            </a:lvl8pPr>
            <a:lvl9pPr>
              <a:defRPr sz="5400" b="1">
                <a:solidFill>
                  <a:srgbClr val="111111"/>
                </a:solidFill>
              </a:defRPr>
            </a:lvl9pPr>
          </a:lstStyle>
          <a:p>
            <a:pPr>
              <a:defRPr sz="5400" b="1">
                <a:solidFill>
                  <a:srgbClr val="111111"/>
                </a:solidFill>
              </a:defRPr>
            </a:pPr>
            <a:r>
              <a:rPr sz="5400" b="1">
                <a:solidFill>
                  <a:srgbClr val="111111"/>
                </a:solidFill>
                <a:latin typeface="Avenir Next LT Pro" panose="020B0504020202020204" pitchFamily="34" charset="0"/>
              </a:rPr>
              <a:t>97,25 %</a:t>
            </a:r>
          </a:p>
        </p:txBody>
      </p:sp>
      <p:sp>
        <p:nvSpPr>
          <p:cNvPr id="6" name="Rectángulo 5">
            <a:extLst>
              <a:ext uri="{FF2B5EF4-FFF2-40B4-BE49-F238E27FC236}">
                <a16:creationId xmlns:a16="http://schemas.microsoft.com/office/drawing/2014/main" id="{B554A8AA-7F08-4DF8-A477-11319D85E586}"/>
              </a:ext>
            </a:extLst>
          </p:cNvPr>
          <p:cNvSpPr>
            <a:spLocks noGrp="1"/>
          </p:cNvSpPr>
          <p:nvPr/>
        </p:nvSpPr>
        <p:spPr>
          <a:xfrm>
            <a:off x="6572250" y="2952750"/>
            <a:ext cx="4953000" cy="523875"/>
          </a:xfrm>
          <a:prstGeom prst="rect">
            <a:avLst/>
          </a:prstGeom>
          <a:noFill/>
          <a:ln w="0">
            <a:noFill/>
          </a:ln>
        </p:spPr>
        <p:txBody>
          <a:bodyPr/>
          <a:lstStyle>
            <a:defPPr>
              <a:defRPr sz="2400" b="0">
                <a:solidFill>
                  <a:srgbClr val="111111"/>
                </a:solidFill>
              </a:defRPr>
            </a:defPPr>
            <a:lvl1pPr>
              <a:defRPr sz="2400" b="0">
                <a:solidFill>
                  <a:srgbClr val="111111"/>
                </a:solidFill>
              </a:defRPr>
            </a:lvl1pPr>
            <a:lvl2pPr>
              <a:defRPr sz="2400" b="0">
                <a:solidFill>
                  <a:srgbClr val="111111"/>
                </a:solidFill>
              </a:defRPr>
            </a:lvl2pPr>
            <a:lvl3pPr>
              <a:defRPr sz="2400" b="0">
                <a:solidFill>
                  <a:srgbClr val="111111"/>
                </a:solidFill>
              </a:defRPr>
            </a:lvl3pPr>
            <a:lvl4pPr>
              <a:defRPr sz="2400" b="0">
                <a:solidFill>
                  <a:srgbClr val="111111"/>
                </a:solidFill>
              </a:defRPr>
            </a:lvl4pPr>
            <a:lvl5pPr>
              <a:defRPr sz="2400" b="0">
                <a:solidFill>
                  <a:srgbClr val="111111"/>
                </a:solidFill>
              </a:defRPr>
            </a:lvl5pPr>
            <a:lvl6pPr>
              <a:defRPr sz="2400" b="0">
                <a:solidFill>
                  <a:srgbClr val="111111"/>
                </a:solidFill>
              </a:defRPr>
            </a:lvl6pPr>
            <a:lvl7pPr>
              <a:defRPr sz="2400" b="0">
                <a:solidFill>
                  <a:srgbClr val="111111"/>
                </a:solidFill>
              </a:defRPr>
            </a:lvl7pPr>
            <a:lvl8pPr>
              <a:defRPr sz="2400" b="0">
                <a:solidFill>
                  <a:srgbClr val="111111"/>
                </a:solidFill>
              </a:defRPr>
            </a:lvl8pPr>
            <a:lvl9pPr>
              <a:defRPr sz="2400" b="0">
                <a:solidFill>
                  <a:srgbClr val="111111"/>
                </a:solidFill>
              </a:defRPr>
            </a:lvl9pPr>
          </a:lstStyle>
          <a:p>
            <a:pPr>
              <a:defRPr sz="2400" b="0">
                <a:solidFill>
                  <a:srgbClr val="111111"/>
                </a:solidFill>
              </a:defRPr>
            </a:pPr>
            <a:r>
              <a:rPr sz="2400" b="0">
                <a:solidFill>
                  <a:srgbClr val="111111"/>
                </a:solidFill>
                <a:latin typeface="Avenir Next LT Pro" panose="020B0504020202020204" pitchFamily="34" charset="0"/>
              </a:rPr>
              <a:t>F1 macro</a:t>
            </a:r>
          </a:p>
        </p:txBody>
      </p:sp>
      <p:sp>
        <p:nvSpPr>
          <p:cNvPr id="7" name="Rectángulo 6">
            <a:extLst>
              <a:ext uri="{FF2B5EF4-FFF2-40B4-BE49-F238E27FC236}">
                <a16:creationId xmlns:a16="http://schemas.microsoft.com/office/drawing/2014/main" id="{0408DA57-DD57-4F17-BAD6-3C193D78C36D}"/>
              </a:ext>
            </a:extLst>
          </p:cNvPr>
          <p:cNvSpPr>
            <a:spLocks noGrp="1"/>
          </p:cNvSpPr>
          <p:nvPr/>
        </p:nvSpPr>
        <p:spPr>
          <a:xfrm>
            <a:off x="666750" y="4476750"/>
            <a:ext cx="10668000" cy="619125"/>
          </a:xfrm>
          <a:prstGeom prst="rect">
            <a:avLst/>
          </a:prstGeom>
          <a:noFill/>
          <a:ln w="0">
            <a:noFill/>
          </a:ln>
        </p:spPr>
        <p:txBody>
          <a:bodyPr/>
          <a:lstStyle>
            <a:defPPr>
              <a:defRPr sz="2850" b="1">
                <a:solidFill>
                  <a:srgbClr val="111111"/>
                </a:solidFill>
              </a:defRPr>
            </a:defPPr>
            <a:lvl1pPr>
              <a:defRPr sz="2850" b="1">
                <a:solidFill>
                  <a:srgbClr val="111111"/>
                </a:solidFill>
              </a:defRPr>
            </a:lvl1pPr>
            <a:lvl2pPr>
              <a:defRPr sz="2850" b="1">
                <a:solidFill>
                  <a:srgbClr val="111111"/>
                </a:solidFill>
              </a:defRPr>
            </a:lvl2pPr>
            <a:lvl3pPr>
              <a:defRPr sz="2850" b="1">
                <a:solidFill>
                  <a:srgbClr val="111111"/>
                </a:solidFill>
              </a:defRPr>
            </a:lvl3pPr>
            <a:lvl4pPr>
              <a:defRPr sz="2850" b="1">
                <a:solidFill>
                  <a:srgbClr val="111111"/>
                </a:solidFill>
              </a:defRPr>
            </a:lvl4pPr>
            <a:lvl5pPr>
              <a:defRPr sz="2850" b="1">
                <a:solidFill>
                  <a:srgbClr val="111111"/>
                </a:solidFill>
              </a:defRPr>
            </a:lvl5pPr>
            <a:lvl6pPr>
              <a:defRPr sz="2850" b="1">
                <a:solidFill>
                  <a:srgbClr val="111111"/>
                </a:solidFill>
              </a:defRPr>
            </a:lvl6pPr>
            <a:lvl7pPr>
              <a:defRPr sz="2850" b="1">
                <a:solidFill>
                  <a:srgbClr val="111111"/>
                </a:solidFill>
              </a:defRPr>
            </a:lvl7pPr>
            <a:lvl8pPr>
              <a:defRPr sz="2850" b="1">
                <a:solidFill>
                  <a:srgbClr val="111111"/>
                </a:solidFill>
              </a:defRPr>
            </a:lvl8pPr>
            <a:lvl9pPr>
              <a:defRPr sz="2850" b="1">
                <a:solidFill>
                  <a:srgbClr val="111111"/>
                </a:solidFill>
              </a:defRPr>
            </a:lvl9pPr>
          </a:lstStyle>
          <a:p>
            <a:pPr>
              <a:defRPr sz="2850" b="1">
                <a:solidFill>
                  <a:srgbClr val="111111"/>
                </a:solidFill>
              </a:defRPr>
            </a:pPr>
            <a:r>
              <a:rPr sz="2850" b="1">
                <a:solidFill>
                  <a:srgbClr val="111111"/>
                </a:solidFill>
                <a:latin typeface="Avenir Next LT Pro" panose="020B0504020202020204" pitchFamily="34" charset="0"/>
              </a:rPr>
              <a:t>1.056 aciertos de 1.081 recortes</a:t>
            </a:r>
          </a:p>
        </p:txBody>
      </p:sp>
      <p:sp>
        <p:nvSpPr>
          <p:cNvPr id="8" name="Rectángulo 7">
            <a:extLst>
              <a:ext uri="{FF2B5EF4-FFF2-40B4-BE49-F238E27FC236}">
                <a16:creationId xmlns:a16="http://schemas.microsoft.com/office/drawing/2014/main" id="{50A48AB8-5FF9-4F71-8383-0B40D989A64B}"/>
              </a:ext>
            </a:extLst>
          </p:cNvPr>
          <p:cNvSpPr>
            <a:spLocks noGrp="1"/>
          </p:cNvSpPr>
          <p:nvPr/>
        </p:nvSpPr>
        <p:spPr>
          <a:xfrm>
            <a:off x="666750" y="5334000"/>
            <a:ext cx="10668000" cy="476250"/>
          </a:xfrm>
          <a:prstGeom prst="rect">
            <a:avLst/>
          </a:prstGeom>
          <a:noFill/>
          <a:ln w="0">
            <a:noFill/>
          </a:ln>
        </p:spPr>
        <p:txBody>
          <a:bodyPr/>
          <a:lstStyle>
            <a:defPPr>
              <a:defRPr sz="2250" b="0">
                <a:solidFill>
                  <a:srgbClr val="111111"/>
                </a:solidFill>
              </a:defRPr>
            </a:defPPr>
            <a:lvl1pPr>
              <a:defRPr sz="2250" b="0">
                <a:solidFill>
                  <a:srgbClr val="111111"/>
                </a:solidFill>
              </a:defRPr>
            </a:lvl1pPr>
            <a:lvl2pPr>
              <a:defRPr sz="2250" b="0">
                <a:solidFill>
                  <a:srgbClr val="111111"/>
                </a:solidFill>
              </a:defRPr>
            </a:lvl2pPr>
            <a:lvl3pPr>
              <a:defRPr sz="2250" b="0">
                <a:solidFill>
                  <a:srgbClr val="111111"/>
                </a:solidFill>
              </a:defRPr>
            </a:lvl3pPr>
            <a:lvl4pPr>
              <a:defRPr sz="2250" b="0">
                <a:solidFill>
                  <a:srgbClr val="111111"/>
                </a:solidFill>
              </a:defRPr>
            </a:lvl4pPr>
            <a:lvl5pPr>
              <a:defRPr sz="2250" b="0">
                <a:solidFill>
                  <a:srgbClr val="111111"/>
                </a:solidFill>
              </a:defRPr>
            </a:lvl5pPr>
            <a:lvl6pPr>
              <a:defRPr sz="2250" b="0">
                <a:solidFill>
                  <a:srgbClr val="111111"/>
                </a:solidFill>
              </a:defRPr>
            </a:lvl6pPr>
            <a:lvl7pPr>
              <a:defRPr sz="2250" b="0">
                <a:solidFill>
                  <a:srgbClr val="111111"/>
                </a:solidFill>
              </a:defRPr>
            </a:lvl7pPr>
            <a:lvl8pPr>
              <a:defRPr sz="2250" b="0">
                <a:solidFill>
                  <a:srgbClr val="111111"/>
                </a:solidFill>
              </a:defRPr>
            </a:lvl8pPr>
            <a:lvl9pPr>
              <a:defRPr sz="2250" b="0">
                <a:solidFill>
                  <a:srgbClr val="111111"/>
                </a:solidFill>
              </a:defRPr>
            </a:lvl9pPr>
          </a:lstStyle>
          <a:p>
            <a:pPr>
              <a:defRPr sz="2250" b="0">
                <a:solidFill>
                  <a:srgbClr val="111111"/>
                </a:solidFill>
              </a:defRPr>
            </a:pPr>
            <a:r>
              <a:rPr sz="2250" b="0">
                <a:solidFill>
                  <a:srgbClr val="111111"/>
                </a:solidFill>
                <a:latin typeface="Avenir Next LT Pro" panose="020B0504020202020204" pitchFamily="34" charset="0"/>
              </a:rPr>
              <a:t>25 errores en la prueba final</a:t>
            </a:r>
          </a:p>
        </p:txBody>
      </p:sp>
    </p:spTree>
    <p:extLst>
      <p:ext uri="{BB962C8B-B14F-4D97-AF65-F5344CB8AC3E}">
        <p14:creationId xmlns:p14="http://schemas.microsoft.com/office/powerpoint/2010/main" val="291919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145EC37F-9215-43A9-85BE-D3AB80F0B86E}"/>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DÓNDE SE CONFUNDIÓ EL MODELO</a:t>
            </a:r>
          </a:p>
        </p:txBody>
      </p:sp>
      <p:sp>
        <p:nvSpPr>
          <p:cNvPr id="2" name="Rectángulo 1">
            <a:extLst>
              <a:ext uri="{FF2B5EF4-FFF2-40B4-BE49-F238E27FC236}">
                <a16:creationId xmlns:a16="http://schemas.microsoft.com/office/drawing/2014/main" id="{7D441EBD-8AE3-4159-970B-9ABA37A5F789}"/>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13</a:t>
            </a:r>
          </a:p>
        </p:txBody>
      </p:sp>
      <p:graphicFrame>
        <p:nvGraphicFramePr>
          <p:cNvPr id="3" name="Tabla 2">
            <a:extLst>
              <a:ext uri="{FF2B5EF4-FFF2-40B4-BE49-F238E27FC236}">
                <a16:creationId xmlns:a16="http://schemas.microsoft.com/office/drawing/2014/main" id="{2DE02961-D1EF-4760-B763-0DEC5E04E09A}"/>
              </a:ext>
            </a:extLst>
          </p:cNvPr>
          <p:cNvGraphicFramePr/>
          <p:nvPr>
            <p:extLst>
              <p:ext uri="{D42A27DB-BD31-4B8C-83A1-F6EECF244321}">
                <p14:modId xmlns:p14="http://schemas.microsoft.com/office/powerpoint/2010/main" val="2975472627"/>
              </p:ext>
            </p:extLst>
          </p:nvPr>
        </p:nvGraphicFramePr>
        <p:xfrm>
          <a:off x="619125" y="1571625"/>
          <a:ext cx="10953750" cy="3143250"/>
        </p:xfrm>
        <a:graphic>
          <a:graphicData uri="http://schemas.openxmlformats.org/drawingml/2006/table">
            <a:tbl>
              <a:tblPr/>
              <a:tblGrid>
                <a:gridCol w="3333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628650">
                <a:tc>
                  <a:txBody>
                    <a:bodyPr/>
                    <a:lstStyle/>
                    <a:p>
                      <a:r>
                        <a:rPr sz="1875" b="1">
                          <a:solidFill>
                            <a:srgbClr val="111111"/>
                          </a:solidFill>
                          <a:latin typeface="Avenir Next LT Pro" panose="020B0504020202020204" pitchFamily="34" charset="0"/>
                        </a:rPr>
                        <a:t>Real / Predicción</a:t>
                      </a:r>
                    </a:p>
                  </a:txBody>
                  <a:tcP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Cabeza</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Casco</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Chaleco</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tc>
                  <a:txBody>
                    <a:bodyPr/>
                    <a:lstStyle/>
                    <a:p>
                      <a:r>
                        <a:rPr sz="1875" b="1">
                          <a:solidFill>
                            <a:srgbClr val="111111"/>
                          </a:solidFill>
                          <a:latin typeface="Avenir Next LT Pro" panose="020B0504020202020204" pitchFamily="34" charset="0"/>
                        </a:rPr>
                        <a:t>Trabajador</a:t>
                      </a:r>
                    </a:p>
                  </a:txBody>
                  <a:tcPr>
                    <a:lnL w="9525" cap="flat" cmpd="sng" algn="ctr">
                      <a:solidFill>
                        <a:srgbClr val="777777"/>
                      </a:solidFill>
                      <a:prstDash val="solid"/>
                      <a:round/>
                      <a:headEnd type="none" w="med" len="med"/>
                      <a:tailEnd type="none" w="med" len="med"/>
                    </a:lnL>
                    <a:lnR w="9525">
                      <a:solidFill>
                        <a:srgbClr val="777777"/>
                      </a:solidFill>
                      <a:prstDash val="solid"/>
                    </a:lnR>
                    <a:lnT w="9525">
                      <a:solidFill>
                        <a:srgbClr val="777777"/>
                      </a:solidFill>
                      <a:prstDash val="solid"/>
                    </a:lnT>
                    <a:lnB w="9525">
                      <a:solidFill>
                        <a:srgbClr val="777777"/>
                      </a:solidFill>
                      <a:prstDash val="solid"/>
                    </a:lnB>
                    <a:solidFill>
                      <a:srgbClr val="EEEEEE"/>
                    </a:solidFill>
                  </a:tcPr>
                </a:tc>
                <a:extLst>
                  <a:ext uri="{0D108BD9-81ED-4DB2-BD59-A6C34878D82A}">
                    <a16:rowId xmlns:a16="http://schemas.microsoft.com/office/drawing/2014/main" val="10000"/>
                  </a:ext>
                </a:extLst>
              </a:tr>
              <a:tr h="628650">
                <a:tc>
                  <a:txBody>
                    <a:bodyPr/>
                    <a:lstStyle/>
                    <a:p>
                      <a:r>
                        <a:rPr sz="1875" b="0">
                          <a:solidFill>
                            <a:srgbClr val="111111"/>
                          </a:solidFill>
                          <a:latin typeface="Avenir Next LT Pro" panose="020B0504020202020204" pitchFamily="34" charset="0"/>
                        </a:rPr>
                        <a:t>Cabeza</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85</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4</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1</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0</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1"/>
                  </a:ext>
                </a:extLst>
              </a:tr>
              <a:tr h="628650">
                <a:tc>
                  <a:txBody>
                    <a:bodyPr/>
                    <a:lstStyle/>
                    <a:p>
                      <a:r>
                        <a:rPr sz="1875" b="0">
                          <a:solidFill>
                            <a:srgbClr val="111111"/>
                          </a:solidFill>
                          <a:latin typeface="Avenir Next LT Pro" panose="020B0504020202020204" pitchFamily="34" charset="0"/>
                        </a:rPr>
                        <a:t>Casco</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3</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302</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2</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0</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2"/>
                  </a:ext>
                </a:extLst>
              </a:tr>
              <a:tr h="628650">
                <a:tc>
                  <a:txBody>
                    <a:bodyPr/>
                    <a:lstStyle/>
                    <a:p>
                      <a:r>
                        <a:rPr sz="1875" b="0">
                          <a:solidFill>
                            <a:srgbClr val="111111"/>
                          </a:solidFill>
                          <a:latin typeface="Avenir Next LT Pro" panose="020B0504020202020204" pitchFamily="34" charset="0"/>
                        </a:rPr>
                        <a:t>Chaleco</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0</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0</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277</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10</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3"/>
                  </a:ext>
                </a:extLst>
              </a:tr>
              <a:tr h="628650">
                <a:tc>
                  <a:txBody>
                    <a:bodyPr/>
                    <a:lstStyle/>
                    <a:p>
                      <a:r>
                        <a:rPr sz="1875" b="0">
                          <a:solidFill>
                            <a:srgbClr val="111111"/>
                          </a:solidFill>
                          <a:latin typeface="Avenir Next LT Pro" panose="020B0504020202020204" pitchFamily="34" charset="0"/>
                        </a:rPr>
                        <a:t>Trabajador</a:t>
                      </a:r>
                    </a:p>
                  </a:txBody>
                  <a:tcPr>
                    <a:lnL w="9525">
                      <a:solidFill>
                        <a:srgbClr val="777777"/>
                      </a:solidFill>
                      <a:prstDash val="soli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0</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0</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5</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tc>
                  <a:txBody>
                    <a:bodyPr/>
                    <a:lstStyle/>
                    <a:p>
                      <a:r>
                        <a:rPr sz="1875" b="0">
                          <a:solidFill>
                            <a:srgbClr val="111111"/>
                          </a:solidFill>
                          <a:latin typeface="Avenir Next LT Pro" panose="020B0504020202020204" pitchFamily="34" charset="0"/>
                        </a:rPr>
                        <a:t>392</a:t>
                      </a:r>
                    </a:p>
                  </a:txBody>
                  <a:tcPr>
                    <a:lnL w="9525" cap="flat" cmpd="sng" algn="ctr">
                      <a:solidFill>
                        <a:srgbClr val="777777"/>
                      </a:solidFill>
                      <a:prstDash val="solid"/>
                      <a:round/>
                      <a:headEnd type="none" w="med" len="med"/>
                      <a:tailEnd type="none" w="med" len="med"/>
                    </a:lnL>
                    <a:lnR w="9525">
                      <a:solidFill>
                        <a:srgbClr val="777777"/>
                      </a:solidFill>
                      <a:prstDash val="solid"/>
                    </a:lnR>
                    <a:lnT w="9525" cap="flat" cmpd="sng" algn="ctr">
                      <a:solidFill>
                        <a:srgbClr val="777777"/>
                      </a:solidFill>
                      <a:prstDash val="solid"/>
                      <a:round/>
                      <a:headEnd type="none" w="med" len="med"/>
                      <a:tailEnd type="none" w="med" len="med"/>
                    </a:lnT>
                    <a:lnB w="9525">
                      <a:solidFill>
                        <a:srgbClr val="777777"/>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4" name="Rectángulo 3">
            <a:extLst>
              <a:ext uri="{FF2B5EF4-FFF2-40B4-BE49-F238E27FC236}">
                <a16:creationId xmlns:a16="http://schemas.microsoft.com/office/drawing/2014/main" id="{B4EBCEA3-84BF-4A55-BB96-337FBFFE41E1}"/>
              </a:ext>
            </a:extLst>
          </p:cNvPr>
          <p:cNvSpPr>
            <a:spLocks noGrp="1"/>
          </p:cNvSpPr>
          <p:nvPr/>
        </p:nvSpPr>
        <p:spPr>
          <a:xfrm>
            <a:off x="666750" y="5238750"/>
            <a:ext cx="10668000" cy="571500"/>
          </a:xfrm>
          <a:prstGeom prst="rect">
            <a:avLst/>
          </a:prstGeom>
          <a:noFill/>
          <a:ln w="0">
            <a:noFill/>
          </a:ln>
        </p:spPr>
        <p:txBody>
          <a:bodyPr/>
          <a:lstStyle>
            <a:defPPr>
              <a:defRPr sz="2475" b="1">
                <a:solidFill>
                  <a:srgbClr val="111111"/>
                </a:solidFill>
              </a:defRPr>
            </a:defPPr>
            <a:lvl1pPr>
              <a:defRPr sz="2475" b="1">
                <a:solidFill>
                  <a:srgbClr val="111111"/>
                </a:solidFill>
              </a:defRPr>
            </a:lvl1pPr>
            <a:lvl2pPr>
              <a:defRPr sz="2475" b="1">
                <a:solidFill>
                  <a:srgbClr val="111111"/>
                </a:solidFill>
              </a:defRPr>
            </a:lvl2pPr>
            <a:lvl3pPr>
              <a:defRPr sz="2475" b="1">
                <a:solidFill>
                  <a:srgbClr val="111111"/>
                </a:solidFill>
              </a:defRPr>
            </a:lvl3pPr>
            <a:lvl4pPr>
              <a:defRPr sz="2475" b="1">
                <a:solidFill>
                  <a:srgbClr val="111111"/>
                </a:solidFill>
              </a:defRPr>
            </a:lvl4pPr>
            <a:lvl5pPr>
              <a:defRPr sz="2475" b="1">
                <a:solidFill>
                  <a:srgbClr val="111111"/>
                </a:solidFill>
              </a:defRPr>
            </a:lvl5pPr>
            <a:lvl6pPr>
              <a:defRPr sz="2475" b="1">
                <a:solidFill>
                  <a:srgbClr val="111111"/>
                </a:solidFill>
              </a:defRPr>
            </a:lvl6pPr>
            <a:lvl7pPr>
              <a:defRPr sz="2475" b="1">
                <a:solidFill>
                  <a:srgbClr val="111111"/>
                </a:solidFill>
              </a:defRPr>
            </a:lvl7pPr>
            <a:lvl8pPr>
              <a:defRPr sz="2475" b="1">
                <a:solidFill>
                  <a:srgbClr val="111111"/>
                </a:solidFill>
              </a:defRPr>
            </a:lvl8pPr>
            <a:lvl9pPr>
              <a:defRPr sz="2475" b="1">
                <a:solidFill>
                  <a:srgbClr val="111111"/>
                </a:solidFill>
              </a:defRPr>
            </a:lvl9pPr>
          </a:lstStyle>
          <a:p>
            <a:pPr>
              <a:defRPr sz="2475" b="1">
                <a:solidFill>
                  <a:srgbClr val="111111"/>
                </a:solidFill>
              </a:defRPr>
            </a:pPr>
            <a:r>
              <a:rPr sz="2475" b="1">
                <a:solidFill>
                  <a:srgbClr val="111111"/>
                </a:solidFill>
                <a:latin typeface="Avenir Next LT Pro" panose="020B0504020202020204" pitchFamily="34" charset="0"/>
              </a:rPr>
              <a:t>15 confusiones entre chaleco y trabajador.</a:t>
            </a:r>
          </a:p>
        </p:txBody>
      </p:sp>
    </p:spTree>
    <p:extLst>
      <p:ext uri="{BB962C8B-B14F-4D97-AF65-F5344CB8AC3E}">
        <p14:creationId xmlns:p14="http://schemas.microsoft.com/office/powerpoint/2010/main" val="210965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CB867393-9473-4812-BF5C-20F08E70DE79}"/>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EJEMPLOS DE ACIERTOS Y ERRORES</a:t>
            </a:r>
          </a:p>
        </p:txBody>
      </p:sp>
      <p:sp>
        <p:nvSpPr>
          <p:cNvPr id="2" name="Rectángulo 1">
            <a:extLst>
              <a:ext uri="{FF2B5EF4-FFF2-40B4-BE49-F238E27FC236}">
                <a16:creationId xmlns:a16="http://schemas.microsoft.com/office/drawing/2014/main" id="{1A96FA4D-ADA6-4F04-9FEE-F6037152C20A}"/>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14</a:t>
            </a:r>
          </a:p>
        </p:txBody>
      </p:sp>
      <p:pic>
        <p:nvPicPr>
          <p:cNvPr id="3" name="Imagen 2">
            <a:extLst>
              <a:ext uri="{FF2B5EF4-FFF2-40B4-BE49-F238E27FC236}">
                <a16:creationId xmlns:a16="http://schemas.microsoft.com/office/drawing/2014/main" id="{0851091E-06D0-49CE-8772-27C01752EC6B}"/>
              </a:ext>
            </a:extLst>
          </p:cNvPr>
          <p:cNvPicPr>
            <a:picLocks noChangeAspect="1"/>
          </p:cNvPicPr>
          <p:nvPr/>
        </p:nvPicPr>
        <p:blipFill>
          <a:blip r:embed="rId3"/>
          <a:stretch/>
        </p:blipFill>
        <p:spPr>
          <a:xfrm>
            <a:off x="2030451" y="1333500"/>
            <a:ext cx="8131098" cy="4762500"/>
          </a:xfrm>
          <a:prstGeom prst="rect">
            <a:avLst/>
          </a:prstGeom>
        </p:spPr>
      </p:pic>
      <p:sp>
        <p:nvSpPr>
          <p:cNvPr id="4" name="Rectángulo 3">
            <a:extLst>
              <a:ext uri="{FF2B5EF4-FFF2-40B4-BE49-F238E27FC236}">
                <a16:creationId xmlns:a16="http://schemas.microsoft.com/office/drawing/2014/main" id="{BBF6AED6-4715-47FE-8921-585636E6588A}"/>
              </a:ext>
            </a:extLst>
          </p:cNvPr>
          <p:cNvSpPr>
            <a:spLocks noGrp="1"/>
          </p:cNvSpPr>
          <p:nvPr/>
        </p:nvSpPr>
        <p:spPr>
          <a:xfrm>
            <a:off x="1714500" y="6362700"/>
            <a:ext cx="9906000" cy="238125"/>
          </a:xfrm>
          <a:prstGeom prst="rect">
            <a:avLst/>
          </a:prstGeom>
          <a:noFill/>
          <a:ln w="0">
            <a:noFill/>
          </a:ln>
        </p:spPr>
        <p:txBody>
          <a:bodyPr/>
          <a:lstStyle>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a:pPr>
              <a:defRPr sz="1275" b="0">
                <a:solidFill>
                  <a:srgbClr val="555555"/>
                </a:solidFill>
              </a:defRPr>
            </a:pPr>
            <a:r>
              <a:rPr sz="1275" b="0">
                <a:solidFill>
                  <a:srgbClr val="555555"/>
                </a:solidFill>
                <a:latin typeface="Avenir Next LT Pro" panose="020B0504020202020204" pitchFamily="34" charset="0"/>
              </a:rPr>
              <a:t>Predicciones del proyecto. Imágenes: Chen (CC BY 4.0).</a:t>
            </a:r>
          </a:p>
        </p:txBody>
      </p:sp>
    </p:spTree>
    <p:extLst>
      <p:ext uri="{BB962C8B-B14F-4D97-AF65-F5344CB8AC3E}">
        <p14:creationId xmlns:p14="http://schemas.microsoft.com/office/powerpoint/2010/main" val="648791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38D46F-E9E2-4C2D-B9CB-B6C29D82744C}"/>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DEMOSTRACIÓN DEL MODELO</a:t>
            </a:r>
          </a:p>
        </p:txBody>
      </p:sp>
      <p:sp>
        <p:nvSpPr>
          <p:cNvPr id="2" name="Rectángulo 1">
            <a:extLst>
              <a:ext uri="{FF2B5EF4-FFF2-40B4-BE49-F238E27FC236}">
                <a16:creationId xmlns:a16="http://schemas.microsoft.com/office/drawing/2014/main" id="{099A2237-EE84-4707-B092-2DA1AABD90FD}"/>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15</a:t>
            </a:r>
          </a:p>
        </p:txBody>
      </p:sp>
      <p:sp>
        <p:nvSpPr>
          <p:cNvPr id="3" name="Rectángulo 2">
            <a:extLst>
              <a:ext uri="{FF2B5EF4-FFF2-40B4-BE49-F238E27FC236}">
                <a16:creationId xmlns:a16="http://schemas.microsoft.com/office/drawing/2014/main" id="{9B74A41F-4768-4CB2-A84D-D2097D999C06}"/>
              </a:ext>
            </a:extLst>
          </p:cNvPr>
          <p:cNvSpPr>
            <a:spLocks noGrp="1"/>
          </p:cNvSpPr>
          <p:nvPr/>
        </p:nvSpPr>
        <p:spPr>
          <a:xfrm>
            <a:off x="989648" y="1524000"/>
            <a:ext cx="8395335" cy="7620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1. Cargar el modelo guardado.</a:t>
            </a:r>
          </a:p>
        </p:txBody>
      </p:sp>
      <p:sp>
        <p:nvSpPr>
          <p:cNvPr id="4" name="Rectángulo 3">
            <a:extLst>
              <a:ext uri="{FF2B5EF4-FFF2-40B4-BE49-F238E27FC236}">
                <a16:creationId xmlns:a16="http://schemas.microsoft.com/office/drawing/2014/main" id="{1EC7A5FF-E2C9-4047-B343-6A6EEFC07B0D}"/>
              </a:ext>
            </a:extLst>
          </p:cNvPr>
          <p:cNvSpPr>
            <a:spLocks noGrp="1"/>
          </p:cNvSpPr>
          <p:nvPr/>
        </p:nvSpPr>
        <p:spPr>
          <a:xfrm>
            <a:off x="989648" y="2381250"/>
            <a:ext cx="8395335" cy="7620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2. Clasificar cuatro imágenes de prueba.</a:t>
            </a:r>
          </a:p>
        </p:txBody>
      </p:sp>
      <p:sp>
        <p:nvSpPr>
          <p:cNvPr id="5" name="Rectángulo 4">
            <a:extLst>
              <a:ext uri="{FF2B5EF4-FFF2-40B4-BE49-F238E27FC236}">
                <a16:creationId xmlns:a16="http://schemas.microsoft.com/office/drawing/2014/main" id="{C3995936-096F-468E-A6CC-C177547E24B3}"/>
              </a:ext>
            </a:extLst>
          </p:cNvPr>
          <p:cNvSpPr>
            <a:spLocks noGrp="1"/>
          </p:cNvSpPr>
          <p:nvPr/>
        </p:nvSpPr>
        <p:spPr>
          <a:xfrm>
            <a:off x="989648" y="3238500"/>
            <a:ext cx="8395335" cy="7620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3. Revisar la categoría predicha.</a:t>
            </a:r>
          </a:p>
        </p:txBody>
      </p:sp>
      <p:sp>
        <p:nvSpPr>
          <p:cNvPr id="6" name="Rectángulo 5">
            <a:extLst>
              <a:ext uri="{FF2B5EF4-FFF2-40B4-BE49-F238E27FC236}">
                <a16:creationId xmlns:a16="http://schemas.microsoft.com/office/drawing/2014/main" id="{50FE0691-4272-4283-BCE6-E97C93A339B8}"/>
              </a:ext>
            </a:extLst>
          </p:cNvPr>
          <p:cNvSpPr>
            <a:spLocks noGrp="1"/>
          </p:cNvSpPr>
          <p:nvPr/>
        </p:nvSpPr>
        <p:spPr>
          <a:xfrm>
            <a:off x="989648" y="4095750"/>
            <a:ext cx="8395335" cy="7620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4. Mostrar el código y su historial en GitHub.</a:t>
            </a:r>
          </a:p>
        </p:txBody>
      </p:sp>
      <p:sp>
        <p:nvSpPr>
          <p:cNvPr id="7" name="Rectángulo 6">
            <a:extLst>
              <a:ext uri="{FF2B5EF4-FFF2-40B4-BE49-F238E27FC236}">
                <a16:creationId xmlns:a16="http://schemas.microsoft.com/office/drawing/2014/main" id="{391B571B-D39B-4BEA-A781-0CDBEAD8FB81}"/>
              </a:ext>
            </a:extLst>
          </p:cNvPr>
          <p:cNvSpPr>
            <a:spLocks noGrp="1"/>
          </p:cNvSpPr>
          <p:nvPr/>
        </p:nvSpPr>
        <p:spPr>
          <a:xfrm>
            <a:off x="989648" y="5619750"/>
            <a:ext cx="8395335" cy="523875"/>
          </a:xfrm>
          <a:prstGeom prst="rect">
            <a:avLst/>
          </a:prstGeom>
          <a:noFill/>
          <a:ln w="0">
            <a:noFill/>
          </a:ln>
        </p:spPr>
        <p:txBody>
          <a:bodyPr/>
          <a:lstStyle>
            <a:defPPr>
              <a:defRPr sz="2100" b="1">
                <a:solidFill>
                  <a:srgbClr val="111111"/>
                </a:solidFill>
              </a:defRPr>
            </a:defPPr>
            <a:lvl1pPr>
              <a:defRPr sz="2100" b="1">
                <a:solidFill>
                  <a:srgbClr val="111111"/>
                </a:solidFill>
              </a:defRPr>
            </a:lvl1pPr>
            <a:lvl2pPr>
              <a:defRPr sz="2100" b="1">
                <a:solidFill>
                  <a:srgbClr val="111111"/>
                </a:solidFill>
              </a:defRPr>
            </a:lvl2pPr>
            <a:lvl3pPr>
              <a:defRPr sz="2100" b="1">
                <a:solidFill>
                  <a:srgbClr val="111111"/>
                </a:solidFill>
              </a:defRPr>
            </a:lvl3pPr>
            <a:lvl4pPr>
              <a:defRPr sz="2100" b="1">
                <a:solidFill>
                  <a:srgbClr val="111111"/>
                </a:solidFill>
              </a:defRPr>
            </a:lvl4pPr>
            <a:lvl5pPr>
              <a:defRPr sz="2100" b="1">
                <a:solidFill>
                  <a:srgbClr val="111111"/>
                </a:solidFill>
              </a:defRPr>
            </a:lvl5pPr>
            <a:lvl6pPr>
              <a:defRPr sz="2100" b="1">
                <a:solidFill>
                  <a:srgbClr val="111111"/>
                </a:solidFill>
              </a:defRPr>
            </a:lvl6pPr>
            <a:lvl7pPr>
              <a:defRPr sz="2100" b="1">
                <a:solidFill>
                  <a:srgbClr val="111111"/>
                </a:solidFill>
              </a:defRPr>
            </a:lvl7pPr>
            <a:lvl8pPr>
              <a:defRPr sz="2100" b="1">
                <a:solidFill>
                  <a:srgbClr val="111111"/>
                </a:solidFill>
              </a:defRPr>
            </a:lvl8pPr>
            <a:lvl9pPr>
              <a:defRPr sz="2100" b="1">
                <a:solidFill>
                  <a:srgbClr val="111111"/>
                </a:solidFill>
              </a:defRPr>
            </a:lvl9pPr>
          </a:lstStyle>
          <a:p>
            <a:pPr>
              <a:defRPr sz="2100" b="1">
                <a:solidFill>
                  <a:srgbClr val="111111"/>
                </a:solidFill>
              </a:defRPr>
            </a:pPr>
            <a:r>
              <a:rPr sz="2100" b="1">
                <a:solidFill>
                  <a:srgbClr val="111111"/>
                </a:solidFill>
                <a:latin typeface="Avenir Next LT Pro" panose="020B0504020202020204" pitchFamily="34" charset="0"/>
              </a:rPr>
              <a:t>github.com/JIMdvd/densenet-ppe-ia2</a:t>
            </a:r>
          </a:p>
        </p:txBody>
      </p:sp>
    </p:spTree>
    <p:extLst>
      <p:ext uri="{BB962C8B-B14F-4D97-AF65-F5344CB8AC3E}">
        <p14:creationId xmlns:p14="http://schemas.microsoft.com/office/powerpoint/2010/main" val="1147257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C901DA26-67D1-4128-83E4-D2F3E5026E4B}"/>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VENTAJAS Y LIMITACIONES</a:t>
            </a:r>
          </a:p>
        </p:txBody>
      </p:sp>
      <p:sp>
        <p:nvSpPr>
          <p:cNvPr id="2" name="Rectángulo 1">
            <a:extLst>
              <a:ext uri="{FF2B5EF4-FFF2-40B4-BE49-F238E27FC236}">
                <a16:creationId xmlns:a16="http://schemas.microsoft.com/office/drawing/2014/main" id="{2904CF42-4547-40BF-9E6B-69ED264DC401}"/>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16</a:t>
            </a:r>
          </a:p>
        </p:txBody>
      </p:sp>
      <p:sp>
        <p:nvSpPr>
          <p:cNvPr id="3" name="Rectángulo 2">
            <a:extLst>
              <a:ext uri="{FF2B5EF4-FFF2-40B4-BE49-F238E27FC236}">
                <a16:creationId xmlns:a16="http://schemas.microsoft.com/office/drawing/2014/main" id="{4FBD67FA-DA30-4FCB-A127-F8AF93CE7B2E}"/>
              </a:ext>
            </a:extLst>
          </p:cNvPr>
          <p:cNvSpPr>
            <a:spLocks noGrp="1"/>
          </p:cNvSpPr>
          <p:nvPr/>
        </p:nvSpPr>
        <p:spPr>
          <a:xfrm>
            <a:off x="619125" y="1476375"/>
            <a:ext cx="5048250" cy="523875"/>
          </a:xfrm>
          <a:prstGeom prst="rect">
            <a:avLst/>
          </a:prstGeom>
          <a:noFill/>
          <a:ln w="0">
            <a:noFill/>
          </a:ln>
        </p:spPr>
        <p:txBody>
          <a:bodyPr/>
          <a:lstStyle>
            <a:defPPr>
              <a:defRPr sz="2475" b="1">
                <a:solidFill>
                  <a:srgbClr val="111111"/>
                </a:solidFill>
              </a:defRPr>
            </a:defPPr>
            <a:lvl1pPr>
              <a:defRPr sz="2475" b="1">
                <a:solidFill>
                  <a:srgbClr val="111111"/>
                </a:solidFill>
              </a:defRPr>
            </a:lvl1pPr>
            <a:lvl2pPr>
              <a:defRPr sz="2475" b="1">
                <a:solidFill>
                  <a:srgbClr val="111111"/>
                </a:solidFill>
              </a:defRPr>
            </a:lvl2pPr>
            <a:lvl3pPr>
              <a:defRPr sz="2475" b="1">
                <a:solidFill>
                  <a:srgbClr val="111111"/>
                </a:solidFill>
              </a:defRPr>
            </a:lvl3pPr>
            <a:lvl4pPr>
              <a:defRPr sz="2475" b="1">
                <a:solidFill>
                  <a:srgbClr val="111111"/>
                </a:solidFill>
              </a:defRPr>
            </a:lvl4pPr>
            <a:lvl5pPr>
              <a:defRPr sz="2475" b="1">
                <a:solidFill>
                  <a:srgbClr val="111111"/>
                </a:solidFill>
              </a:defRPr>
            </a:lvl5pPr>
            <a:lvl6pPr>
              <a:defRPr sz="2475" b="1">
                <a:solidFill>
                  <a:srgbClr val="111111"/>
                </a:solidFill>
              </a:defRPr>
            </a:lvl6pPr>
            <a:lvl7pPr>
              <a:defRPr sz="2475" b="1">
                <a:solidFill>
                  <a:srgbClr val="111111"/>
                </a:solidFill>
              </a:defRPr>
            </a:lvl7pPr>
            <a:lvl8pPr>
              <a:defRPr sz="2475" b="1">
                <a:solidFill>
                  <a:srgbClr val="111111"/>
                </a:solidFill>
              </a:defRPr>
            </a:lvl8pPr>
            <a:lvl9pPr>
              <a:defRPr sz="2475" b="1">
                <a:solidFill>
                  <a:srgbClr val="111111"/>
                </a:solidFill>
              </a:defRPr>
            </a:lvl9pPr>
          </a:lstStyle>
          <a:p>
            <a:pPr>
              <a:defRPr sz="2475" b="1">
                <a:solidFill>
                  <a:srgbClr val="111111"/>
                </a:solidFill>
              </a:defRPr>
            </a:pPr>
            <a:r>
              <a:rPr sz="2475" b="1">
                <a:solidFill>
                  <a:srgbClr val="111111"/>
                </a:solidFill>
                <a:latin typeface="Posterama" panose="020B0504020200020000" pitchFamily="34" charset="0"/>
              </a:rPr>
              <a:t>Ventajas</a:t>
            </a:r>
          </a:p>
        </p:txBody>
      </p:sp>
      <p:sp>
        <p:nvSpPr>
          <p:cNvPr id="4" name="Rectángulo 3">
            <a:extLst>
              <a:ext uri="{FF2B5EF4-FFF2-40B4-BE49-F238E27FC236}">
                <a16:creationId xmlns:a16="http://schemas.microsoft.com/office/drawing/2014/main" id="{BA55F15A-7C84-48A5-98C9-4A500FEE29CF}"/>
              </a:ext>
            </a:extLst>
          </p:cNvPr>
          <p:cNvSpPr>
            <a:spLocks noGrp="1"/>
          </p:cNvSpPr>
          <p:nvPr/>
        </p:nvSpPr>
        <p:spPr>
          <a:xfrm>
            <a:off x="619125" y="2333625"/>
            <a:ext cx="5048250" cy="9525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Aprovecha conocimientos de ImageNet.</a:t>
            </a:r>
          </a:p>
        </p:txBody>
      </p:sp>
      <p:sp>
        <p:nvSpPr>
          <p:cNvPr id="5" name="Rectángulo 4">
            <a:extLst>
              <a:ext uri="{FF2B5EF4-FFF2-40B4-BE49-F238E27FC236}">
                <a16:creationId xmlns:a16="http://schemas.microsoft.com/office/drawing/2014/main" id="{1606FBA1-815B-4165-B30F-E1582B1B12E3}"/>
              </a:ext>
            </a:extLst>
          </p:cNvPr>
          <p:cNvSpPr>
            <a:spLocks noGrp="1"/>
          </p:cNvSpPr>
          <p:nvPr/>
        </p:nvSpPr>
        <p:spPr>
          <a:xfrm>
            <a:off x="619125" y="3381375"/>
            <a:ext cx="5048250" cy="9525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Entrena con la GPU disponible.</a:t>
            </a:r>
          </a:p>
        </p:txBody>
      </p:sp>
      <p:sp>
        <p:nvSpPr>
          <p:cNvPr id="6" name="Rectángulo 5">
            <a:extLst>
              <a:ext uri="{FF2B5EF4-FFF2-40B4-BE49-F238E27FC236}">
                <a16:creationId xmlns:a16="http://schemas.microsoft.com/office/drawing/2014/main" id="{7759CD95-3A8A-46B6-BAA8-C4C0080C497E}"/>
              </a:ext>
            </a:extLst>
          </p:cNvPr>
          <p:cNvSpPr>
            <a:spLocks noGrp="1"/>
          </p:cNvSpPr>
          <p:nvPr/>
        </p:nvSpPr>
        <p:spPr>
          <a:xfrm>
            <a:off x="619125" y="4429125"/>
            <a:ext cx="5048250" cy="9525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Permite repetir la evaluación.</a:t>
            </a:r>
          </a:p>
        </p:txBody>
      </p:sp>
      <p:sp>
        <p:nvSpPr>
          <p:cNvPr id="7" name="Rectángulo 6">
            <a:extLst>
              <a:ext uri="{FF2B5EF4-FFF2-40B4-BE49-F238E27FC236}">
                <a16:creationId xmlns:a16="http://schemas.microsoft.com/office/drawing/2014/main" id="{DC5E8A17-812D-47AA-98F0-87BE4BF4C0E3}"/>
              </a:ext>
            </a:extLst>
          </p:cNvPr>
          <p:cNvSpPr>
            <a:spLocks noGrp="1"/>
          </p:cNvSpPr>
          <p:nvPr/>
        </p:nvSpPr>
        <p:spPr>
          <a:xfrm>
            <a:off x="6477000" y="1476375"/>
            <a:ext cx="5048250" cy="523875"/>
          </a:xfrm>
          <a:prstGeom prst="rect">
            <a:avLst/>
          </a:prstGeom>
          <a:noFill/>
          <a:ln w="0">
            <a:noFill/>
          </a:ln>
        </p:spPr>
        <p:txBody>
          <a:bodyPr/>
          <a:lstStyle>
            <a:defPPr>
              <a:defRPr sz="2475" b="1">
                <a:solidFill>
                  <a:srgbClr val="111111"/>
                </a:solidFill>
              </a:defRPr>
            </a:defPPr>
            <a:lvl1pPr>
              <a:defRPr sz="2475" b="1">
                <a:solidFill>
                  <a:srgbClr val="111111"/>
                </a:solidFill>
              </a:defRPr>
            </a:lvl1pPr>
            <a:lvl2pPr>
              <a:defRPr sz="2475" b="1">
                <a:solidFill>
                  <a:srgbClr val="111111"/>
                </a:solidFill>
              </a:defRPr>
            </a:lvl2pPr>
            <a:lvl3pPr>
              <a:defRPr sz="2475" b="1">
                <a:solidFill>
                  <a:srgbClr val="111111"/>
                </a:solidFill>
              </a:defRPr>
            </a:lvl3pPr>
            <a:lvl4pPr>
              <a:defRPr sz="2475" b="1">
                <a:solidFill>
                  <a:srgbClr val="111111"/>
                </a:solidFill>
              </a:defRPr>
            </a:lvl4pPr>
            <a:lvl5pPr>
              <a:defRPr sz="2475" b="1">
                <a:solidFill>
                  <a:srgbClr val="111111"/>
                </a:solidFill>
              </a:defRPr>
            </a:lvl5pPr>
            <a:lvl6pPr>
              <a:defRPr sz="2475" b="1">
                <a:solidFill>
                  <a:srgbClr val="111111"/>
                </a:solidFill>
              </a:defRPr>
            </a:lvl6pPr>
            <a:lvl7pPr>
              <a:defRPr sz="2475" b="1">
                <a:solidFill>
                  <a:srgbClr val="111111"/>
                </a:solidFill>
              </a:defRPr>
            </a:lvl7pPr>
            <a:lvl8pPr>
              <a:defRPr sz="2475" b="1">
                <a:solidFill>
                  <a:srgbClr val="111111"/>
                </a:solidFill>
              </a:defRPr>
            </a:lvl8pPr>
            <a:lvl9pPr>
              <a:defRPr sz="2475" b="1">
                <a:solidFill>
                  <a:srgbClr val="111111"/>
                </a:solidFill>
              </a:defRPr>
            </a:lvl9pPr>
          </a:lstStyle>
          <a:p>
            <a:pPr>
              <a:defRPr sz="2475" b="1">
                <a:solidFill>
                  <a:srgbClr val="111111"/>
                </a:solidFill>
              </a:defRPr>
            </a:pPr>
            <a:r>
              <a:rPr sz="2475" b="1">
                <a:solidFill>
                  <a:srgbClr val="111111"/>
                </a:solidFill>
                <a:latin typeface="Posterama" panose="020B0504020200020000" pitchFamily="34" charset="0"/>
              </a:rPr>
              <a:t>Limitaciones</a:t>
            </a:r>
          </a:p>
        </p:txBody>
      </p:sp>
      <p:sp>
        <p:nvSpPr>
          <p:cNvPr id="8" name="Rectángulo 7">
            <a:extLst>
              <a:ext uri="{FF2B5EF4-FFF2-40B4-BE49-F238E27FC236}">
                <a16:creationId xmlns:a16="http://schemas.microsoft.com/office/drawing/2014/main" id="{2516CAD1-5ED0-4E1D-A38B-D0DAA3851103}"/>
              </a:ext>
            </a:extLst>
          </p:cNvPr>
          <p:cNvSpPr>
            <a:spLocks noGrp="1"/>
          </p:cNvSpPr>
          <p:nvPr/>
        </p:nvSpPr>
        <p:spPr>
          <a:xfrm>
            <a:off x="6477000" y="2333625"/>
            <a:ext cx="5048250" cy="9525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Requiere objetos recortados.</a:t>
            </a:r>
          </a:p>
        </p:txBody>
      </p:sp>
      <p:sp>
        <p:nvSpPr>
          <p:cNvPr id="9" name="Rectángulo 8">
            <a:extLst>
              <a:ext uri="{FF2B5EF4-FFF2-40B4-BE49-F238E27FC236}">
                <a16:creationId xmlns:a16="http://schemas.microsoft.com/office/drawing/2014/main" id="{71DDCD40-7CBD-4E7D-A725-C8E9B4231171}"/>
              </a:ext>
            </a:extLst>
          </p:cNvPr>
          <p:cNvSpPr>
            <a:spLocks noGrp="1"/>
          </p:cNvSpPr>
          <p:nvPr/>
        </p:nvSpPr>
        <p:spPr>
          <a:xfrm>
            <a:off x="6477000" y="3381375"/>
            <a:ext cx="5048250" cy="9525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Presenta confusiones entre clases.</a:t>
            </a:r>
          </a:p>
        </p:txBody>
      </p:sp>
      <p:sp>
        <p:nvSpPr>
          <p:cNvPr id="10" name="Rectángulo 9">
            <a:extLst>
              <a:ext uri="{FF2B5EF4-FFF2-40B4-BE49-F238E27FC236}">
                <a16:creationId xmlns:a16="http://schemas.microsoft.com/office/drawing/2014/main" id="{93D1DEA7-1C15-404B-AF5A-734258B661E4}"/>
              </a:ext>
            </a:extLst>
          </p:cNvPr>
          <p:cNvSpPr>
            <a:spLocks noGrp="1"/>
          </p:cNvSpPr>
          <p:nvPr/>
        </p:nvSpPr>
        <p:spPr>
          <a:xfrm>
            <a:off x="6477000" y="4429125"/>
            <a:ext cx="5048250" cy="952500"/>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Faltan pruebas en otras obras.</a:t>
            </a:r>
          </a:p>
        </p:txBody>
      </p:sp>
    </p:spTree>
    <p:extLst>
      <p:ext uri="{BB962C8B-B14F-4D97-AF65-F5344CB8AC3E}">
        <p14:creationId xmlns:p14="http://schemas.microsoft.com/office/powerpoint/2010/main" val="575428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831D1B6C-695F-433E-9777-415B89B5E7B2}"/>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CONCLUSIONES</a:t>
            </a:r>
          </a:p>
        </p:txBody>
      </p:sp>
      <p:sp>
        <p:nvSpPr>
          <p:cNvPr id="2" name="Rectángulo 1">
            <a:extLst>
              <a:ext uri="{FF2B5EF4-FFF2-40B4-BE49-F238E27FC236}">
                <a16:creationId xmlns:a16="http://schemas.microsoft.com/office/drawing/2014/main" id="{C79BBF89-2712-4152-BB3A-9DE0DD057E0D}"/>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17</a:t>
            </a:r>
          </a:p>
        </p:txBody>
      </p:sp>
      <p:sp>
        <p:nvSpPr>
          <p:cNvPr id="3" name="Rectángulo 2">
            <a:extLst>
              <a:ext uri="{FF2B5EF4-FFF2-40B4-BE49-F238E27FC236}">
                <a16:creationId xmlns:a16="http://schemas.microsoft.com/office/drawing/2014/main" id="{7C7C6855-02C1-46EE-824F-D5BAA8BDD6AA}"/>
              </a:ext>
            </a:extLst>
          </p:cNvPr>
          <p:cNvSpPr>
            <a:spLocks noGrp="1"/>
          </p:cNvSpPr>
          <p:nvPr/>
        </p:nvSpPr>
        <p:spPr>
          <a:xfrm>
            <a:off x="989648" y="1571625"/>
            <a:ext cx="8321040" cy="904875"/>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DenseNet121 clasificó las cuatro categorías del dataset.</a:t>
            </a:r>
          </a:p>
        </p:txBody>
      </p:sp>
      <p:sp>
        <p:nvSpPr>
          <p:cNvPr id="4" name="Rectángulo 3">
            <a:extLst>
              <a:ext uri="{FF2B5EF4-FFF2-40B4-BE49-F238E27FC236}">
                <a16:creationId xmlns:a16="http://schemas.microsoft.com/office/drawing/2014/main" id="{3A557E4D-483C-4EC4-AAEA-B7A9DD539239}"/>
              </a:ext>
            </a:extLst>
          </p:cNvPr>
          <p:cNvSpPr>
            <a:spLocks noGrp="1"/>
          </p:cNvSpPr>
          <p:nvPr/>
        </p:nvSpPr>
        <p:spPr>
          <a:xfrm>
            <a:off x="989648" y="2571750"/>
            <a:ext cx="8321040" cy="904875"/>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La prueba final alcanzó 97,69 % de exactitud.</a:t>
            </a:r>
          </a:p>
        </p:txBody>
      </p:sp>
      <p:sp>
        <p:nvSpPr>
          <p:cNvPr id="5" name="Rectángulo 4">
            <a:extLst>
              <a:ext uri="{FF2B5EF4-FFF2-40B4-BE49-F238E27FC236}">
                <a16:creationId xmlns:a16="http://schemas.microsoft.com/office/drawing/2014/main" id="{C07321DD-86A1-4649-9628-81063C30EE60}"/>
              </a:ext>
            </a:extLst>
          </p:cNvPr>
          <p:cNvSpPr>
            <a:spLocks noGrp="1"/>
          </p:cNvSpPr>
          <p:nvPr/>
        </p:nvSpPr>
        <p:spPr>
          <a:xfrm>
            <a:off x="989648" y="3571875"/>
            <a:ext cx="8321040" cy="904875"/>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La validación permitió conservar el mejor modelo.</a:t>
            </a:r>
          </a:p>
        </p:txBody>
      </p:sp>
      <p:sp>
        <p:nvSpPr>
          <p:cNvPr id="6" name="Rectángulo 5">
            <a:extLst>
              <a:ext uri="{FF2B5EF4-FFF2-40B4-BE49-F238E27FC236}">
                <a16:creationId xmlns:a16="http://schemas.microsoft.com/office/drawing/2014/main" id="{87BAAD78-B492-4D4C-A269-19219D3EA9FD}"/>
              </a:ext>
            </a:extLst>
          </p:cNvPr>
          <p:cNvSpPr>
            <a:spLocks noGrp="1"/>
          </p:cNvSpPr>
          <p:nvPr/>
        </p:nvSpPr>
        <p:spPr>
          <a:xfrm>
            <a:off x="989648" y="4572000"/>
            <a:ext cx="8321040" cy="904875"/>
          </a:xfrm>
          <a:prstGeom prst="rect">
            <a:avLst/>
          </a:prstGeom>
          <a:noFill/>
          <a:ln w="0">
            <a:noFill/>
          </a:ln>
        </p:spPr>
        <p:txBody>
          <a:bodyPr/>
          <a:lstStyle>
            <a:defPPr>
              <a:defRPr sz="2100" b="0">
                <a:solidFill>
                  <a:srgbClr val="111111"/>
                </a:solidFill>
              </a:defRPr>
            </a:defPPr>
            <a:lvl1pPr>
              <a:defRPr sz="2100" b="0">
                <a:solidFill>
                  <a:srgbClr val="111111"/>
                </a:solidFill>
              </a:defRPr>
            </a:lvl1pPr>
            <a:lvl2pPr>
              <a:defRPr sz="2100" b="0">
                <a:solidFill>
                  <a:srgbClr val="111111"/>
                </a:solidFill>
              </a:defRPr>
            </a:lvl2pPr>
            <a:lvl3pPr>
              <a:defRPr sz="2100" b="0">
                <a:solidFill>
                  <a:srgbClr val="111111"/>
                </a:solidFill>
              </a:defRPr>
            </a:lvl3pPr>
            <a:lvl4pPr>
              <a:defRPr sz="2100" b="0">
                <a:solidFill>
                  <a:srgbClr val="111111"/>
                </a:solidFill>
              </a:defRPr>
            </a:lvl4pPr>
            <a:lvl5pPr>
              <a:defRPr sz="2100" b="0">
                <a:solidFill>
                  <a:srgbClr val="111111"/>
                </a:solidFill>
              </a:defRPr>
            </a:lvl5pPr>
            <a:lvl6pPr>
              <a:defRPr sz="2100" b="0">
                <a:solidFill>
                  <a:srgbClr val="111111"/>
                </a:solidFill>
              </a:defRPr>
            </a:lvl6pPr>
            <a:lvl7pPr>
              <a:defRPr sz="2100" b="0">
                <a:solidFill>
                  <a:srgbClr val="111111"/>
                </a:solidFill>
              </a:defRPr>
            </a:lvl7pPr>
            <a:lvl8pPr>
              <a:defRPr sz="2100" b="0">
                <a:solidFill>
                  <a:srgbClr val="111111"/>
                </a:solidFill>
              </a:defRPr>
            </a:lvl8pPr>
            <a:lvl9pPr>
              <a:defRPr sz="2100" b="0">
                <a:solidFill>
                  <a:srgbClr val="111111"/>
                </a:solidFill>
              </a:defRPr>
            </a:lvl9pPr>
          </a:lstStyle>
          <a:p>
            <a:pPr>
              <a:defRPr sz="2100" b="0">
                <a:solidFill>
                  <a:srgbClr val="111111"/>
                </a:solidFill>
              </a:defRPr>
            </a:pPr>
            <a:r>
              <a:rPr sz="2100" b="0">
                <a:solidFill>
                  <a:srgbClr val="111111"/>
                </a:solidFill>
                <a:latin typeface="Avenir Next LT Pro" panose="020B0504020202020204" pitchFamily="34" charset="0"/>
              </a:rPr>
              <a:t>El siguiente paso es probar imágenes de otras obras.</a:t>
            </a:r>
          </a:p>
        </p:txBody>
      </p:sp>
    </p:spTree>
    <p:extLst>
      <p:ext uri="{BB962C8B-B14F-4D97-AF65-F5344CB8AC3E}">
        <p14:creationId xmlns:p14="http://schemas.microsoft.com/office/powerpoint/2010/main" val="1113188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E2CF979-03C0-4F64-BEFA-1A813D2CC134}"/>
              </a:ext>
            </a:extLst>
          </p:cNvPr>
          <p:cNvSpPr>
            <a:spLocks noGrp="1"/>
          </p:cNvSpPr>
          <p:nvPr/>
        </p:nvSpPr>
        <p:spPr>
          <a:xfrm>
            <a:off x="933450" y="590550"/>
            <a:ext cx="10287000" cy="857250"/>
          </a:xfrm>
          <a:prstGeom prst="rect">
            <a:avLst/>
          </a:prstGeom>
          <a:noFill/>
          <a:ln w="0">
            <a:noFill/>
          </a:ln>
        </p:spPr>
        <p:txBody>
          <a:bodyPr/>
          <a:lstStyle>
            <a:defPPr>
              <a:defRPr sz="2700" b="1">
                <a:solidFill>
                  <a:srgbClr val="111111"/>
                </a:solidFill>
              </a:defRPr>
            </a:defPPr>
            <a:lvl1pPr>
              <a:defRPr sz="2700" b="1">
                <a:solidFill>
                  <a:srgbClr val="111111"/>
                </a:solidFill>
              </a:defRPr>
            </a:lvl1pPr>
            <a:lvl2pPr>
              <a:defRPr sz="2700" b="1">
                <a:solidFill>
                  <a:srgbClr val="111111"/>
                </a:solidFill>
              </a:defRPr>
            </a:lvl2pPr>
            <a:lvl3pPr>
              <a:defRPr sz="2700" b="1">
                <a:solidFill>
                  <a:srgbClr val="111111"/>
                </a:solidFill>
              </a:defRPr>
            </a:lvl3pPr>
            <a:lvl4pPr>
              <a:defRPr sz="2700" b="1">
                <a:solidFill>
                  <a:srgbClr val="111111"/>
                </a:solidFill>
              </a:defRPr>
            </a:lvl4pPr>
            <a:lvl5pPr>
              <a:defRPr sz="2700" b="1">
                <a:solidFill>
                  <a:srgbClr val="111111"/>
                </a:solidFill>
              </a:defRPr>
            </a:lvl5pPr>
            <a:lvl6pPr>
              <a:defRPr sz="2700" b="1">
                <a:solidFill>
                  <a:srgbClr val="111111"/>
                </a:solidFill>
              </a:defRPr>
            </a:lvl6pPr>
            <a:lvl7pPr>
              <a:defRPr sz="2700" b="1">
                <a:solidFill>
                  <a:srgbClr val="111111"/>
                </a:solidFill>
              </a:defRPr>
            </a:lvl7pPr>
            <a:lvl8pPr>
              <a:defRPr sz="2700" b="1">
                <a:solidFill>
                  <a:srgbClr val="111111"/>
                </a:solidFill>
              </a:defRPr>
            </a:lvl8pPr>
            <a:lvl9pPr>
              <a:defRPr sz="2700" b="1">
                <a:solidFill>
                  <a:srgbClr val="111111"/>
                </a:solidFill>
              </a:defRPr>
            </a:lvl9pPr>
          </a:lstStyle>
          <a:p>
            <a:pPr>
              <a:defRPr sz="2700" b="1">
                <a:solidFill>
                  <a:srgbClr val="111111"/>
                </a:solidFill>
              </a:defRPr>
            </a:pPr>
            <a:r>
              <a:rPr sz="2700" b="1">
                <a:solidFill>
                  <a:srgbClr val="111111"/>
                </a:solidFill>
                <a:latin typeface="Posterama" panose="020B0504020200020000" pitchFamily="34" charset="0"/>
              </a:rPr>
              <a:t>REFERENCIAS</a:t>
            </a:r>
          </a:p>
        </p:txBody>
      </p:sp>
      <p:sp>
        <p:nvSpPr>
          <p:cNvPr id="2" name="Rectángulo 1">
            <a:extLst>
              <a:ext uri="{FF2B5EF4-FFF2-40B4-BE49-F238E27FC236}">
                <a16:creationId xmlns:a16="http://schemas.microsoft.com/office/drawing/2014/main" id="{B823E6DD-4198-47FA-97CF-09FD083371D4}"/>
              </a:ext>
            </a:extLst>
          </p:cNvPr>
          <p:cNvSpPr>
            <a:spLocks noGrp="1"/>
          </p:cNvSpPr>
          <p:nvPr/>
        </p:nvSpPr>
        <p:spPr>
          <a:xfrm>
            <a:off x="962025" y="6324600"/>
            <a:ext cx="571500" cy="266700"/>
          </a:xfrm>
          <a:prstGeom prst="rect">
            <a:avLst/>
          </a:prstGeom>
          <a:noFill/>
          <a:ln w="0">
            <a:noFill/>
          </a:ln>
        </p:spPr>
        <p:txBody>
          <a:bodyPr/>
          <a:lstStyle>
            <a:defPPr>
              <a:defRPr sz="1350" b="1">
                <a:solidFill>
                  <a:srgbClr val="000000"/>
                </a:solidFill>
              </a:defRPr>
            </a:defPPr>
            <a:lvl1pPr>
              <a:defRPr sz="1350" b="1">
                <a:solidFill>
                  <a:srgbClr val="000000"/>
                </a:solidFill>
              </a:defRPr>
            </a:lvl1pPr>
            <a:lvl2pPr>
              <a:defRPr sz="1350" b="1">
                <a:solidFill>
                  <a:srgbClr val="000000"/>
                </a:solidFill>
              </a:defRPr>
            </a:lvl2pPr>
            <a:lvl3pPr>
              <a:defRPr sz="1350" b="1">
                <a:solidFill>
                  <a:srgbClr val="000000"/>
                </a:solidFill>
              </a:defRPr>
            </a:lvl3pPr>
            <a:lvl4pPr>
              <a:defRPr sz="1350" b="1">
                <a:solidFill>
                  <a:srgbClr val="000000"/>
                </a:solidFill>
              </a:defRPr>
            </a:lvl4pPr>
            <a:lvl5pPr>
              <a:defRPr sz="1350" b="1">
                <a:solidFill>
                  <a:srgbClr val="000000"/>
                </a:solidFill>
              </a:defRPr>
            </a:lvl5pPr>
            <a:lvl6pPr>
              <a:defRPr sz="1350" b="1">
                <a:solidFill>
                  <a:srgbClr val="000000"/>
                </a:solidFill>
              </a:defRPr>
            </a:lvl6pPr>
            <a:lvl7pPr>
              <a:defRPr sz="1350" b="1">
                <a:solidFill>
                  <a:srgbClr val="000000"/>
                </a:solidFill>
              </a:defRPr>
            </a:lvl7pPr>
            <a:lvl8pPr>
              <a:defRPr sz="1350" b="1">
                <a:solidFill>
                  <a:srgbClr val="000000"/>
                </a:solidFill>
              </a:defRPr>
            </a:lvl8pPr>
            <a:lvl9pPr>
              <a:defRPr sz="1350" b="1">
                <a:solidFill>
                  <a:srgbClr val="000000"/>
                </a:solidFill>
              </a:defRPr>
            </a:lvl9pPr>
          </a:lstStyle>
          <a:p>
            <a:pPr>
              <a:defRPr sz="1350" b="1">
                <a:solidFill>
                  <a:srgbClr val="000000"/>
                </a:solidFill>
              </a:defRPr>
            </a:pPr>
            <a:r>
              <a:rPr sz="1350" b="1">
                <a:solidFill>
                  <a:srgbClr val="000000"/>
                </a:solidFill>
                <a:latin typeface="Avenir Next LT Pro" panose="020B0504020202020204" pitchFamily="34" charset="0"/>
              </a:rPr>
              <a:t>18</a:t>
            </a:r>
          </a:p>
        </p:txBody>
      </p:sp>
      <p:sp>
        <p:nvSpPr>
          <p:cNvPr id="3" name="Rectángulo 2">
            <a:extLst>
              <a:ext uri="{FF2B5EF4-FFF2-40B4-BE49-F238E27FC236}">
                <a16:creationId xmlns:a16="http://schemas.microsoft.com/office/drawing/2014/main" id="{208124B4-5DA1-4932-87DA-B6FDDEA2A3D2}"/>
              </a:ext>
            </a:extLst>
          </p:cNvPr>
          <p:cNvSpPr>
            <a:spLocks noGrp="1"/>
          </p:cNvSpPr>
          <p:nvPr/>
        </p:nvSpPr>
        <p:spPr>
          <a:xfrm>
            <a:off x="619125" y="1524000"/>
            <a:ext cx="10953750" cy="714375"/>
          </a:xfrm>
          <a:prstGeom prst="rect">
            <a:avLst/>
          </a:prstGeom>
          <a:noFill/>
          <a:ln w="0">
            <a:noFill/>
          </a:ln>
        </p:spPr>
        <p:txBody>
          <a:bodyPr/>
          <a:lstStyle>
            <a:defPPr>
              <a:defRPr sz="1950" b="0">
                <a:solidFill>
                  <a:srgbClr val="111111"/>
                </a:solidFill>
              </a:defRPr>
            </a:defPPr>
            <a:lvl1pPr>
              <a:defRPr sz="1950" b="0">
                <a:solidFill>
                  <a:srgbClr val="111111"/>
                </a:solidFill>
              </a:defRPr>
            </a:lvl1pPr>
            <a:lvl2pPr>
              <a:defRPr sz="1950" b="0">
                <a:solidFill>
                  <a:srgbClr val="111111"/>
                </a:solidFill>
              </a:defRPr>
            </a:lvl2pPr>
            <a:lvl3pPr>
              <a:defRPr sz="1950" b="0">
                <a:solidFill>
                  <a:srgbClr val="111111"/>
                </a:solidFill>
              </a:defRPr>
            </a:lvl3pPr>
            <a:lvl4pPr>
              <a:defRPr sz="1950" b="0">
                <a:solidFill>
                  <a:srgbClr val="111111"/>
                </a:solidFill>
              </a:defRPr>
            </a:lvl4pPr>
            <a:lvl5pPr>
              <a:defRPr sz="1950" b="0">
                <a:solidFill>
                  <a:srgbClr val="111111"/>
                </a:solidFill>
              </a:defRPr>
            </a:lvl5pPr>
            <a:lvl6pPr>
              <a:defRPr sz="1950" b="0">
                <a:solidFill>
                  <a:srgbClr val="111111"/>
                </a:solidFill>
              </a:defRPr>
            </a:lvl6pPr>
            <a:lvl7pPr>
              <a:defRPr sz="1950" b="0">
                <a:solidFill>
                  <a:srgbClr val="111111"/>
                </a:solidFill>
              </a:defRPr>
            </a:lvl7pPr>
            <a:lvl8pPr>
              <a:defRPr sz="1950" b="0">
                <a:solidFill>
                  <a:srgbClr val="111111"/>
                </a:solidFill>
              </a:defRPr>
            </a:lvl8pPr>
            <a:lvl9pPr>
              <a:defRPr sz="1950" b="0">
                <a:solidFill>
                  <a:srgbClr val="111111"/>
                </a:solidFill>
              </a:defRPr>
            </a:lvl9pPr>
          </a:lstStyle>
          <a:p>
            <a:pPr>
              <a:defRPr sz="1950" b="0">
                <a:solidFill>
                  <a:srgbClr val="111111"/>
                </a:solidFill>
              </a:defRPr>
            </a:pPr>
            <a:r>
              <a:rPr sz="1950" b="0">
                <a:solidFill>
                  <a:srgbClr val="111111"/>
                </a:solidFill>
                <a:latin typeface="Avenir Next LT Pro" panose="020B0504020202020204" pitchFamily="34" charset="0"/>
              </a:rPr>
              <a:t>Huang et al. (2017). Densely Connected Convolutional Networks.</a:t>
            </a:r>
          </a:p>
        </p:txBody>
      </p:sp>
      <p:sp>
        <p:nvSpPr>
          <p:cNvPr id="4" name="Rectángulo 3">
            <a:extLst>
              <a:ext uri="{FF2B5EF4-FFF2-40B4-BE49-F238E27FC236}">
                <a16:creationId xmlns:a16="http://schemas.microsoft.com/office/drawing/2014/main" id="{42D25CF9-D61F-4F1E-9819-05DC46BDF6E0}"/>
              </a:ext>
            </a:extLst>
          </p:cNvPr>
          <p:cNvSpPr>
            <a:spLocks noGrp="1"/>
          </p:cNvSpPr>
          <p:nvPr/>
        </p:nvSpPr>
        <p:spPr>
          <a:xfrm>
            <a:off x="619125" y="2333625"/>
            <a:ext cx="10953750" cy="714375"/>
          </a:xfrm>
          <a:prstGeom prst="rect">
            <a:avLst/>
          </a:prstGeom>
          <a:noFill/>
          <a:ln w="0">
            <a:noFill/>
          </a:ln>
        </p:spPr>
        <p:txBody>
          <a:bodyPr/>
          <a:lstStyle>
            <a:defPPr>
              <a:defRPr sz="1950" b="0">
                <a:solidFill>
                  <a:srgbClr val="111111"/>
                </a:solidFill>
              </a:defRPr>
            </a:defPPr>
            <a:lvl1pPr>
              <a:defRPr sz="1950" b="0">
                <a:solidFill>
                  <a:srgbClr val="111111"/>
                </a:solidFill>
              </a:defRPr>
            </a:lvl1pPr>
            <a:lvl2pPr>
              <a:defRPr sz="1950" b="0">
                <a:solidFill>
                  <a:srgbClr val="111111"/>
                </a:solidFill>
              </a:defRPr>
            </a:lvl2pPr>
            <a:lvl3pPr>
              <a:defRPr sz="1950" b="0">
                <a:solidFill>
                  <a:srgbClr val="111111"/>
                </a:solidFill>
              </a:defRPr>
            </a:lvl3pPr>
            <a:lvl4pPr>
              <a:defRPr sz="1950" b="0">
                <a:solidFill>
                  <a:srgbClr val="111111"/>
                </a:solidFill>
              </a:defRPr>
            </a:lvl4pPr>
            <a:lvl5pPr>
              <a:defRPr sz="1950" b="0">
                <a:solidFill>
                  <a:srgbClr val="111111"/>
                </a:solidFill>
              </a:defRPr>
            </a:lvl5pPr>
            <a:lvl6pPr>
              <a:defRPr sz="1950" b="0">
                <a:solidFill>
                  <a:srgbClr val="111111"/>
                </a:solidFill>
              </a:defRPr>
            </a:lvl6pPr>
            <a:lvl7pPr>
              <a:defRPr sz="1950" b="0">
                <a:solidFill>
                  <a:srgbClr val="111111"/>
                </a:solidFill>
              </a:defRPr>
            </a:lvl7pPr>
            <a:lvl8pPr>
              <a:defRPr sz="1950" b="0">
                <a:solidFill>
                  <a:srgbClr val="111111"/>
                </a:solidFill>
              </a:defRPr>
            </a:lvl8pPr>
            <a:lvl9pPr>
              <a:defRPr sz="1950" b="0">
                <a:solidFill>
                  <a:srgbClr val="111111"/>
                </a:solidFill>
              </a:defRPr>
            </a:lvl9pPr>
          </a:lstStyle>
          <a:p>
            <a:pPr>
              <a:defRPr sz="1950" b="0">
                <a:solidFill>
                  <a:srgbClr val="111111"/>
                </a:solidFill>
              </a:defRPr>
            </a:pPr>
            <a:r>
              <a:rPr sz="1950" b="0">
                <a:solidFill>
                  <a:srgbClr val="111111"/>
                </a:solidFill>
                <a:latin typeface="Avenir Next LT Pro" panose="020B0504020202020204" pitchFamily="34" charset="0"/>
              </a:rPr>
              <a:t>PyTorch. DenseNet121 y aprendizaje por transferencia.</a:t>
            </a:r>
          </a:p>
        </p:txBody>
      </p:sp>
      <p:sp>
        <p:nvSpPr>
          <p:cNvPr id="5" name="Rectángulo 4">
            <a:extLst>
              <a:ext uri="{FF2B5EF4-FFF2-40B4-BE49-F238E27FC236}">
                <a16:creationId xmlns:a16="http://schemas.microsoft.com/office/drawing/2014/main" id="{42E8AB0C-7472-412D-80DD-80EB2255F3F6}"/>
              </a:ext>
            </a:extLst>
          </p:cNvPr>
          <p:cNvSpPr>
            <a:spLocks noGrp="1"/>
          </p:cNvSpPr>
          <p:nvPr/>
        </p:nvSpPr>
        <p:spPr>
          <a:xfrm>
            <a:off x="619125" y="3143250"/>
            <a:ext cx="10953750" cy="714375"/>
          </a:xfrm>
          <a:prstGeom prst="rect">
            <a:avLst/>
          </a:prstGeom>
          <a:noFill/>
          <a:ln w="0">
            <a:noFill/>
          </a:ln>
        </p:spPr>
        <p:txBody>
          <a:bodyPr/>
          <a:lstStyle>
            <a:defPPr>
              <a:defRPr sz="1950" b="0">
                <a:solidFill>
                  <a:srgbClr val="111111"/>
                </a:solidFill>
              </a:defRPr>
            </a:defPPr>
            <a:lvl1pPr>
              <a:defRPr sz="1950" b="0">
                <a:solidFill>
                  <a:srgbClr val="111111"/>
                </a:solidFill>
              </a:defRPr>
            </a:lvl1pPr>
            <a:lvl2pPr>
              <a:defRPr sz="1950" b="0">
                <a:solidFill>
                  <a:srgbClr val="111111"/>
                </a:solidFill>
              </a:defRPr>
            </a:lvl2pPr>
            <a:lvl3pPr>
              <a:defRPr sz="1950" b="0">
                <a:solidFill>
                  <a:srgbClr val="111111"/>
                </a:solidFill>
              </a:defRPr>
            </a:lvl3pPr>
            <a:lvl4pPr>
              <a:defRPr sz="1950" b="0">
                <a:solidFill>
                  <a:srgbClr val="111111"/>
                </a:solidFill>
              </a:defRPr>
            </a:lvl4pPr>
            <a:lvl5pPr>
              <a:defRPr sz="1950" b="0">
                <a:solidFill>
                  <a:srgbClr val="111111"/>
                </a:solidFill>
              </a:defRPr>
            </a:lvl5pPr>
            <a:lvl6pPr>
              <a:defRPr sz="1950" b="0">
                <a:solidFill>
                  <a:srgbClr val="111111"/>
                </a:solidFill>
              </a:defRPr>
            </a:lvl6pPr>
            <a:lvl7pPr>
              <a:defRPr sz="1950" b="0">
                <a:solidFill>
                  <a:srgbClr val="111111"/>
                </a:solidFill>
              </a:defRPr>
            </a:lvl7pPr>
            <a:lvl8pPr>
              <a:defRPr sz="1950" b="0">
                <a:solidFill>
                  <a:srgbClr val="111111"/>
                </a:solidFill>
              </a:defRPr>
            </a:lvl8pPr>
            <a:lvl9pPr>
              <a:defRPr sz="1950" b="0">
                <a:solidFill>
                  <a:srgbClr val="111111"/>
                </a:solidFill>
              </a:defRPr>
            </a:lvl9pPr>
          </a:lstStyle>
          <a:p>
            <a:pPr>
              <a:defRPr sz="1950" b="0">
                <a:solidFill>
                  <a:srgbClr val="111111"/>
                </a:solidFill>
              </a:defRPr>
            </a:pPr>
            <a:r>
              <a:rPr sz="1950" b="0">
                <a:solidFill>
                  <a:srgbClr val="111111"/>
                </a:solidFill>
                <a:latin typeface="Avenir Next LT Pro" panose="020B0504020202020204" pitchFamily="34" charset="0"/>
              </a:rPr>
              <a:t>Chen. PPE Compliance Detection, versión 5. Roboflow.</a:t>
            </a:r>
          </a:p>
        </p:txBody>
      </p:sp>
      <p:sp>
        <p:nvSpPr>
          <p:cNvPr id="6" name="Rectángulo 5">
            <a:extLst>
              <a:ext uri="{FF2B5EF4-FFF2-40B4-BE49-F238E27FC236}">
                <a16:creationId xmlns:a16="http://schemas.microsoft.com/office/drawing/2014/main" id="{0188F5E2-60F7-409B-936A-980B4F05CCF0}"/>
              </a:ext>
            </a:extLst>
          </p:cNvPr>
          <p:cNvSpPr>
            <a:spLocks noGrp="1"/>
          </p:cNvSpPr>
          <p:nvPr/>
        </p:nvSpPr>
        <p:spPr>
          <a:xfrm>
            <a:off x="619125" y="3952875"/>
            <a:ext cx="10953750" cy="714375"/>
          </a:xfrm>
          <a:prstGeom prst="rect">
            <a:avLst/>
          </a:prstGeom>
          <a:noFill/>
          <a:ln w="0">
            <a:noFill/>
          </a:ln>
        </p:spPr>
        <p:txBody>
          <a:bodyPr/>
          <a:lstStyle>
            <a:defPPr>
              <a:defRPr sz="1950" b="0">
                <a:solidFill>
                  <a:srgbClr val="111111"/>
                </a:solidFill>
              </a:defRPr>
            </a:defPPr>
            <a:lvl1pPr>
              <a:defRPr sz="1950" b="0">
                <a:solidFill>
                  <a:srgbClr val="111111"/>
                </a:solidFill>
              </a:defRPr>
            </a:lvl1pPr>
            <a:lvl2pPr>
              <a:defRPr sz="1950" b="0">
                <a:solidFill>
                  <a:srgbClr val="111111"/>
                </a:solidFill>
              </a:defRPr>
            </a:lvl2pPr>
            <a:lvl3pPr>
              <a:defRPr sz="1950" b="0">
                <a:solidFill>
                  <a:srgbClr val="111111"/>
                </a:solidFill>
              </a:defRPr>
            </a:lvl3pPr>
            <a:lvl4pPr>
              <a:defRPr sz="1950" b="0">
                <a:solidFill>
                  <a:srgbClr val="111111"/>
                </a:solidFill>
              </a:defRPr>
            </a:lvl4pPr>
            <a:lvl5pPr>
              <a:defRPr sz="1950" b="0">
                <a:solidFill>
                  <a:srgbClr val="111111"/>
                </a:solidFill>
              </a:defRPr>
            </a:lvl5pPr>
            <a:lvl6pPr>
              <a:defRPr sz="1950" b="0">
                <a:solidFill>
                  <a:srgbClr val="111111"/>
                </a:solidFill>
              </a:defRPr>
            </a:lvl6pPr>
            <a:lvl7pPr>
              <a:defRPr sz="1950" b="0">
                <a:solidFill>
                  <a:srgbClr val="111111"/>
                </a:solidFill>
              </a:defRPr>
            </a:lvl7pPr>
            <a:lvl8pPr>
              <a:defRPr sz="1950" b="0">
                <a:solidFill>
                  <a:srgbClr val="111111"/>
                </a:solidFill>
              </a:defRPr>
            </a:lvl8pPr>
            <a:lvl9pPr>
              <a:defRPr sz="1950" b="0">
                <a:solidFill>
                  <a:srgbClr val="111111"/>
                </a:solidFill>
              </a:defRPr>
            </a:lvl9pPr>
          </a:lstStyle>
          <a:p>
            <a:pPr>
              <a:defRPr sz="1950" b="0">
                <a:solidFill>
                  <a:srgbClr val="111111"/>
                </a:solidFill>
              </a:defRPr>
            </a:pPr>
            <a:r>
              <a:rPr sz="1950" b="0">
                <a:solidFill>
                  <a:srgbClr val="111111"/>
                </a:solidFill>
                <a:latin typeface="Avenir Next LT Pro" panose="020B0504020202020204" pitchFamily="34" charset="0"/>
              </a:rPr>
              <a:t>sydddl (2022). Densenet121 example. PlotNeuralNet, GitHub.</a:t>
            </a:r>
          </a:p>
        </p:txBody>
      </p:sp>
      <p:sp>
        <p:nvSpPr>
          <p:cNvPr id="7" name="Rectángulo 6">
            <a:extLst>
              <a:ext uri="{FF2B5EF4-FFF2-40B4-BE49-F238E27FC236}">
                <a16:creationId xmlns:a16="http://schemas.microsoft.com/office/drawing/2014/main" id="{6D38AD28-45DB-48C4-9BD7-BCCE848A2940}"/>
              </a:ext>
            </a:extLst>
          </p:cNvPr>
          <p:cNvSpPr>
            <a:spLocks noGrp="1"/>
          </p:cNvSpPr>
          <p:nvPr/>
        </p:nvSpPr>
        <p:spPr>
          <a:xfrm>
            <a:off x="619125" y="4762500"/>
            <a:ext cx="10953750" cy="714375"/>
          </a:xfrm>
          <a:prstGeom prst="rect">
            <a:avLst/>
          </a:prstGeom>
          <a:noFill/>
          <a:ln w="0">
            <a:noFill/>
          </a:ln>
        </p:spPr>
        <p:txBody>
          <a:bodyPr/>
          <a:lstStyle>
            <a:defPPr>
              <a:defRPr sz="1950" b="0">
                <a:solidFill>
                  <a:srgbClr val="111111"/>
                </a:solidFill>
              </a:defRPr>
            </a:defPPr>
            <a:lvl1pPr>
              <a:defRPr sz="1950" b="0">
                <a:solidFill>
                  <a:srgbClr val="111111"/>
                </a:solidFill>
              </a:defRPr>
            </a:lvl1pPr>
            <a:lvl2pPr>
              <a:defRPr sz="1950" b="0">
                <a:solidFill>
                  <a:srgbClr val="111111"/>
                </a:solidFill>
              </a:defRPr>
            </a:lvl2pPr>
            <a:lvl3pPr>
              <a:defRPr sz="1950" b="0">
                <a:solidFill>
                  <a:srgbClr val="111111"/>
                </a:solidFill>
              </a:defRPr>
            </a:lvl3pPr>
            <a:lvl4pPr>
              <a:defRPr sz="1950" b="0">
                <a:solidFill>
                  <a:srgbClr val="111111"/>
                </a:solidFill>
              </a:defRPr>
            </a:lvl4pPr>
            <a:lvl5pPr>
              <a:defRPr sz="1950" b="0">
                <a:solidFill>
                  <a:srgbClr val="111111"/>
                </a:solidFill>
              </a:defRPr>
            </a:lvl5pPr>
            <a:lvl6pPr>
              <a:defRPr sz="1950" b="0">
                <a:solidFill>
                  <a:srgbClr val="111111"/>
                </a:solidFill>
              </a:defRPr>
            </a:lvl6pPr>
            <a:lvl7pPr>
              <a:defRPr sz="1950" b="0">
                <a:solidFill>
                  <a:srgbClr val="111111"/>
                </a:solidFill>
              </a:defRPr>
            </a:lvl7pPr>
            <a:lvl8pPr>
              <a:defRPr sz="1950" b="0">
                <a:solidFill>
                  <a:srgbClr val="111111"/>
                </a:solidFill>
              </a:defRPr>
            </a:lvl8pPr>
            <a:lvl9pPr>
              <a:defRPr sz="1950" b="0">
                <a:solidFill>
                  <a:srgbClr val="111111"/>
                </a:solidFill>
              </a:defRPr>
            </a:lvl9pPr>
          </a:lstStyle>
          <a:p>
            <a:pPr>
              <a:defRPr sz="1950" b="0">
                <a:solidFill>
                  <a:srgbClr val="111111"/>
                </a:solidFill>
              </a:defRPr>
            </a:pPr>
            <a:r>
              <a:rPr sz="1950" b="0">
                <a:solidFill>
                  <a:srgbClr val="111111"/>
                </a:solidFill>
                <a:latin typeface="Avenir Next LT Pro" panose="020B0504020202020204" pitchFamily="34" charset="0"/>
              </a:rPr>
              <a:t>Vargas Huarcaya (2026). DenseNet PPE IA2. GitHub.</a:t>
            </a:r>
          </a:p>
        </p:txBody>
      </p:sp>
    </p:spTree>
    <p:extLst>
      <p:ext uri="{BB962C8B-B14F-4D97-AF65-F5344CB8AC3E}">
        <p14:creationId xmlns:p14="http://schemas.microsoft.com/office/powerpoint/2010/main" val="459872110"/>
      </p:ext>
    </p:extLst>
  </p:cSld>
  <p:clrMapOvr>
    <a:masterClrMapping/>
  </p:clrMapOvr>
</p:sld>
</file>

<file path=ppt/theme/theme1.xml><?xml version="1.0" encoding="utf-8"?>
<a:theme xmlns:a="http://schemas.openxmlformats.org/drawingml/2006/main" name="Personalizar">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Custom 8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Personalizar">
  <a:themeElements>
    <a:clrScheme name="Custom 82">
      <a:dk1>
        <a:sysClr val="windowText" lastClr="000000"/>
      </a:dk1>
      <a:lt1>
        <a:sysClr val="window" lastClr="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Custom 117">
      <a:majorFont>
        <a:latin typeface="Posterama"/>
        <a:ea typeface=""/>
        <a:cs typeface=""/>
      </a:majorFont>
      <a:minorFont>
        <a:latin typeface="Avenir Next LT Pro Light"/>
        <a:ea typeface=""/>
        <a:cs typeface=""/>
      </a:minorFont>
    </a:fontScheme>
    <a:fmtScheme name="Custom 8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2471</Words>
  <Application>Microsoft Office PowerPoint</Application>
  <DocSecurity>0</DocSecurity>
  <PresentationFormat>Panorámica</PresentationFormat>
  <Paragraphs>238</Paragraphs>
  <Slides>18</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Avenir Next LT Pro</vt:lpstr>
      <vt:lpstr>Avenir Next LT Pro Light</vt:lpstr>
      <vt:lpstr>Posterama</vt:lpstr>
      <vt:lpstr>Personalizar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Vargas Huarcaya JIMMY EDILSON</cp:lastModifiedBy>
  <cp:revision>2</cp:revision>
  <dcterms:created xsi:type="dcterms:W3CDTF">2026-10-19T16:49:07Z</dcterms:created>
  <dcterms:modified xsi:type="dcterms:W3CDTF">2026-10-19T16:49:59Z</dcterms:modified>
</cp:coreProperties>
</file>